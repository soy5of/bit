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45"/>
  </p:notesMasterIdLst>
  <p:sldIdLst>
    <p:sldId id="256" r:id="rId2"/>
    <p:sldId id="258" r:id="rId3"/>
    <p:sldId id="259" r:id="rId4"/>
    <p:sldId id="262" r:id="rId5"/>
    <p:sldId id="263" r:id="rId6"/>
    <p:sldId id="260" r:id="rId7"/>
    <p:sldId id="302" r:id="rId8"/>
    <p:sldId id="303" r:id="rId9"/>
    <p:sldId id="305" r:id="rId10"/>
    <p:sldId id="304" r:id="rId11"/>
    <p:sldId id="271" r:id="rId12"/>
    <p:sldId id="306" r:id="rId13"/>
    <p:sldId id="307" r:id="rId14"/>
    <p:sldId id="308" r:id="rId15"/>
    <p:sldId id="270" r:id="rId16"/>
    <p:sldId id="309" r:id="rId17"/>
    <p:sldId id="276" r:id="rId18"/>
    <p:sldId id="310" r:id="rId19"/>
    <p:sldId id="267" r:id="rId20"/>
    <p:sldId id="269" r:id="rId21"/>
    <p:sldId id="268" r:id="rId22"/>
    <p:sldId id="264" r:id="rId23"/>
    <p:sldId id="311" r:id="rId24"/>
    <p:sldId id="317" r:id="rId25"/>
    <p:sldId id="314" r:id="rId26"/>
    <p:sldId id="315" r:id="rId27"/>
    <p:sldId id="316" r:id="rId28"/>
    <p:sldId id="277" r:id="rId29"/>
    <p:sldId id="265" r:id="rId30"/>
    <p:sldId id="318" r:id="rId31"/>
    <p:sldId id="319" r:id="rId32"/>
    <p:sldId id="320" r:id="rId33"/>
    <p:sldId id="266" r:id="rId34"/>
    <p:sldId id="321" r:id="rId35"/>
    <p:sldId id="322" r:id="rId36"/>
    <p:sldId id="280" r:id="rId37"/>
    <p:sldId id="323" r:id="rId38"/>
    <p:sldId id="324" r:id="rId39"/>
    <p:sldId id="278" r:id="rId40"/>
    <p:sldId id="272" r:id="rId41"/>
    <p:sldId id="325" r:id="rId42"/>
    <p:sldId id="279" r:id="rId43"/>
    <p:sldId id="301" r:id="rId44"/>
  </p:sldIdLst>
  <p:sldSz cx="9144000" cy="5143500" type="screen16x9"/>
  <p:notesSz cx="6858000" cy="9144000"/>
  <p:embeddedFontLst>
    <p:embeddedFont>
      <p:font typeface="Dubai Medium" panose="020B0603030403030204" pitchFamily="34" charset="-78"/>
      <p:regular r:id="rId46"/>
    </p:embeddedFont>
    <p:embeddedFont>
      <p:font typeface="Palanquin Dark" panose="020B0604020202020204" charset="0"/>
      <p:regular r:id="rId47"/>
      <p:bold r:id="rId48"/>
    </p:embeddedFont>
    <p:embeddedFont>
      <p:font typeface="Poppins" panose="00000500000000000000" pitchFamily="2" charset="0"/>
      <p:regular r:id="rId49"/>
      <p:bold r:id="rId50"/>
      <p:italic r:id="rId51"/>
      <p:boldItalic r:id="rId52"/>
    </p:embeddedFont>
    <p:embeddedFont>
      <p:font typeface="Poppins Black" panose="00000A00000000000000" pitchFamily="2" charset="0"/>
      <p:bold r:id="rId53"/>
      <p:boldItalic r:id="rId5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308CB32-0ECB-444F-8D78-D8B5B246D177}">
  <a:tblStyle styleId="{7308CB32-0ECB-444F-8D78-D8B5B246D17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8" d="100"/>
          <a:sy n="78" d="100"/>
        </p:scale>
        <p:origin x="897" y="8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2.fntdata"/><Relationship Id="rId50" Type="http://schemas.openxmlformats.org/officeDocument/2006/relationships/font" Target="fonts/font5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3" Type="http://schemas.openxmlformats.org/officeDocument/2006/relationships/font" Target="fonts/font8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3.fntdata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4.fntdata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8794a74c9d_0_24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8794a74c9d_0_24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a4b3b7ab8f_0_9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a4b3b7ab8f_0_9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8794a74c9d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8794a74c9d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877b642fd3_0_2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877b642fd3_0_2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877498f77e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877498f77e_1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877b642fd3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877b642fd3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a4b3b7ab8f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" name="Google Shape;822;ga4b3b7ab8f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a4b3b7ab8f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7" name="Google Shape;817;ga4b3b7ab8f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a4b3b7ab8f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4" name="Google Shape;974;ga4b3b7ab8f_0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a4b3b7ab8f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a4b3b7ab8f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g9ebd6be33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9" name="Google Shape;809;g9ebd6be33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a4b3b7ab8f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a4b3b7ab8f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a4b3b7ab8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a4b3b7ab8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ga4b3b7ab8f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5" name="Google Shape;1045;ga4b3b7ab8f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a4b3b7ab8f_0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a4b3b7ab8f_0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a4b3b7ab8f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a4b3b7ab8f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ga4b3b7ab8f_0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5" name="Google Shape;1155;ga4b3b7ab8f_0_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a4b3b7ab8f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6" name="Google Shape;906;ga4b3b7ab8f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88390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a4b3b7ab8f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6" name="Google Shape;906;ga4b3b7ab8f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47742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ga4b3b7ab8f_0_2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6" name="Google Shape;1066;ga4b3b7ab8f_0_2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ga4b3b7ab8f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8" name="Google Shape;858;ga4b3b7ab8f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ga4b3b7ab8f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8" name="Google Shape;858;ga4b3b7ab8f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98263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ga4b3b7ab8f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7" name="Google Shape;1087;ga4b3b7ab8f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8794a74c9d_0_24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8794a74c9d_0_24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6644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stories.freepik.com/rafiki/" TargetMode="External"/><Relationship Id="rId4" Type="http://schemas.openxmlformats.org/officeDocument/2006/relationships/hyperlink" Target="https://www.freepik.com/" TargetMode="Externa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noFill/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20000" y="1022895"/>
            <a:ext cx="3852000" cy="202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20000" y="3032950"/>
            <a:ext cx="2962200" cy="6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1829809" y="-1974831"/>
            <a:ext cx="4039742" cy="2967540"/>
          </a:xfrm>
          <a:custGeom>
            <a:avLst/>
            <a:gdLst/>
            <a:ahLst/>
            <a:cxnLst/>
            <a:rect l="l" t="t" r="r" b="b"/>
            <a:pathLst>
              <a:path w="151443" h="111248" extrusionOk="0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 rot="1398703">
            <a:off x="1587171" y="641380"/>
            <a:ext cx="5337561" cy="3771648"/>
          </a:xfrm>
          <a:custGeom>
            <a:avLst/>
            <a:gdLst/>
            <a:ahLst/>
            <a:cxnLst/>
            <a:rect l="l" t="t" r="r" b="b"/>
            <a:pathLst>
              <a:path w="151443" h="111248" extrusionOk="0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2552700" y="2131350"/>
            <a:ext cx="4242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2552700" y="1383425"/>
            <a:ext cx="923400" cy="69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2552700" y="2957291"/>
            <a:ext cx="2935800" cy="76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subTitle" idx="1"/>
          </p:nvPr>
        </p:nvSpPr>
        <p:spPr>
          <a:xfrm>
            <a:off x="1417986" y="2995275"/>
            <a:ext cx="2385600" cy="3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2"/>
          </p:nvPr>
        </p:nvSpPr>
        <p:spPr>
          <a:xfrm>
            <a:off x="1417986" y="3346800"/>
            <a:ext cx="2385600" cy="8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3"/>
          </p:nvPr>
        </p:nvSpPr>
        <p:spPr>
          <a:xfrm>
            <a:off x="5399486" y="2995275"/>
            <a:ext cx="2385600" cy="3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4"/>
          </p:nvPr>
        </p:nvSpPr>
        <p:spPr>
          <a:xfrm>
            <a:off x="5399486" y="3346800"/>
            <a:ext cx="2385600" cy="8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27" name="Google Shape;27;p5"/>
          <p:cNvSpPr/>
          <p:nvPr/>
        </p:nvSpPr>
        <p:spPr>
          <a:xfrm>
            <a:off x="720000" y="727800"/>
            <a:ext cx="5778000" cy="2724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29" name="Google Shape;29;p5"/>
          <p:cNvSpPr/>
          <p:nvPr/>
        </p:nvSpPr>
        <p:spPr>
          <a:xfrm>
            <a:off x="7847591" y="-1689081"/>
            <a:ext cx="4039742" cy="2967540"/>
          </a:xfrm>
          <a:custGeom>
            <a:avLst/>
            <a:gdLst/>
            <a:ahLst/>
            <a:cxnLst/>
            <a:rect l="l" t="t" r="r" b="b"/>
            <a:pathLst>
              <a:path w="151443" h="111248" extrusionOk="0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/>
          <p:nvPr/>
        </p:nvSpPr>
        <p:spPr>
          <a:xfrm>
            <a:off x="720000" y="727800"/>
            <a:ext cx="5778000" cy="2724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33" name="Google Shape;33;p6"/>
          <p:cNvSpPr/>
          <p:nvPr/>
        </p:nvSpPr>
        <p:spPr>
          <a:xfrm rot="-7770059">
            <a:off x="7428425" y="-1102421"/>
            <a:ext cx="4039685" cy="2967498"/>
          </a:xfrm>
          <a:custGeom>
            <a:avLst/>
            <a:gdLst/>
            <a:ahLst/>
            <a:cxnLst/>
            <a:rect l="l" t="t" r="r" b="b"/>
            <a:pathLst>
              <a:path w="151443" h="111248" extrusionOk="0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>
            <a:spLocks noGrp="1"/>
          </p:cNvSpPr>
          <p:nvPr>
            <p:ph type="subTitle" idx="1"/>
          </p:nvPr>
        </p:nvSpPr>
        <p:spPr>
          <a:xfrm>
            <a:off x="720000" y="2678421"/>
            <a:ext cx="3261300" cy="101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720000" y="1490700"/>
            <a:ext cx="3261300" cy="110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37" name="Google Shape;37;p7"/>
          <p:cNvSpPr/>
          <p:nvPr/>
        </p:nvSpPr>
        <p:spPr>
          <a:xfrm rot="-1099162">
            <a:off x="5134470" y="3563817"/>
            <a:ext cx="5697542" cy="4185338"/>
          </a:xfrm>
          <a:custGeom>
            <a:avLst/>
            <a:gdLst/>
            <a:ahLst/>
            <a:cxnLst/>
            <a:rect l="l" t="t" r="r" b="b"/>
            <a:pathLst>
              <a:path w="151443" h="111248" extrusionOk="0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/>
          <p:nvPr/>
        </p:nvSpPr>
        <p:spPr>
          <a:xfrm rot="-10443068">
            <a:off x="-1212618" y="-1758140"/>
            <a:ext cx="4040298" cy="2967949"/>
          </a:xfrm>
          <a:custGeom>
            <a:avLst/>
            <a:gdLst/>
            <a:ahLst/>
            <a:cxnLst/>
            <a:rect l="l" t="t" r="r" b="b"/>
            <a:pathLst>
              <a:path w="151443" h="111248" extrusionOk="0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/>
          <p:nvPr/>
        </p:nvSpPr>
        <p:spPr>
          <a:xfrm>
            <a:off x="355183" y="-402025"/>
            <a:ext cx="7001967" cy="5143551"/>
          </a:xfrm>
          <a:custGeom>
            <a:avLst/>
            <a:gdLst/>
            <a:ahLst/>
            <a:cxnLst/>
            <a:rect l="l" t="t" r="r" b="b"/>
            <a:pathLst>
              <a:path w="151443" h="111248" extrusionOk="0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ubTitle" idx="1"/>
          </p:nvPr>
        </p:nvSpPr>
        <p:spPr>
          <a:xfrm>
            <a:off x="1508700" y="2466428"/>
            <a:ext cx="3866100" cy="102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600"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600"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600"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600"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600"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600"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600"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1508700" y="1668250"/>
            <a:ext cx="3866100" cy="7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>
            <a:spLocks noGrp="1"/>
          </p:cNvSpPr>
          <p:nvPr>
            <p:ph type="subTitle" idx="1"/>
          </p:nvPr>
        </p:nvSpPr>
        <p:spPr>
          <a:xfrm flipH="1">
            <a:off x="5169810" y="2548727"/>
            <a:ext cx="3261300" cy="122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algn="r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algn="r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algn="r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algn="r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algn="r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algn="r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algn="r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algn="r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 flipH="1">
            <a:off x="5169810" y="1360990"/>
            <a:ext cx="3261300" cy="110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46" name="Google Shape;46;p9"/>
          <p:cNvSpPr/>
          <p:nvPr/>
        </p:nvSpPr>
        <p:spPr>
          <a:xfrm rot="1956016" flipH="1">
            <a:off x="-1420073" y="2411499"/>
            <a:ext cx="5697651" cy="4185418"/>
          </a:xfrm>
          <a:custGeom>
            <a:avLst/>
            <a:gdLst/>
            <a:ahLst/>
            <a:cxnLst/>
            <a:rect l="l" t="t" r="r" b="b"/>
            <a:pathLst>
              <a:path w="151443" h="111248" extrusionOk="0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9"/>
          <p:cNvSpPr/>
          <p:nvPr/>
        </p:nvSpPr>
        <p:spPr>
          <a:xfrm rot="-8978585" flipH="1">
            <a:off x="6889116" y="-1236583"/>
            <a:ext cx="4040147" cy="2967838"/>
          </a:xfrm>
          <a:custGeom>
            <a:avLst/>
            <a:gdLst/>
            <a:ahLst/>
            <a:cxnLst/>
            <a:rect l="l" t="t" r="r" b="b"/>
            <a:pathLst>
              <a:path w="151443" h="111248" extrusionOk="0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/>
          <p:nvPr/>
        </p:nvSpPr>
        <p:spPr>
          <a:xfrm flipH="1">
            <a:off x="4037600" y="727800"/>
            <a:ext cx="4374000" cy="2724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50" name="Google Shape;50;p10"/>
          <p:cNvSpPr txBox="1">
            <a:spLocks noGrp="1"/>
          </p:cNvSpPr>
          <p:nvPr>
            <p:ph type="title"/>
          </p:nvPr>
        </p:nvSpPr>
        <p:spPr>
          <a:xfrm flipH="1">
            <a:off x="3448700" y="387600"/>
            <a:ext cx="4962900" cy="18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51" name="Google Shape;51;p10"/>
          <p:cNvSpPr/>
          <p:nvPr/>
        </p:nvSpPr>
        <p:spPr>
          <a:xfrm rot="-2467215" flipH="1">
            <a:off x="6908727" y="3120633"/>
            <a:ext cx="4039721" cy="2967525"/>
          </a:xfrm>
          <a:custGeom>
            <a:avLst/>
            <a:gdLst/>
            <a:ahLst/>
            <a:cxnLst/>
            <a:rect l="l" t="t" r="r" b="b"/>
            <a:pathLst>
              <a:path w="151443" h="111248" extrusionOk="0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4754222" y="1653880"/>
            <a:ext cx="3677100" cy="110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subTitle" idx="1"/>
          </p:nvPr>
        </p:nvSpPr>
        <p:spPr>
          <a:xfrm flipH="1">
            <a:off x="4754222" y="2701195"/>
            <a:ext cx="3677100" cy="65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/>
            </a:lvl2pPr>
            <a:lvl3pPr lvl="2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/>
            </a:lvl3pPr>
            <a:lvl4pPr lvl="3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/>
            </a:lvl4pPr>
            <a:lvl5pPr lvl="4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/>
            </a:lvl5pPr>
            <a:lvl6pPr lvl="5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/>
            </a:lvl6pPr>
            <a:lvl7pPr lvl="6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/>
            </a:lvl7pPr>
            <a:lvl8pPr lvl="7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/>
            </a:lvl8pPr>
            <a:lvl9pPr lvl="8" algn="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55" name="Google Shape;55;p11"/>
          <p:cNvSpPr/>
          <p:nvPr/>
        </p:nvSpPr>
        <p:spPr>
          <a:xfrm>
            <a:off x="6169150" y="3675629"/>
            <a:ext cx="4039742" cy="2967540"/>
          </a:xfrm>
          <a:custGeom>
            <a:avLst/>
            <a:gdLst/>
            <a:ahLst/>
            <a:cxnLst/>
            <a:rect l="l" t="t" r="r" b="b"/>
            <a:pathLst>
              <a:path w="151443" h="111248" extrusionOk="0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>
            <a:spLocks noGrp="1"/>
          </p:cNvSpPr>
          <p:nvPr>
            <p:ph type="title" hasCustomPrompt="1"/>
          </p:nvPr>
        </p:nvSpPr>
        <p:spPr>
          <a:xfrm>
            <a:off x="869627" y="2130720"/>
            <a:ext cx="885900" cy="7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1"/>
          </p:nvPr>
        </p:nvSpPr>
        <p:spPr>
          <a:xfrm>
            <a:off x="723900" y="2995276"/>
            <a:ext cx="2205600" cy="3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2"/>
          </p:nvPr>
        </p:nvSpPr>
        <p:spPr>
          <a:xfrm>
            <a:off x="723900" y="3346802"/>
            <a:ext cx="2205600" cy="8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title" idx="3" hasCustomPrompt="1"/>
          </p:nvPr>
        </p:nvSpPr>
        <p:spPr>
          <a:xfrm>
            <a:off x="3616601" y="2130720"/>
            <a:ext cx="885900" cy="7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4"/>
          </p:nvPr>
        </p:nvSpPr>
        <p:spPr>
          <a:xfrm>
            <a:off x="3470874" y="2995276"/>
            <a:ext cx="2205600" cy="3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5"/>
          </p:nvPr>
        </p:nvSpPr>
        <p:spPr>
          <a:xfrm>
            <a:off x="3470875" y="3346802"/>
            <a:ext cx="2205600" cy="8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6" hasCustomPrompt="1"/>
          </p:nvPr>
        </p:nvSpPr>
        <p:spPr>
          <a:xfrm>
            <a:off x="6363576" y="2130720"/>
            <a:ext cx="885900" cy="7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7"/>
          </p:nvPr>
        </p:nvSpPr>
        <p:spPr>
          <a:xfrm>
            <a:off x="6217849" y="2995276"/>
            <a:ext cx="2205600" cy="3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subTitle" idx="8"/>
          </p:nvPr>
        </p:nvSpPr>
        <p:spPr>
          <a:xfrm>
            <a:off x="6217850" y="3346802"/>
            <a:ext cx="2205600" cy="8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67" name="Google Shape;67;p13"/>
          <p:cNvSpPr/>
          <p:nvPr/>
        </p:nvSpPr>
        <p:spPr>
          <a:xfrm>
            <a:off x="720000" y="727800"/>
            <a:ext cx="5778000" cy="2724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title" idx="9"/>
          </p:nvPr>
        </p:nvSpPr>
        <p:spPr>
          <a:xfrm>
            <a:off x="720000" y="387600"/>
            <a:ext cx="77040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69" name="Google Shape;69;p13"/>
          <p:cNvSpPr/>
          <p:nvPr/>
        </p:nvSpPr>
        <p:spPr>
          <a:xfrm rot="-7205113">
            <a:off x="7466444" y="-1156119"/>
            <a:ext cx="4039941" cy="2967686"/>
          </a:xfrm>
          <a:custGeom>
            <a:avLst/>
            <a:gdLst/>
            <a:ahLst/>
            <a:cxnLst/>
            <a:rect l="l" t="t" r="r" b="b"/>
            <a:pathLst>
              <a:path w="151443" h="111248" extrusionOk="0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2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subTitle" idx="1"/>
          </p:nvPr>
        </p:nvSpPr>
        <p:spPr>
          <a:xfrm>
            <a:off x="1759875" y="1833925"/>
            <a:ext cx="2437200" cy="3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subTitle" idx="2"/>
          </p:nvPr>
        </p:nvSpPr>
        <p:spPr>
          <a:xfrm>
            <a:off x="1759875" y="2185449"/>
            <a:ext cx="24372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ubTitle" idx="3"/>
          </p:nvPr>
        </p:nvSpPr>
        <p:spPr>
          <a:xfrm>
            <a:off x="1759875" y="3213476"/>
            <a:ext cx="2437200" cy="3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endParaRPr/>
          </a:p>
        </p:txBody>
      </p:sp>
      <p:sp>
        <p:nvSpPr>
          <p:cNvPr id="74" name="Google Shape;74;p14"/>
          <p:cNvSpPr txBox="1">
            <a:spLocks noGrp="1"/>
          </p:cNvSpPr>
          <p:nvPr>
            <p:ph type="subTitle" idx="4"/>
          </p:nvPr>
        </p:nvSpPr>
        <p:spPr>
          <a:xfrm>
            <a:off x="1759875" y="3565000"/>
            <a:ext cx="24372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75" name="Google Shape;75;p14"/>
          <p:cNvSpPr/>
          <p:nvPr/>
        </p:nvSpPr>
        <p:spPr>
          <a:xfrm>
            <a:off x="720000" y="727800"/>
            <a:ext cx="5778000" cy="2724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77" name="Google Shape;77;p14"/>
          <p:cNvSpPr/>
          <p:nvPr/>
        </p:nvSpPr>
        <p:spPr>
          <a:xfrm rot="-1511913">
            <a:off x="6565550" y="3932284"/>
            <a:ext cx="4039901" cy="2967657"/>
          </a:xfrm>
          <a:custGeom>
            <a:avLst/>
            <a:gdLst/>
            <a:ahLst/>
            <a:cxnLst/>
            <a:rect l="l" t="t" r="r" b="b"/>
            <a:pathLst>
              <a:path w="151443" h="111248" extrusionOk="0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4"/>
          <p:cNvSpPr txBox="1">
            <a:spLocks noGrp="1"/>
          </p:cNvSpPr>
          <p:nvPr>
            <p:ph type="subTitle" idx="5"/>
          </p:nvPr>
        </p:nvSpPr>
        <p:spPr>
          <a:xfrm>
            <a:off x="5742675" y="1833925"/>
            <a:ext cx="2437200" cy="3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endParaRPr/>
          </a:p>
        </p:txBody>
      </p:sp>
      <p:sp>
        <p:nvSpPr>
          <p:cNvPr id="79" name="Google Shape;79;p14"/>
          <p:cNvSpPr txBox="1">
            <a:spLocks noGrp="1"/>
          </p:cNvSpPr>
          <p:nvPr>
            <p:ph type="subTitle" idx="6"/>
          </p:nvPr>
        </p:nvSpPr>
        <p:spPr>
          <a:xfrm>
            <a:off x="5742675" y="2185449"/>
            <a:ext cx="24372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subTitle" idx="7"/>
          </p:nvPr>
        </p:nvSpPr>
        <p:spPr>
          <a:xfrm>
            <a:off x="5742675" y="3213476"/>
            <a:ext cx="2437200" cy="3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subTitle" idx="8"/>
          </p:nvPr>
        </p:nvSpPr>
        <p:spPr>
          <a:xfrm>
            <a:off x="5742675" y="3565000"/>
            <a:ext cx="24372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1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>
            <a:spLocks noGrp="1"/>
          </p:cNvSpPr>
          <p:nvPr>
            <p:ph type="body" idx="1"/>
          </p:nvPr>
        </p:nvSpPr>
        <p:spPr>
          <a:xfrm>
            <a:off x="720000" y="1509750"/>
            <a:ext cx="3852000" cy="301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720000" y="727800"/>
            <a:ext cx="5778000" cy="2724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5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86" name="Google Shape;86;p15"/>
          <p:cNvSpPr/>
          <p:nvPr/>
        </p:nvSpPr>
        <p:spPr>
          <a:xfrm rot="-8581717" flipH="1">
            <a:off x="6085519" y="-1496329"/>
            <a:ext cx="4402909" cy="3234318"/>
          </a:xfrm>
          <a:custGeom>
            <a:avLst/>
            <a:gdLst/>
            <a:ahLst/>
            <a:cxnLst/>
            <a:rect l="l" t="t" r="r" b="b"/>
            <a:pathLst>
              <a:path w="151443" h="111248" extrusionOk="0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body" idx="2"/>
          </p:nvPr>
        </p:nvSpPr>
        <p:spPr>
          <a:xfrm>
            <a:off x="4572000" y="1509750"/>
            <a:ext cx="3852000" cy="301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3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720000" y="727800"/>
            <a:ext cx="5778000" cy="2724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6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91" name="Google Shape;91;p16"/>
          <p:cNvSpPr/>
          <p:nvPr/>
        </p:nvSpPr>
        <p:spPr>
          <a:xfrm rot="5779024">
            <a:off x="6674180" y="-1814790"/>
            <a:ext cx="4039660" cy="2967480"/>
          </a:xfrm>
          <a:custGeom>
            <a:avLst/>
            <a:gdLst/>
            <a:ahLst/>
            <a:cxnLst/>
            <a:rect l="l" t="t" r="r" b="b"/>
            <a:pathLst>
              <a:path w="151443" h="111248" extrusionOk="0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6"/>
          <p:cNvSpPr/>
          <p:nvPr/>
        </p:nvSpPr>
        <p:spPr>
          <a:xfrm rot="4073489">
            <a:off x="-2214151" y="3333524"/>
            <a:ext cx="4039961" cy="2967701"/>
          </a:xfrm>
          <a:custGeom>
            <a:avLst/>
            <a:gdLst/>
            <a:ahLst/>
            <a:cxnLst/>
            <a:rect l="l" t="t" r="r" b="b"/>
            <a:pathLst>
              <a:path w="151443" h="111248" extrusionOk="0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4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/>
          <p:nvPr/>
        </p:nvSpPr>
        <p:spPr>
          <a:xfrm>
            <a:off x="720000" y="727800"/>
            <a:ext cx="5778000" cy="2724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7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96" name="Google Shape;96;p17"/>
          <p:cNvSpPr/>
          <p:nvPr/>
        </p:nvSpPr>
        <p:spPr>
          <a:xfrm rot="-5923251">
            <a:off x="7241910" y="-943961"/>
            <a:ext cx="4040262" cy="2967923"/>
          </a:xfrm>
          <a:custGeom>
            <a:avLst/>
            <a:gdLst/>
            <a:ahLst/>
            <a:cxnLst/>
            <a:rect l="l" t="t" r="r" b="b"/>
            <a:pathLst>
              <a:path w="151443" h="111248" extrusionOk="0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subTitle" idx="1"/>
          </p:nvPr>
        </p:nvSpPr>
        <p:spPr>
          <a:xfrm>
            <a:off x="723900" y="1833925"/>
            <a:ext cx="2205600" cy="37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endParaRPr/>
          </a:p>
        </p:txBody>
      </p:sp>
      <p:sp>
        <p:nvSpPr>
          <p:cNvPr id="98" name="Google Shape;98;p17"/>
          <p:cNvSpPr txBox="1">
            <a:spLocks noGrp="1"/>
          </p:cNvSpPr>
          <p:nvPr>
            <p:ph type="subTitle" idx="2"/>
          </p:nvPr>
        </p:nvSpPr>
        <p:spPr>
          <a:xfrm>
            <a:off x="723900" y="2185450"/>
            <a:ext cx="2205600" cy="612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99" name="Google Shape;99;p17"/>
          <p:cNvSpPr txBox="1">
            <a:spLocks noGrp="1"/>
          </p:cNvSpPr>
          <p:nvPr>
            <p:ph type="subTitle" idx="3"/>
          </p:nvPr>
        </p:nvSpPr>
        <p:spPr>
          <a:xfrm>
            <a:off x="3470874" y="1833925"/>
            <a:ext cx="2205600" cy="37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endParaRPr/>
          </a:p>
        </p:txBody>
      </p:sp>
      <p:sp>
        <p:nvSpPr>
          <p:cNvPr id="100" name="Google Shape;100;p17"/>
          <p:cNvSpPr txBox="1">
            <a:spLocks noGrp="1"/>
          </p:cNvSpPr>
          <p:nvPr>
            <p:ph type="subTitle" idx="4"/>
          </p:nvPr>
        </p:nvSpPr>
        <p:spPr>
          <a:xfrm>
            <a:off x="3470875" y="2185450"/>
            <a:ext cx="2205600" cy="612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101" name="Google Shape;101;p17"/>
          <p:cNvSpPr txBox="1">
            <a:spLocks noGrp="1"/>
          </p:cNvSpPr>
          <p:nvPr>
            <p:ph type="subTitle" idx="5"/>
          </p:nvPr>
        </p:nvSpPr>
        <p:spPr>
          <a:xfrm>
            <a:off x="6217849" y="1833925"/>
            <a:ext cx="2205600" cy="37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endParaRPr/>
          </a:p>
        </p:txBody>
      </p:sp>
      <p:sp>
        <p:nvSpPr>
          <p:cNvPr id="102" name="Google Shape;102;p17"/>
          <p:cNvSpPr txBox="1">
            <a:spLocks noGrp="1"/>
          </p:cNvSpPr>
          <p:nvPr>
            <p:ph type="subTitle" idx="6"/>
          </p:nvPr>
        </p:nvSpPr>
        <p:spPr>
          <a:xfrm>
            <a:off x="6217850" y="2185450"/>
            <a:ext cx="2205600" cy="612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103" name="Google Shape;103;p17"/>
          <p:cNvSpPr txBox="1">
            <a:spLocks noGrp="1"/>
          </p:cNvSpPr>
          <p:nvPr>
            <p:ph type="subTitle" idx="7"/>
          </p:nvPr>
        </p:nvSpPr>
        <p:spPr>
          <a:xfrm>
            <a:off x="722225" y="3213476"/>
            <a:ext cx="2205600" cy="37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endParaRPr/>
          </a:p>
        </p:txBody>
      </p:sp>
      <p:sp>
        <p:nvSpPr>
          <p:cNvPr id="104" name="Google Shape;104;p17"/>
          <p:cNvSpPr txBox="1">
            <a:spLocks noGrp="1"/>
          </p:cNvSpPr>
          <p:nvPr>
            <p:ph type="subTitle" idx="8"/>
          </p:nvPr>
        </p:nvSpPr>
        <p:spPr>
          <a:xfrm>
            <a:off x="722225" y="3565000"/>
            <a:ext cx="2205600" cy="612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105" name="Google Shape;105;p17"/>
          <p:cNvSpPr txBox="1">
            <a:spLocks noGrp="1"/>
          </p:cNvSpPr>
          <p:nvPr>
            <p:ph type="subTitle" idx="9"/>
          </p:nvPr>
        </p:nvSpPr>
        <p:spPr>
          <a:xfrm>
            <a:off x="3469199" y="3213476"/>
            <a:ext cx="2205600" cy="37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endParaRPr/>
          </a:p>
        </p:txBody>
      </p:sp>
      <p:sp>
        <p:nvSpPr>
          <p:cNvPr id="106" name="Google Shape;106;p17"/>
          <p:cNvSpPr txBox="1">
            <a:spLocks noGrp="1"/>
          </p:cNvSpPr>
          <p:nvPr>
            <p:ph type="subTitle" idx="13"/>
          </p:nvPr>
        </p:nvSpPr>
        <p:spPr>
          <a:xfrm>
            <a:off x="3469200" y="3565000"/>
            <a:ext cx="2205600" cy="612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subTitle" idx="14"/>
          </p:nvPr>
        </p:nvSpPr>
        <p:spPr>
          <a:xfrm>
            <a:off x="6216174" y="3213476"/>
            <a:ext cx="2205600" cy="37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subTitle" idx="15"/>
          </p:nvPr>
        </p:nvSpPr>
        <p:spPr>
          <a:xfrm>
            <a:off x="6216175" y="3565000"/>
            <a:ext cx="2205600" cy="612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109" name="Google Shape;109;p17"/>
          <p:cNvSpPr/>
          <p:nvPr/>
        </p:nvSpPr>
        <p:spPr>
          <a:xfrm rot="-8371819">
            <a:off x="-1873976" y="4404423"/>
            <a:ext cx="4040141" cy="2967834"/>
          </a:xfrm>
          <a:custGeom>
            <a:avLst/>
            <a:gdLst/>
            <a:ahLst/>
            <a:cxnLst/>
            <a:rect l="l" t="t" r="r" b="b"/>
            <a:pathLst>
              <a:path w="151443" h="111248" extrusionOk="0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2">
  <p:cSld name="CUSTOM_13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>
            <a:spLocks noGrp="1"/>
          </p:cNvSpPr>
          <p:nvPr>
            <p:ph type="subTitle" idx="1"/>
          </p:nvPr>
        </p:nvSpPr>
        <p:spPr>
          <a:xfrm>
            <a:off x="720000" y="2548727"/>
            <a:ext cx="3261300" cy="122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8"/>
          <p:cNvSpPr txBox="1">
            <a:spLocks noGrp="1"/>
          </p:cNvSpPr>
          <p:nvPr>
            <p:ph type="title"/>
          </p:nvPr>
        </p:nvSpPr>
        <p:spPr>
          <a:xfrm>
            <a:off x="720000" y="1360990"/>
            <a:ext cx="3261300" cy="110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113" name="Google Shape;113;p18"/>
          <p:cNvSpPr/>
          <p:nvPr/>
        </p:nvSpPr>
        <p:spPr>
          <a:xfrm rot="-1956016">
            <a:off x="4873532" y="2411499"/>
            <a:ext cx="5697651" cy="4185418"/>
          </a:xfrm>
          <a:custGeom>
            <a:avLst/>
            <a:gdLst/>
            <a:ahLst/>
            <a:cxnLst/>
            <a:rect l="l" t="t" r="r" b="b"/>
            <a:pathLst>
              <a:path w="151443" h="111248" extrusionOk="0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8"/>
          <p:cNvSpPr/>
          <p:nvPr/>
        </p:nvSpPr>
        <p:spPr>
          <a:xfrm rot="8978585">
            <a:off x="-1778153" y="-1236583"/>
            <a:ext cx="4040147" cy="2967838"/>
          </a:xfrm>
          <a:custGeom>
            <a:avLst/>
            <a:gdLst/>
            <a:ahLst/>
            <a:cxnLst/>
            <a:rect l="l" t="t" r="r" b="b"/>
            <a:pathLst>
              <a:path w="151443" h="111248" extrusionOk="0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12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>
            <a:spLocks noGrp="1"/>
          </p:cNvSpPr>
          <p:nvPr>
            <p:ph type="title"/>
          </p:nvPr>
        </p:nvSpPr>
        <p:spPr>
          <a:xfrm>
            <a:off x="4769400" y="1432250"/>
            <a:ext cx="3654600" cy="9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117" name="Google Shape;117;p19"/>
          <p:cNvSpPr txBox="1"/>
          <p:nvPr/>
        </p:nvSpPr>
        <p:spPr>
          <a:xfrm>
            <a:off x="4769400" y="3515998"/>
            <a:ext cx="3654600" cy="9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CREDITS: 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including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illustrations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Stories</a:t>
            </a:r>
            <a:endParaRPr sz="12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8" name="Google Shape;118;p19"/>
          <p:cNvSpPr txBox="1">
            <a:spLocks noGrp="1"/>
          </p:cNvSpPr>
          <p:nvPr>
            <p:ph type="subTitle" idx="1"/>
          </p:nvPr>
        </p:nvSpPr>
        <p:spPr>
          <a:xfrm>
            <a:off x="4769400" y="2380376"/>
            <a:ext cx="3654600" cy="101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2">
  <p:cSld name="CUSTOM_9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/>
          <p:nvPr/>
        </p:nvSpPr>
        <p:spPr>
          <a:xfrm rot="-9843763" flipH="1">
            <a:off x="1210955" y="167965"/>
            <a:ext cx="7743762" cy="4660210"/>
          </a:xfrm>
          <a:custGeom>
            <a:avLst/>
            <a:gdLst/>
            <a:ahLst/>
            <a:cxnLst/>
            <a:rect l="l" t="t" r="r" b="b"/>
            <a:pathLst>
              <a:path w="159514" h="110474" extrusionOk="0">
                <a:moveTo>
                  <a:pt x="45147" y="0"/>
                </a:moveTo>
                <a:cubicBezTo>
                  <a:pt x="37611" y="0"/>
                  <a:pt x="30146" y="3378"/>
                  <a:pt x="22816" y="12595"/>
                </a:cubicBezTo>
                <a:cubicBezTo>
                  <a:pt x="0" y="41316"/>
                  <a:pt x="46700" y="90351"/>
                  <a:pt x="69249" y="103327"/>
                </a:cubicBezTo>
                <a:cubicBezTo>
                  <a:pt x="77689" y="108192"/>
                  <a:pt x="87067" y="110473"/>
                  <a:pt x="96471" y="110473"/>
                </a:cubicBezTo>
                <a:cubicBezTo>
                  <a:pt x="119178" y="110473"/>
                  <a:pt x="142032" y="97169"/>
                  <a:pt x="152175" y="74807"/>
                </a:cubicBezTo>
                <a:cubicBezTo>
                  <a:pt x="159147" y="59396"/>
                  <a:pt x="159514" y="43484"/>
                  <a:pt x="150307" y="30075"/>
                </a:cubicBezTo>
                <a:cubicBezTo>
                  <a:pt x="143020" y="19415"/>
                  <a:pt x="138448" y="16065"/>
                  <a:pt x="134265" y="16065"/>
                </a:cubicBezTo>
                <a:cubicBezTo>
                  <a:pt x="128185" y="16065"/>
                  <a:pt x="122926" y="23142"/>
                  <a:pt x="111346" y="25138"/>
                </a:cubicBezTo>
                <a:cubicBezTo>
                  <a:pt x="110039" y="25364"/>
                  <a:pt x="108728" y="25470"/>
                  <a:pt x="107413" y="25470"/>
                </a:cubicBezTo>
                <a:cubicBezTo>
                  <a:pt x="87055" y="25470"/>
                  <a:pt x="65838" y="0"/>
                  <a:pt x="45147" y="0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20"/>
          <p:cNvSpPr txBox="1">
            <a:spLocks noGrp="1"/>
          </p:cNvSpPr>
          <p:nvPr>
            <p:ph type="title"/>
          </p:nvPr>
        </p:nvSpPr>
        <p:spPr>
          <a:xfrm flipH="1">
            <a:off x="4168650" y="1723650"/>
            <a:ext cx="3626700" cy="1696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2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>
            <a:spLocks noGrp="1"/>
          </p:cNvSpPr>
          <p:nvPr>
            <p:ph type="title" hasCustomPrompt="1"/>
          </p:nvPr>
        </p:nvSpPr>
        <p:spPr>
          <a:xfrm>
            <a:off x="764102" y="1967402"/>
            <a:ext cx="885900" cy="7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4" name="Google Shape;124;p21"/>
          <p:cNvSpPr txBox="1">
            <a:spLocks noGrp="1"/>
          </p:cNvSpPr>
          <p:nvPr>
            <p:ph type="subTitle" idx="1"/>
          </p:nvPr>
        </p:nvSpPr>
        <p:spPr>
          <a:xfrm>
            <a:off x="1759875" y="1833925"/>
            <a:ext cx="2682600" cy="3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endParaRPr/>
          </a:p>
        </p:txBody>
      </p:sp>
      <p:sp>
        <p:nvSpPr>
          <p:cNvPr id="125" name="Google Shape;125;p21"/>
          <p:cNvSpPr txBox="1">
            <a:spLocks noGrp="1"/>
          </p:cNvSpPr>
          <p:nvPr>
            <p:ph type="subTitle" idx="2"/>
          </p:nvPr>
        </p:nvSpPr>
        <p:spPr>
          <a:xfrm>
            <a:off x="1759875" y="2185449"/>
            <a:ext cx="26826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126" name="Google Shape;126;p21"/>
          <p:cNvSpPr txBox="1">
            <a:spLocks noGrp="1"/>
          </p:cNvSpPr>
          <p:nvPr>
            <p:ph type="title" idx="3" hasCustomPrompt="1"/>
          </p:nvPr>
        </p:nvSpPr>
        <p:spPr>
          <a:xfrm>
            <a:off x="764102" y="3346952"/>
            <a:ext cx="885900" cy="7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7" name="Google Shape;127;p21"/>
          <p:cNvSpPr txBox="1">
            <a:spLocks noGrp="1"/>
          </p:cNvSpPr>
          <p:nvPr>
            <p:ph type="subTitle" idx="4"/>
          </p:nvPr>
        </p:nvSpPr>
        <p:spPr>
          <a:xfrm>
            <a:off x="1759875" y="3213476"/>
            <a:ext cx="2682600" cy="3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endParaRPr/>
          </a:p>
        </p:txBody>
      </p:sp>
      <p:sp>
        <p:nvSpPr>
          <p:cNvPr id="128" name="Google Shape;128;p21"/>
          <p:cNvSpPr txBox="1">
            <a:spLocks noGrp="1"/>
          </p:cNvSpPr>
          <p:nvPr>
            <p:ph type="subTitle" idx="5"/>
          </p:nvPr>
        </p:nvSpPr>
        <p:spPr>
          <a:xfrm>
            <a:off x="1759875" y="3565000"/>
            <a:ext cx="26826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129" name="Google Shape;129;p21"/>
          <p:cNvSpPr/>
          <p:nvPr/>
        </p:nvSpPr>
        <p:spPr>
          <a:xfrm>
            <a:off x="720000" y="727800"/>
            <a:ext cx="5778000" cy="2724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21"/>
          <p:cNvSpPr txBox="1">
            <a:spLocks noGrp="1"/>
          </p:cNvSpPr>
          <p:nvPr>
            <p:ph type="title" idx="6"/>
          </p:nvPr>
        </p:nvSpPr>
        <p:spPr>
          <a:xfrm>
            <a:off x="720000" y="387600"/>
            <a:ext cx="77040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131" name="Google Shape;131;p21"/>
          <p:cNvSpPr/>
          <p:nvPr/>
        </p:nvSpPr>
        <p:spPr>
          <a:xfrm rot="-9542052">
            <a:off x="7466404" y="-1156051"/>
            <a:ext cx="4039911" cy="2967664"/>
          </a:xfrm>
          <a:custGeom>
            <a:avLst/>
            <a:gdLst/>
            <a:ahLst/>
            <a:cxnLst/>
            <a:rect l="l" t="t" r="r" b="b"/>
            <a:pathLst>
              <a:path w="151443" h="111248" extrusionOk="0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21"/>
          <p:cNvSpPr/>
          <p:nvPr/>
        </p:nvSpPr>
        <p:spPr>
          <a:xfrm rot="3055103">
            <a:off x="-1997717" y="3749245"/>
            <a:ext cx="4039950" cy="2967693"/>
          </a:xfrm>
          <a:custGeom>
            <a:avLst/>
            <a:gdLst/>
            <a:ahLst/>
            <a:cxnLst/>
            <a:rect l="l" t="t" r="r" b="b"/>
            <a:pathLst>
              <a:path w="151443" h="111248" extrusionOk="0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21"/>
          <p:cNvSpPr txBox="1">
            <a:spLocks noGrp="1"/>
          </p:cNvSpPr>
          <p:nvPr>
            <p:ph type="title" idx="7" hasCustomPrompt="1"/>
          </p:nvPr>
        </p:nvSpPr>
        <p:spPr>
          <a:xfrm>
            <a:off x="4746900" y="1967402"/>
            <a:ext cx="885900" cy="7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4" name="Google Shape;134;p21"/>
          <p:cNvSpPr txBox="1">
            <a:spLocks noGrp="1"/>
          </p:cNvSpPr>
          <p:nvPr>
            <p:ph type="subTitle" idx="8"/>
          </p:nvPr>
        </p:nvSpPr>
        <p:spPr>
          <a:xfrm>
            <a:off x="5742673" y="1833925"/>
            <a:ext cx="2682600" cy="3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subTitle" idx="9"/>
          </p:nvPr>
        </p:nvSpPr>
        <p:spPr>
          <a:xfrm>
            <a:off x="5742673" y="2185449"/>
            <a:ext cx="26826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136" name="Google Shape;136;p21"/>
          <p:cNvSpPr txBox="1">
            <a:spLocks noGrp="1"/>
          </p:cNvSpPr>
          <p:nvPr>
            <p:ph type="title" idx="13" hasCustomPrompt="1"/>
          </p:nvPr>
        </p:nvSpPr>
        <p:spPr>
          <a:xfrm>
            <a:off x="4746900" y="3346952"/>
            <a:ext cx="885900" cy="7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7" name="Google Shape;137;p21"/>
          <p:cNvSpPr txBox="1">
            <a:spLocks noGrp="1"/>
          </p:cNvSpPr>
          <p:nvPr>
            <p:ph type="subTitle" idx="14"/>
          </p:nvPr>
        </p:nvSpPr>
        <p:spPr>
          <a:xfrm>
            <a:off x="5742673" y="3213476"/>
            <a:ext cx="2682600" cy="3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endParaRPr/>
          </a:p>
        </p:txBody>
      </p:sp>
      <p:sp>
        <p:nvSpPr>
          <p:cNvPr id="138" name="Google Shape;138;p21"/>
          <p:cNvSpPr txBox="1">
            <a:spLocks noGrp="1"/>
          </p:cNvSpPr>
          <p:nvPr>
            <p:ph type="subTitle" idx="15"/>
          </p:nvPr>
        </p:nvSpPr>
        <p:spPr>
          <a:xfrm>
            <a:off x="5742673" y="3565000"/>
            <a:ext cx="26826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2">
  <p:cSld name="CUSTOM_18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/>
          <p:nvPr/>
        </p:nvSpPr>
        <p:spPr>
          <a:xfrm>
            <a:off x="720000" y="727800"/>
            <a:ext cx="5778000" cy="2724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23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147" name="Google Shape;147;p23"/>
          <p:cNvSpPr/>
          <p:nvPr/>
        </p:nvSpPr>
        <p:spPr>
          <a:xfrm rot="-8100000">
            <a:off x="6361897" y="-1756516"/>
            <a:ext cx="4040369" cy="2968001"/>
          </a:xfrm>
          <a:custGeom>
            <a:avLst/>
            <a:gdLst/>
            <a:ahLst/>
            <a:cxnLst/>
            <a:rect l="l" t="t" r="r" b="b"/>
            <a:pathLst>
              <a:path w="151443" h="111248" extrusionOk="0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23"/>
          <p:cNvSpPr txBox="1">
            <a:spLocks noGrp="1"/>
          </p:cNvSpPr>
          <p:nvPr>
            <p:ph type="subTitle" idx="1"/>
          </p:nvPr>
        </p:nvSpPr>
        <p:spPr>
          <a:xfrm>
            <a:off x="723802" y="2074749"/>
            <a:ext cx="2076000" cy="37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endParaRPr/>
          </a:p>
        </p:txBody>
      </p:sp>
      <p:sp>
        <p:nvSpPr>
          <p:cNvPr id="149" name="Google Shape;149;p23"/>
          <p:cNvSpPr txBox="1">
            <a:spLocks noGrp="1"/>
          </p:cNvSpPr>
          <p:nvPr>
            <p:ph type="subTitle" idx="2"/>
          </p:nvPr>
        </p:nvSpPr>
        <p:spPr>
          <a:xfrm>
            <a:off x="723802" y="2426274"/>
            <a:ext cx="2076000" cy="612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150" name="Google Shape;150;p23"/>
          <p:cNvSpPr txBox="1">
            <a:spLocks noGrp="1"/>
          </p:cNvSpPr>
          <p:nvPr>
            <p:ph type="subTitle" idx="3"/>
          </p:nvPr>
        </p:nvSpPr>
        <p:spPr>
          <a:xfrm>
            <a:off x="2938139" y="2074749"/>
            <a:ext cx="2076000" cy="37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endParaRPr/>
          </a:p>
        </p:txBody>
      </p:sp>
      <p:sp>
        <p:nvSpPr>
          <p:cNvPr id="151" name="Google Shape;151;p23"/>
          <p:cNvSpPr txBox="1">
            <a:spLocks noGrp="1"/>
          </p:cNvSpPr>
          <p:nvPr>
            <p:ph type="subTitle" idx="4"/>
          </p:nvPr>
        </p:nvSpPr>
        <p:spPr>
          <a:xfrm>
            <a:off x="2938139" y="2426274"/>
            <a:ext cx="2076000" cy="612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152" name="Google Shape;152;p23"/>
          <p:cNvSpPr txBox="1">
            <a:spLocks noGrp="1"/>
          </p:cNvSpPr>
          <p:nvPr>
            <p:ph type="subTitle" idx="5"/>
          </p:nvPr>
        </p:nvSpPr>
        <p:spPr>
          <a:xfrm>
            <a:off x="722225" y="3454301"/>
            <a:ext cx="2076000" cy="37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endParaRPr/>
          </a:p>
        </p:txBody>
      </p:sp>
      <p:sp>
        <p:nvSpPr>
          <p:cNvPr id="153" name="Google Shape;153;p23"/>
          <p:cNvSpPr txBox="1">
            <a:spLocks noGrp="1"/>
          </p:cNvSpPr>
          <p:nvPr>
            <p:ph type="subTitle" idx="6"/>
          </p:nvPr>
        </p:nvSpPr>
        <p:spPr>
          <a:xfrm>
            <a:off x="722225" y="3805824"/>
            <a:ext cx="2076000" cy="612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154" name="Google Shape;154;p23"/>
          <p:cNvSpPr txBox="1">
            <a:spLocks noGrp="1"/>
          </p:cNvSpPr>
          <p:nvPr>
            <p:ph type="subTitle" idx="7"/>
          </p:nvPr>
        </p:nvSpPr>
        <p:spPr>
          <a:xfrm>
            <a:off x="2938139" y="3454301"/>
            <a:ext cx="2076000" cy="37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endParaRPr/>
          </a:p>
        </p:txBody>
      </p:sp>
      <p:sp>
        <p:nvSpPr>
          <p:cNvPr id="155" name="Google Shape;155;p23"/>
          <p:cNvSpPr txBox="1">
            <a:spLocks noGrp="1"/>
          </p:cNvSpPr>
          <p:nvPr>
            <p:ph type="subTitle" idx="8"/>
          </p:nvPr>
        </p:nvSpPr>
        <p:spPr>
          <a:xfrm>
            <a:off x="2938139" y="3805824"/>
            <a:ext cx="2076000" cy="612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156" name="Google Shape;156;p23"/>
          <p:cNvSpPr/>
          <p:nvPr/>
        </p:nvSpPr>
        <p:spPr>
          <a:xfrm rot="-8371819">
            <a:off x="7449274" y="4404423"/>
            <a:ext cx="4040141" cy="2967834"/>
          </a:xfrm>
          <a:custGeom>
            <a:avLst/>
            <a:gdLst/>
            <a:ahLst/>
            <a:cxnLst/>
            <a:rect l="l" t="t" r="r" b="b"/>
            <a:pathLst>
              <a:path w="151443" h="111248" extrusionOk="0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noFill/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390930"/>
            <a:ext cx="77040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Black"/>
              <a:buNone/>
              <a:defRPr sz="32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Black"/>
              <a:buNone/>
              <a:defRPr sz="32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Black"/>
              <a:buNone/>
              <a:defRPr sz="32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Black"/>
              <a:buNone/>
              <a:defRPr sz="32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Black"/>
              <a:buNone/>
              <a:defRPr sz="32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Black"/>
              <a:buNone/>
              <a:defRPr sz="32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Black"/>
              <a:buNone/>
              <a:defRPr sz="32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Black"/>
              <a:buNone/>
              <a:defRPr sz="32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Black"/>
              <a:buNone/>
              <a:defRPr sz="32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300850"/>
            <a:ext cx="7704000" cy="32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9" r:id="rId2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2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/>
          <p:nvPr/>
        </p:nvSpPr>
        <p:spPr>
          <a:xfrm>
            <a:off x="12812293" y="872774"/>
            <a:ext cx="144983" cy="272315"/>
          </a:xfrm>
          <a:custGeom>
            <a:avLst/>
            <a:gdLst/>
            <a:ahLst/>
            <a:cxnLst/>
            <a:rect l="l" t="t" r="r" b="b"/>
            <a:pathLst>
              <a:path w="739" h="1388" extrusionOk="0">
                <a:moveTo>
                  <a:pt x="36" y="1"/>
                </a:moveTo>
                <a:cubicBezTo>
                  <a:pt x="27" y="1"/>
                  <a:pt x="18" y="7"/>
                  <a:pt x="12" y="18"/>
                </a:cubicBezTo>
                <a:cubicBezTo>
                  <a:pt x="1" y="30"/>
                  <a:pt x="1" y="42"/>
                  <a:pt x="12" y="54"/>
                </a:cubicBezTo>
                <a:cubicBezTo>
                  <a:pt x="405" y="590"/>
                  <a:pt x="679" y="1352"/>
                  <a:pt x="703" y="1364"/>
                </a:cubicBezTo>
                <a:cubicBezTo>
                  <a:pt x="679" y="1388"/>
                  <a:pt x="715" y="1388"/>
                  <a:pt x="727" y="1388"/>
                </a:cubicBezTo>
                <a:cubicBezTo>
                  <a:pt x="739" y="1364"/>
                  <a:pt x="739" y="1352"/>
                  <a:pt x="739" y="1340"/>
                </a:cubicBezTo>
                <a:cubicBezTo>
                  <a:pt x="739" y="1328"/>
                  <a:pt x="453" y="554"/>
                  <a:pt x="60" y="18"/>
                </a:cubicBezTo>
                <a:cubicBezTo>
                  <a:pt x="54" y="7"/>
                  <a:pt x="45" y="1"/>
                  <a:pt x="36" y="1"/>
                </a:cubicBezTo>
                <a:close/>
              </a:path>
            </a:pathLst>
          </a:custGeom>
          <a:solidFill>
            <a:srgbClr val="FEF8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26"/>
          <p:cNvSpPr/>
          <p:nvPr/>
        </p:nvSpPr>
        <p:spPr>
          <a:xfrm>
            <a:off x="12634741" y="984406"/>
            <a:ext cx="165975" cy="226210"/>
          </a:xfrm>
          <a:custGeom>
            <a:avLst/>
            <a:gdLst/>
            <a:ahLst/>
            <a:cxnLst/>
            <a:rect l="l" t="t" r="r" b="b"/>
            <a:pathLst>
              <a:path w="846" h="1153" extrusionOk="0">
                <a:moveTo>
                  <a:pt x="804" y="0"/>
                </a:moveTo>
                <a:cubicBezTo>
                  <a:pt x="798" y="0"/>
                  <a:pt x="792" y="3"/>
                  <a:pt x="786" y="9"/>
                </a:cubicBezTo>
                <a:cubicBezTo>
                  <a:pt x="751" y="21"/>
                  <a:pt x="179" y="497"/>
                  <a:pt x="1" y="1116"/>
                </a:cubicBezTo>
                <a:cubicBezTo>
                  <a:pt x="1" y="1128"/>
                  <a:pt x="1" y="1140"/>
                  <a:pt x="24" y="1152"/>
                </a:cubicBezTo>
                <a:cubicBezTo>
                  <a:pt x="24" y="1140"/>
                  <a:pt x="36" y="1140"/>
                  <a:pt x="60" y="1140"/>
                </a:cubicBezTo>
                <a:lnTo>
                  <a:pt x="72" y="1128"/>
                </a:lnTo>
                <a:cubicBezTo>
                  <a:pt x="251" y="533"/>
                  <a:pt x="822" y="57"/>
                  <a:pt x="822" y="57"/>
                </a:cubicBezTo>
                <a:cubicBezTo>
                  <a:pt x="846" y="45"/>
                  <a:pt x="846" y="21"/>
                  <a:pt x="822" y="9"/>
                </a:cubicBezTo>
                <a:cubicBezTo>
                  <a:pt x="816" y="3"/>
                  <a:pt x="810" y="0"/>
                  <a:pt x="804" y="0"/>
                </a:cubicBezTo>
                <a:close/>
              </a:path>
            </a:pathLst>
          </a:custGeom>
          <a:solidFill>
            <a:srgbClr val="FEF8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6"/>
          <p:cNvSpPr/>
          <p:nvPr/>
        </p:nvSpPr>
        <p:spPr>
          <a:xfrm>
            <a:off x="12359096" y="2644566"/>
            <a:ext cx="116928" cy="53953"/>
          </a:xfrm>
          <a:custGeom>
            <a:avLst/>
            <a:gdLst/>
            <a:ahLst/>
            <a:cxnLst/>
            <a:rect l="l" t="t" r="r" b="b"/>
            <a:pathLst>
              <a:path w="596" h="275" fill="none" extrusionOk="0">
                <a:moveTo>
                  <a:pt x="1" y="274"/>
                </a:moveTo>
                <a:cubicBezTo>
                  <a:pt x="191" y="179"/>
                  <a:pt x="394" y="96"/>
                  <a:pt x="596" y="0"/>
                </a:cubicBezTo>
              </a:path>
            </a:pathLst>
          </a:custGeom>
          <a:noFill/>
          <a:ln w="4475" cap="rnd" cmpd="sng">
            <a:solidFill>
              <a:srgbClr val="2AB59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8" name="Google Shape;168;p26"/>
          <p:cNvGrpSpPr/>
          <p:nvPr/>
        </p:nvGrpSpPr>
        <p:grpSpPr>
          <a:xfrm>
            <a:off x="4320375" y="-91575"/>
            <a:ext cx="5011568" cy="4809645"/>
            <a:chOff x="3512637" y="-432878"/>
            <a:chExt cx="5312241" cy="5098203"/>
          </a:xfrm>
        </p:grpSpPr>
        <p:sp>
          <p:nvSpPr>
            <p:cNvPr id="169" name="Google Shape;169;p26"/>
            <p:cNvSpPr/>
            <p:nvPr/>
          </p:nvSpPr>
          <p:spPr>
            <a:xfrm rot="2240827">
              <a:off x="4027772" y="543484"/>
              <a:ext cx="4281972" cy="3145479"/>
            </a:xfrm>
            <a:custGeom>
              <a:avLst/>
              <a:gdLst/>
              <a:ahLst/>
              <a:cxnLst/>
              <a:rect l="l" t="t" r="r" b="b"/>
              <a:pathLst>
                <a:path w="151443" h="111248" extrusionOk="0">
                  <a:moveTo>
                    <a:pt x="121092" y="1"/>
                  </a:moveTo>
                  <a:cubicBezTo>
                    <a:pt x="118111" y="1"/>
                    <a:pt x="114831" y="806"/>
                    <a:pt x="111247" y="2660"/>
                  </a:cubicBezTo>
                  <a:cubicBezTo>
                    <a:pt x="97971" y="9532"/>
                    <a:pt x="97037" y="24476"/>
                    <a:pt x="78890" y="25377"/>
                  </a:cubicBezTo>
                  <a:cubicBezTo>
                    <a:pt x="77070" y="25468"/>
                    <a:pt x="75284" y="25506"/>
                    <a:pt x="73527" y="25506"/>
                  </a:cubicBezTo>
                  <a:cubicBezTo>
                    <a:pt x="64901" y="25506"/>
                    <a:pt x="56984" y="24592"/>
                    <a:pt x="49133" y="24592"/>
                  </a:cubicBezTo>
                  <a:cubicBezTo>
                    <a:pt x="39865" y="24592"/>
                    <a:pt x="30689" y="25865"/>
                    <a:pt x="20549" y="31414"/>
                  </a:cubicBezTo>
                  <a:cubicBezTo>
                    <a:pt x="3436" y="40788"/>
                    <a:pt x="1" y="54497"/>
                    <a:pt x="3303" y="70576"/>
                  </a:cubicBezTo>
                  <a:cubicBezTo>
                    <a:pt x="8984" y="98326"/>
                    <a:pt x="32934" y="111248"/>
                    <a:pt x="60420" y="111248"/>
                  </a:cubicBezTo>
                  <a:cubicBezTo>
                    <a:pt x="72152" y="111248"/>
                    <a:pt x="84528" y="108893"/>
                    <a:pt x="96403" y="104333"/>
                  </a:cubicBezTo>
                  <a:cubicBezTo>
                    <a:pt x="134030" y="89889"/>
                    <a:pt x="151442" y="56599"/>
                    <a:pt x="142936" y="23308"/>
                  </a:cubicBezTo>
                  <a:cubicBezTo>
                    <a:pt x="140341" y="13221"/>
                    <a:pt x="133174" y="1"/>
                    <a:pt x="12109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6"/>
            <p:cNvSpPr/>
            <p:nvPr/>
          </p:nvSpPr>
          <p:spPr>
            <a:xfrm>
              <a:off x="4157823" y="4337661"/>
              <a:ext cx="4571587" cy="266944"/>
            </a:xfrm>
            <a:custGeom>
              <a:avLst/>
              <a:gdLst/>
              <a:ahLst/>
              <a:cxnLst/>
              <a:rect l="l" t="t" r="r" b="b"/>
              <a:pathLst>
                <a:path w="161683" h="9441" extrusionOk="0">
                  <a:moveTo>
                    <a:pt x="80825" y="1"/>
                  </a:moveTo>
                  <a:cubicBezTo>
                    <a:pt x="36193" y="1"/>
                    <a:pt x="1" y="2136"/>
                    <a:pt x="1" y="4738"/>
                  </a:cubicBezTo>
                  <a:cubicBezTo>
                    <a:pt x="1" y="7339"/>
                    <a:pt x="36193" y="9441"/>
                    <a:pt x="80859" y="9441"/>
                  </a:cubicBezTo>
                  <a:cubicBezTo>
                    <a:pt x="125490" y="9441"/>
                    <a:pt x="161683" y="7339"/>
                    <a:pt x="161683" y="4738"/>
                  </a:cubicBezTo>
                  <a:cubicBezTo>
                    <a:pt x="161683" y="2136"/>
                    <a:pt x="125490" y="1"/>
                    <a:pt x="808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6"/>
            <p:cNvSpPr/>
            <p:nvPr/>
          </p:nvSpPr>
          <p:spPr>
            <a:xfrm>
              <a:off x="5291538" y="3104107"/>
              <a:ext cx="343343" cy="559053"/>
            </a:xfrm>
            <a:custGeom>
              <a:avLst/>
              <a:gdLst/>
              <a:ahLst/>
              <a:cxnLst/>
              <a:rect l="l" t="t" r="r" b="b"/>
              <a:pathLst>
                <a:path w="12143" h="19772" extrusionOk="0">
                  <a:moveTo>
                    <a:pt x="4570" y="1"/>
                  </a:moveTo>
                  <a:cubicBezTo>
                    <a:pt x="4250" y="1"/>
                    <a:pt x="3936" y="42"/>
                    <a:pt x="3636" y="130"/>
                  </a:cubicBezTo>
                  <a:cubicBezTo>
                    <a:pt x="1468" y="797"/>
                    <a:pt x="0" y="3799"/>
                    <a:pt x="767" y="6334"/>
                  </a:cubicBezTo>
                  <a:cubicBezTo>
                    <a:pt x="2731" y="12857"/>
                    <a:pt x="6557" y="19771"/>
                    <a:pt x="9166" y="19771"/>
                  </a:cubicBezTo>
                  <a:cubicBezTo>
                    <a:pt x="9306" y="19771"/>
                    <a:pt x="9442" y="19751"/>
                    <a:pt x="9574" y="19711"/>
                  </a:cubicBezTo>
                  <a:cubicBezTo>
                    <a:pt x="12142" y="18944"/>
                    <a:pt x="11542" y="10638"/>
                    <a:pt x="9440" y="3799"/>
                  </a:cubicBezTo>
                  <a:cubicBezTo>
                    <a:pt x="8779" y="1615"/>
                    <a:pt x="6558" y="1"/>
                    <a:pt x="45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6"/>
            <p:cNvSpPr/>
            <p:nvPr/>
          </p:nvSpPr>
          <p:spPr>
            <a:xfrm>
              <a:off x="4559639" y="2937992"/>
              <a:ext cx="1007325" cy="1317643"/>
            </a:xfrm>
            <a:custGeom>
              <a:avLst/>
              <a:gdLst/>
              <a:ahLst/>
              <a:cxnLst/>
              <a:rect l="l" t="t" r="r" b="b"/>
              <a:pathLst>
                <a:path w="35626" h="46601" extrusionOk="0">
                  <a:moveTo>
                    <a:pt x="17813" y="1"/>
                  </a:moveTo>
                  <a:cubicBezTo>
                    <a:pt x="8906" y="1"/>
                    <a:pt x="0" y="5571"/>
                    <a:pt x="0" y="11609"/>
                  </a:cubicBezTo>
                  <a:cubicBezTo>
                    <a:pt x="0" y="27921"/>
                    <a:pt x="7239" y="46601"/>
                    <a:pt x="17813" y="46601"/>
                  </a:cubicBezTo>
                  <a:cubicBezTo>
                    <a:pt x="28420" y="46601"/>
                    <a:pt x="35625" y="27921"/>
                    <a:pt x="35625" y="11609"/>
                  </a:cubicBezTo>
                  <a:cubicBezTo>
                    <a:pt x="35625" y="5571"/>
                    <a:pt x="26719" y="1"/>
                    <a:pt x="178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6"/>
            <p:cNvSpPr/>
            <p:nvPr/>
          </p:nvSpPr>
          <p:spPr>
            <a:xfrm>
              <a:off x="4869929" y="2937992"/>
              <a:ext cx="436707" cy="65174"/>
            </a:xfrm>
            <a:custGeom>
              <a:avLst/>
              <a:gdLst/>
              <a:ahLst/>
              <a:cxnLst/>
              <a:rect l="l" t="t" r="r" b="b"/>
              <a:pathLst>
                <a:path w="15445" h="2305" extrusionOk="0">
                  <a:moveTo>
                    <a:pt x="6839" y="1"/>
                  </a:moveTo>
                  <a:cubicBezTo>
                    <a:pt x="4537" y="1"/>
                    <a:pt x="2202" y="368"/>
                    <a:pt x="1" y="1068"/>
                  </a:cubicBezTo>
                  <a:cubicBezTo>
                    <a:pt x="2799" y="1872"/>
                    <a:pt x="5721" y="2304"/>
                    <a:pt x="8648" y="2304"/>
                  </a:cubicBezTo>
                  <a:cubicBezTo>
                    <a:pt x="8756" y="2304"/>
                    <a:pt x="8865" y="2304"/>
                    <a:pt x="8974" y="2302"/>
                  </a:cubicBezTo>
                  <a:cubicBezTo>
                    <a:pt x="11142" y="2302"/>
                    <a:pt x="13310" y="2102"/>
                    <a:pt x="15445" y="1702"/>
                  </a:cubicBezTo>
                  <a:cubicBezTo>
                    <a:pt x="12710" y="601"/>
                    <a:pt x="9774" y="1"/>
                    <a:pt x="68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6"/>
            <p:cNvSpPr/>
            <p:nvPr/>
          </p:nvSpPr>
          <p:spPr>
            <a:xfrm>
              <a:off x="4559639" y="3148329"/>
              <a:ext cx="208443" cy="510279"/>
            </a:xfrm>
            <a:custGeom>
              <a:avLst/>
              <a:gdLst/>
              <a:ahLst/>
              <a:cxnLst/>
              <a:rect l="l" t="t" r="r" b="b"/>
              <a:pathLst>
                <a:path w="7372" h="18047" extrusionOk="0">
                  <a:moveTo>
                    <a:pt x="3903" y="0"/>
                  </a:moveTo>
                  <a:lnTo>
                    <a:pt x="0" y="4170"/>
                  </a:lnTo>
                  <a:cubicBezTo>
                    <a:pt x="0" y="8840"/>
                    <a:pt x="567" y="13477"/>
                    <a:pt x="1635" y="18047"/>
                  </a:cubicBezTo>
                  <a:cubicBezTo>
                    <a:pt x="4003" y="15578"/>
                    <a:pt x="6471" y="10808"/>
                    <a:pt x="6905" y="6138"/>
                  </a:cubicBezTo>
                  <a:cubicBezTo>
                    <a:pt x="7372" y="1168"/>
                    <a:pt x="6104" y="634"/>
                    <a:pt x="39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6"/>
            <p:cNvSpPr/>
            <p:nvPr/>
          </p:nvSpPr>
          <p:spPr>
            <a:xfrm>
              <a:off x="4423806" y="3092458"/>
              <a:ext cx="424464" cy="523851"/>
            </a:xfrm>
            <a:custGeom>
              <a:avLst/>
              <a:gdLst/>
              <a:ahLst/>
              <a:cxnLst/>
              <a:rect l="l" t="t" r="r" b="b"/>
              <a:pathLst>
                <a:path w="15012" h="18527" extrusionOk="0">
                  <a:moveTo>
                    <a:pt x="10410" y="1"/>
                  </a:moveTo>
                  <a:cubicBezTo>
                    <a:pt x="8656" y="1"/>
                    <a:pt x="6727" y="1011"/>
                    <a:pt x="5805" y="2710"/>
                  </a:cubicBezTo>
                  <a:cubicBezTo>
                    <a:pt x="2336" y="8948"/>
                    <a:pt x="1" y="17054"/>
                    <a:pt x="2369" y="18355"/>
                  </a:cubicBezTo>
                  <a:cubicBezTo>
                    <a:pt x="2581" y="18471"/>
                    <a:pt x="2819" y="18527"/>
                    <a:pt x="3078" y="18527"/>
                  </a:cubicBezTo>
                  <a:cubicBezTo>
                    <a:pt x="5712" y="18527"/>
                    <a:pt x="10585" y="12790"/>
                    <a:pt x="13744" y="7080"/>
                  </a:cubicBezTo>
                  <a:cubicBezTo>
                    <a:pt x="15011" y="4778"/>
                    <a:pt x="14211" y="1543"/>
                    <a:pt x="12243" y="442"/>
                  </a:cubicBezTo>
                  <a:cubicBezTo>
                    <a:pt x="11698" y="142"/>
                    <a:pt x="11066" y="1"/>
                    <a:pt x="104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6"/>
            <p:cNvSpPr/>
            <p:nvPr/>
          </p:nvSpPr>
          <p:spPr>
            <a:xfrm>
              <a:off x="4756744" y="3097406"/>
              <a:ext cx="766846" cy="998843"/>
            </a:xfrm>
            <a:custGeom>
              <a:avLst/>
              <a:gdLst/>
              <a:ahLst/>
              <a:cxnLst/>
              <a:rect l="l" t="t" r="r" b="b"/>
              <a:pathLst>
                <a:path w="27121" h="35326" extrusionOk="0">
                  <a:moveTo>
                    <a:pt x="13544" y="467"/>
                  </a:moveTo>
                  <a:cubicBezTo>
                    <a:pt x="20148" y="467"/>
                    <a:pt x="26620" y="4670"/>
                    <a:pt x="26620" y="8940"/>
                  </a:cubicBezTo>
                  <a:cubicBezTo>
                    <a:pt x="26620" y="21182"/>
                    <a:pt x="21249" y="34825"/>
                    <a:pt x="13544" y="34825"/>
                  </a:cubicBezTo>
                  <a:cubicBezTo>
                    <a:pt x="5838" y="34825"/>
                    <a:pt x="468" y="21182"/>
                    <a:pt x="468" y="8940"/>
                  </a:cubicBezTo>
                  <a:cubicBezTo>
                    <a:pt x="468" y="4637"/>
                    <a:pt x="6939" y="467"/>
                    <a:pt x="13544" y="467"/>
                  </a:cubicBezTo>
                  <a:close/>
                  <a:moveTo>
                    <a:pt x="13544" y="0"/>
                  </a:moveTo>
                  <a:cubicBezTo>
                    <a:pt x="6572" y="0"/>
                    <a:pt x="1" y="4337"/>
                    <a:pt x="1" y="8940"/>
                  </a:cubicBezTo>
                  <a:cubicBezTo>
                    <a:pt x="1" y="21415"/>
                    <a:pt x="5571" y="35325"/>
                    <a:pt x="13544" y="35325"/>
                  </a:cubicBezTo>
                  <a:cubicBezTo>
                    <a:pt x="21549" y="35325"/>
                    <a:pt x="27120" y="21415"/>
                    <a:pt x="27120" y="8940"/>
                  </a:cubicBezTo>
                  <a:cubicBezTo>
                    <a:pt x="27120" y="4337"/>
                    <a:pt x="20515" y="0"/>
                    <a:pt x="135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6"/>
            <p:cNvSpPr/>
            <p:nvPr/>
          </p:nvSpPr>
          <p:spPr>
            <a:xfrm>
              <a:off x="5133084" y="3099272"/>
              <a:ext cx="100942" cy="991321"/>
            </a:xfrm>
            <a:custGeom>
              <a:avLst/>
              <a:gdLst/>
              <a:ahLst/>
              <a:cxnLst/>
              <a:rect l="l" t="t" r="r" b="b"/>
              <a:pathLst>
                <a:path w="3570" h="35060" extrusionOk="0">
                  <a:moveTo>
                    <a:pt x="434" y="1"/>
                  </a:moveTo>
                  <a:lnTo>
                    <a:pt x="67" y="368"/>
                  </a:lnTo>
                  <a:cubicBezTo>
                    <a:pt x="2369" y="2636"/>
                    <a:pt x="3202" y="21316"/>
                    <a:pt x="0" y="34959"/>
                  </a:cubicBezTo>
                  <a:lnTo>
                    <a:pt x="501" y="35059"/>
                  </a:lnTo>
                  <a:cubicBezTo>
                    <a:pt x="3569" y="21917"/>
                    <a:pt x="3069" y="2669"/>
                    <a:pt x="4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6"/>
            <p:cNvSpPr/>
            <p:nvPr/>
          </p:nvSpPr>
          <p:spPr>
            <a:xfrm>
              <a:off x="4926507" y="3866090"/>
              <a:ext cx="27398" cy="29745"/>
            </a:xfrm>
            <a:custGeom>
              <a:avLst/>
              <a:gdLst/>
              <a:ahLst/>
              <a:cxnLst/>
              <a:rect l="l" t="t" r="r" b="b"/>
              <a:pathLst>
                <a:path w="969" h="1052" extrusionOk="0">
                  <a:moveTo>
                    <a:pt x="276" y="0"/>
                  </a:moveTo>
                  <a:cubicBezTo>
                    <a:pt x="235" y="0"/>
                    <a:pt x="198" y="11"/>
                    <a:pt x="168" y="34"/>
                  </a:cubicBezTo>
                  <a:cubicBezTo>
                    <a:pt x="1" y="134"/>
                    <a:pt x="34" y="434"/>
                    <a:pt x="201" y="701"/>
                  </a:cubicBezTo>
                  <a:cubicBezTo>
                    <a:pt x="367" y="922"/>
                    <a:pt x="578" y="1051"/>
                    <a:pt x="722" y="1051"/>
                  </a:cubicBezTo>
                  <a:cubicBezTo>
                    <a:pt x="752" y="1051"/>
                    <a:pt x="779" y="1046"/>
                    <a:pt x="802" y="1034"/>
                  </a:cubicBezTo>
                  <a:cubicBezTo>
                    <a:pt x="968" y="934"/>
                    <a:pt x="935" y="601"/>
                    <a:pt x="768" y="334"/>
                  </a:cubicBezTo>
                  <a:cubicBezTo>
                    <a:pt x="613" y="127"/>
                    <a:pt x="418" y="0"/>
                    <a:pt x="2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26"/>
            <p:cNvSpPr/>
            <p:nvPr/>
          </p:nvSpPr>
          <p:spPr>
            <a:xfrm>
              <a:off x="4953877" y="3906665"/>
              <a:ext cx="26437" cy="30085"/>
            </a:xfrm>
            <a:custGeom>
              <a:avLst/>
              <a:gdLst/>
              <a:ahLst/>
              <a:cxnLst/>
              <a:rect l="l" t="t" r="r" b="b"/>
              <a:pathLst>
                <a:path w="935" h="1064" extrusionOk="0">
                  <a:moveTo>
                    <a:pt x="257" y="0"/>
                  </a:moveTo>
                  <a:cubicBezTo>
                    <a:pt x="212" y="0"/>
                    <a:pt x="171" y="11"/>
                    <a:pt x="134" y="33"/>
                  </a:cubicBezTo>
                  <a:cubicBezTo>
                    <a:pt x="0" y="133"/>
                    <a:pt x="34" y="433"/>
                    <a:pt x="200" y="700"/>
                  </a:cubicBezTo>
                  <a:cubicBezTo>
                    <a:pt x="334" y="914"/>
                    <a:pt x="531" y="1063"/>
                    <a:pt x="690" y="1063"/>
                  </a:cubicBezTo>
                  <a:cubicBezTo>
                    <a:pt x="730" y="1063"/>
                    <a:pt x="768" y="1054"/>
                    <a:pt x="801" y="1034"/>
                  </a:cubicBezTo>
                  <a:cubicBezTo>
                    <a:pt x="934" y="934"/>
                    <a:pt x="934" y="633"/>
                    <a:pt x="734" y="367"/>
                  </a:cubicBezTo>
                  <a:cubicBezTo>
                    <a:pt x="604" y="133"/>
                    <a:pt x="414" y="0"/>
                    <a:pt x="2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26"/>
            <p:cNvSpPr/>
            <p:nvPr/>
          </p:nvSpPr>
          <p:spPr>
            <a:xfrm>
              <a:off x="4968976" y="3867985"/>
              <a:ext cx="26437" cy="29236"/>
            </a:xfrm>
            <a:custGeom>
              <a:avLst/>
              <a:gdLst/>
              <a:ahLst/>
              <a:cxnLst/>
              <a:rect l="l" t="t" r="r" b="b"/>
              <a:pathLst>
                <a:path w="935" h="1034" extrusionOk="0">
                  <a:moveTo>
                    <a:pt x="259" y="0"/>
                  </a:moveTo>
                  <a:cubicBezTo>
                    <a:pt x="214" y="0"/>
                    <a:pt x="171" y="11"/>
                    <a:pt x="133" y="33"/>
                  </a:cubicBezTo>
                  <a:cubicBezTo>
                    <a:pt x="0" y="133"/>
                    <a:pt x="0" y="434"/>
                    <a:pt x="200" y="700"/>
                  </a:cubicBezTo>
                  <a:cubicBezTo>
                    <a:pt x="329" y="907"/>
                    <a:pt x="519" y="1034"/>
                    <a:pt x="675" y="1034"/>
                  </a:cubicBezTo>
                  <a:cubicBezTo>
                    <a:pt x="720" y="1034"/>
                    <a:pt x="763" y="1023"/>
                    <a:pt x="801" y="1001"/>
                  </a:cubicBezTo>
                  <a:cubicBezTo>
                    <a:pt x="934" y="901"/>
                    <a:pt x="934" y="600"/>
                    <a:pt x="734" y="334"/>
                  </a:cubicBezTo>
                  <a:cubicBezTo>
                    <a:pt x="605" y="127"/>
                    <a:pt x="415" y="0"/>
                    <a:pt x="2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6"/>
            <p:cNvSpPr/>
            <p:nvPr/>
          </p:nvSpPr>
          <p:spPr>
            <a:xfrm>
              <a:off x="4996318" y="3908531"/>
              <a:ext cx="26437" cy="30085"/>
            </a:xfrm>
            <a:custGeom>
              <a:avLst/>
              <a:gdLst/>
              <a:ahLst/>
              <a:cxnLst/>
              <a:rect l="l" t="t" r="r" b="b"/>
              <a:pathLst>
                <a:path w="935" h="1064" extrusionOk="0">
                  <a:moveTo>
                    <a:pt x="255" y="0"/>
                  </a:moveTo>
                  <a:cubicBezTo>
                    <a:pt x="212" y="0"/>
                    <a:pt x="171" y="11"/>
                    <a:pt x="134" y="34"/>
                  </a:cubicBezTo>
                  <a:cubicBezTo>
                    <a:pt x="0" y="134"/>
                    <a:pt x="34" y="434"/>
                    <a:pt x="201" y="701"/>
                  </a:cubicBezTo>
                  <a:cubicBezTo>
                    <a:pt x="334" y="914"/>
                    <a:pt x="531" y="1064"/>
                    <a:pt x="690" y="1064"/>
                  </a:cubicBezTo>
                  <a:cubicBezTo>
                    <a:pt x="730" y="1064"/>
                    <a:pt x="768" y="1054"/>
                    <a:pt x="801" y="1034"/>
                  </a:cubicBezTo>
                  <a:cubicBezTo>
                    <a:pt x="934" y="934"/>
                    <a:pt x="901" y="634"/>
                    <a:pt x="734" y="334"/>
                  </a:cubicBezTo>
                  <a:cubicBezTo>
                    <a:pt x="579" y="127"/>
                    <a:pt x="404" y="0"/>
                    <a:pt x="2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26"/>
            <p:cNvSpPr/>
            <p:nvPr/>
          </p:nvSpPr>
          <p:spPr>
            <a:xfrm>
              <a:off x="4980286" y="3947296"/>
              <a:ext cx="27370" cy="30085"/>
            </a:xfrm>
            <a:custGeom>
              <a:avLst/>
              <a:gdLst/>
              <a:ahLst/>
              <a:cxnLst/>
              <a:rect l="l" t="t" r="r" b="b"/>
              <a:pathLst>
                <a:path w="968" h="1064" extrusionOk="0">
                  <a:moveTo>
                    <a:pt x="244" y="1"/>
                  </a:moveTo>
                  <a:cubicBezTo>
                    <a:pt x="204" y="1"/>
                    <a:pt x="167" y="10"/>
                    <a:pt x="134" y="30"/>
                  </a:cubicBezTo>
                  <a:cubicBezTo>
                    <a:pt x="0" y="130"/>
                    <a:pt x="34" y="431"/>
                    <a:pt x="200" y="697"/>
                  </a:cubicBezTo>
                  <a:cubicBezTo>
                    <a:pt x="330" y="931"/>
                    <a:pt x="521" y="1064"/>
                    <a:pt x="678" y="1064"/>
                  </a:cubicBezTo>
                  <a:cubicBezTo>
                    <a:pt x="722" y="1064"/>
                    <a:pt x="764" y="1053"/>
                    <a:pt x="801" y="1031"/>
                  </a:cubicBezTo>
                  <a:cubicBezTo>
                    <a:pt x="968" y="931"/>
                    <a:pt x="934" y="631"/>
                    <a:pt x="734" y="364"/>
                  </a:cubicBezTo>
                  <a:cubicBezTo>
                    <a:pt x="601" y="150"/>
                    <a:pt x="403" y="1"/>
                    <a:pt x="2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6"/>
            <p:cNvSpPr/>
            <p:nvPr/>
          </p:nvSpPr>
          <p:spPr>
            <a:xfrm>
              <a:off x="5248135" y="1603412"/>
              <a:ext cx="479176" cy="607432"/>
            </a:xfrm>
            <a:custGeom>
              <a:avLst/>
              <a:gdLst/>
              <a:ahLst/>
              <a:cxnLst/>
              <a:rect l="l" t="t" r="r" b="b"/>
              <a:pathLst>
                <a:path w="16947" h="21483" extrusionOk="0">
                  <a:moveTo>
                    <a:pt x="13477" y="0"/>
                  </a:moveTo>
                  <a:cubicBezTo>
                    <a:pt x="13477" y="0"/>
                    <a:pt x="12676" y="934"/>
                    <a:pt x="11442" y="2502"/>
                  </a:cubicBezTo>
                  <a:cubicBezTo>
                    <a:pt x="8607" y="6038"/>
                    <a:pt x="3570" y="12876"/>
                    <a:pt x="835" y="19347"/>
                  </a:cubicBezTo>
                  <a:cubicBezTo>
                    <a:pt x="534" y="20081"/>
                    <a:pt x="268" y="20782"/>
                    <a:pt x="1" y="21482"/>
                  </a:cubicBezTo>
                  <a:cubicBezTo>
                    <a:pt x="601" y="21082"/>
                    <a:pt x="1202" y="20615"/>
                    <a:pt x="1802" y="20115"/>
                  </a:cubicBezTo>
                  <a:cubicBezTo>
                    <a:pt x="7306" y="15678"/>
                    <a:pt x="12476" y="8940"/>
                    <a:pt x="15112" y="5237"/>
                  </a:cubicBezTo>
                  <a:cubicBezTo>
                    <a:pt x="16246" y="3636"/>
                    <a:pt x="16946" y="2602"/>
                    <a:pt x="16946" y="2602"/>
                  </a:cubicBezTo>
                  <a:lnTo>
                    <a:pt x="16012" y="234"/>
                  </a:lnTo>
                  <a:lnTo>
                    <a:pt x="134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6"/>
            <p:cNvSpPr/>
            <p:nvPr/>
          </p:nvSpPr>
          <p:spPr>
            <a:xfrm>
              <a:off x="5261340" y="1706219"/>
              <a:ext cx="599882" cy="793227"/>
            </a:xfrm>
            <a:custGeom>
              <a:avLst/>
              <a:gdLst/>
              <a:ahLst/>
              <a:cxnLst/>
              <a:rect l="l" t="t" r="r" b="b"/>
              <a:pathLst>
                <a:path w="21216" h="28054" extrusionOk="0">
                  <a:moveTo>
                    <a:pt x="16412" y="0"/>
                  </a:moveTo>
                  <a:lnTo>
                    <a:pt x="11075" y="1935"/>
                  </a:lnTo>
                  <a:lnTo>
                    <a:pt x="14778" y="9140"/>
                  </a:lnTo>
                  <a:cubicBezTo>
                    <a:pt x="14778" y="9140"/>
                    <a:pt x="7673" y="21182"/>
                    <a:pt x="1" y="28054"/>
                  </a:cubicBezTo>
                  <a:lnTo>
                    <a:pt x="1" y="28054"/>
                  </a:lnTo>
                  <a:cubicBezTo>
                    <a:pt x="10808" y="24751"/>
                    <a:pt x="21216" y="10007"/>
                    <a:pt x="21216" y="10007"/>
                  </a:cubicBezTo>
                  <a:lnTo>
                    <a:pt x="1641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6"/>
            <p:cNvSpPr/>
            <p:nvPr/>
          </p:nvSpPr>
          <p:spPr>
            <a:xfrm>
              <a:off x="4508688" y="2138827"/>
              <a:ext cx="1196909" cy="701757"/>
            </a:xfrm>
            <a:custGeom>
              <a:avLst/>
              <a:gdLst/>
              <a:ahLst/>
              <a:cxnLst/>
              <a:rect l="l" t="t" r="r" b="b"/>
              <a:pathLst>
                <a:path w="42331" h="24819" extrusionOk="0">
                  <a:moveTo>
                    <a:pt x="15003" y="1"/>
                  </a:moveTo>
                  <a:cubicBezTo>
                    <a:pt x="8288" y="1"/>
                    <a:pt x="2639" y="1793"/>
                    <a:pt x="2102" y="3847"/>
                  </a:cubicBezTo>
                  <a:cubicBezTo>
                    <a:pt x="1" y="11820"/>
                    <a:pt x="6205" y="20759"/>
                    <a:pt x="17947" y="23862"/>
                  </a:cubicBezTo>
                  <a:cubicBezTo>
                    <a:pt x="20415" y="24514"/>
                    <a:pt x="22797" y="24818"/>
                    <a:pt x="25039" y="24818"/>
                  </a:cubicBezTo>
                  <a:cubicBezTo>
                    <a:pt x="33459" y="24818"/>
                    <a:pt x="39904" y="20525"/>
                    <a:pt x="41564" y="14255"/>
                  </a:cubicBezTo>
                  <a:cubicBezTo>
                    <a:pt x="42331" y="11286"/>
                    <a:pt x="33792" y="3680"/>
                    <a:pt x="23918" y="1112"/>
                  </a:cubicBezTo>
                  <a:cubicBezTo>
                    <a:pt x="20963" y="331"/>
                    <a:pt x="17885" y="1"/>
                    <a:pt x="150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6"/>
            <p:cNvSpPr/>
            <p:nvPr/>
          </p:nvSpPr>
          <p:spPr>
            <a:xfrm>
              <a:off x="4604907" y="2195207"/>
              <a:ext cx="1003565" cy="589223"/>
            </a:xfrm>
            <a:custGeom>
              <a:avLst/>
              <a:gdLst/>
              <a:ahLst/>
              <a:cxnLst/>
              <a:rect l="l" t="t" r="r" b="b"/>
              <a:pathLst>
                <a:path w="35493" h="20839" extrusionOk="0">
                  <a:moveTo>
                    <a:pt x="12620" y="1"/>
                  </a:moveTo>
                  <a:cubicBezTo>
                    <a:pt x="6952" y="1"/>
                    <a:pt x="2180" y="1521"/>
                    <a:pt x="1735" y="3254"/>
                  </a:cubicBezTo>
                  <a:cubicBezTo>
                    <a:pt x="0" y="9959"/>
                    <a:pt x="5171" y="17464"/>
                    <a:pt x="15011" y="20033"/>
                  </a:cubicBezTo>
                  <a:cubicBezTo>
                    <a:pt x="17080" y="20582"/>
                    <a:pt x="19079" y="20838"/>
                    <a:pt x="20962" y="20838"/>
                  </a:cubicBezTo>
                  <a:cubicBezTo>
                    <a:pt x="28006" y="20838"/>
                    <a:pt x="33430" y="17251"/>
                    <a:pt x="34825" y="11961"/>
                  </a:cubicBezTo>
                  <a:cubicBezTo>
                    <a:pt x="35492" y="9492"/>
                    <a:pt x="28354" y="3121"/>
                    <a:pt x="20048" y="919"/>
                  </a:cubicBezTo>
                  <a:cubicBezTo>
                    <a:pt x="17585" y="274"/>
                    <a:pt x="15022" y="1"/>
                    <a:pt x="126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6"/>
            <p:cNvSpPr/>
            <p:nvPr/>
          </p:nvSpPr>
          <p:spPr>
            <a:xfrm>
              <a:off x="4717131" y="2261371"/>
              <a:ext cx="295248" cy="336529"/>
            </a:xfrm>
            <a:custGeom>
              <a:avLst/>
              <a:gdLst/>
              <a:ahLst/>
              <a:cxnLst/>
              <a:rect l="l" t="t" r="r" b="b"/>
              <a:pathLst>
                <a:path w="10442" h="11902" extrusionOk="0">
                  <a:moveTo>
                    <a:pt x="5866" y="1"/>
                  </a:moveTo>
                  <a:cubicBezTo>
                    <a:pt x="3729" y="1"/>
                    <a:pt x="1598" y="1966"/>
                    <a:pt x="835" y="4784"/>
                  </a:cubicBezTo>
                  <a:cubicBezTo>
                    <a:pt x="1" y="8019"/>
                    <a:pt x="1268" y="11155"/>
                    <a:pt x="3670" y="11789"/>
                  </a:cubicBezTo>
                  <a:cubicBezTo>
                    <a:pt x="3962" y="11865"/>
                    <a:pt x="4258" y="11901"/>
                    <a:pt x="4552" y="11901"/>
                  </a:cubicBezTo>
                  <a:cubicBezTo>
                    <a:pt x="6712" y="11901"/>
                    <a:pt x="8840" y="9932"/>
                    <a:pt x="9574" y="7085"/>
                  </a:cubicBezTo>
                  <a:cubicBezTo>
                    <a:pt x="10441" y="3883"/>
                    <a:pt x="9174" y="747"/>
                    <a:pt x="6739" y="114"/>
                  </a:cubicBezTo>
                  <a:cubicBezTo>
                    <a:pt x="6450" y="38"/>
                    <a:pt x="6158" y="1"/>
                    <a:pt x="58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6"/>
            <p:cNvSpPr/>
            <p:nvPr/>
          </p:nvSpPr>
          <p:spPr>
            <a:xfrm>
              <a:off x="4572844" y="2230551"/>
              <a:ext cx="127351" cy="228349"/>
            </a:xfrm>
            <a:custGeom>
              <a:avLst/>
              <a:gdLst/>
              <a:ahLst/>
              <a:cxnLst/>
              <a:rect l="l" t="t" r="r" b="b"/>
              <a:pathLst>
                <a:path w="4504" h="8076" extrusionOk="0">
                  <a:moveTo>
                    <a:pt x="2068" y="403"/>
                  </a:moveTo>
                  <a:cubicBezTo>
                    <a:pt x="2435" y="403"/>
                    <a:pt x="2869" y="737"/>
                    <a:pt x="3202" y="1304"/>
                  </a:cubicBezTo>
                  <a:cubicBezTo>
                    <a:pt x="3669" y="2104"/>
                    <a:pt x="3903" y="2972"/>
                    <a:pt x="3970" y="3872"/>
                  </a:cubicBezTo>
                  <a:cubicBezTo>
                    <a:pt x="4070" y="4773"/>
                    <a:pt x="3970" y="5707"/>
                    <a:pt x="3703" y="6541"/>
                  </a:cubicBezTo>
                  <a:cubicBezTo>
                    <a:pt x="3436" y="7208"/>
                    <a:pt x="3036" y="7642"/>
                    <a:pt x="2669" y="7675"/>
                  </a:cubicBezTo>
                  <a:cubicBezTo>
                    <a:pt x="2650" y="7677"/>
                    <a:pt x="2632" y="7677"/>
                    <a:pt x="2613" y="7677"/>
                  </a:cubicBezTo>
                  <a:cubicBezTo>
                    <a:pt x="2226" y="7677"/>
                    <a:pt x="1785" y="7347"/>
                    <a:pt x="1434" y="6774"/>
                  </a:cubicBezTo>
                  <a:cubicBezTo>
                    <a:pt x="600" y="5140"/>
                    <a:pt x="400" y="3238"/>
                    <a:pt x="967" y="1504"/>
                  </a:cubicBezTo>
                  <a:cubicBezTo>
                    <a:pt x="1201" y="837"/>
                    <a:pt x="1568" y="436"/>
                    <a:pt x="2001" y="403"/>
                  </a:cubicBezTo>
                  <a:close/>
                  <a:moveTo>
                    <a:pt x="2039" y="1"/>
                  </a:moveTo>
                  <a:cubicBezTo>
                    <a:pt x="2015" y="1"/>
                    <a:pt x="1992" y="1"/>
                    <a:pt x="1968" y="3"/>
                  </a:cubicBezTo>
                  <a:cubicBezTo>
                    <a:pt x="1401" y="70"/>
                    <a:pt x="901" y="537"/>
                    <a:pt x="600" y="1370"/>
                  </a:cubicBezTo>
                  <a:cubicBezTo>
                    <a:pt x="0" y="3238"/>
                    <a:pt x="167" y="5240"/>
                    <a:pt x="1101" y="6974"/>
                  </a:cubicBezTo>
                  <a:cubicBezTo>
                    <a:pt x="1534" y="7675"/>
                    <a:pt x="2068" y="8075"/>
                    <a:pt x="2602" y="8075"/>
                  </a:cubicBezTo>
                  <a:lnTo>
                    <a:pt x="2702" y="8075"/>
                  </a:lnTo>
                  <a:cubicBezTo>
                    <a:pt x="3302" y="8009"/>
                    <a:pt x="3769" y="7542"/>
                    <a:pt x="4103" y="6708"/>
                  </a:cubicBezTo>
                  <a:cubicBezTo>
                    <a:pt x="4403" y="5774"/>
                    <a:pt x="4503" y="4806"/>
                    <a:pt x="4403" y="3839"/>
                  </a:cubicBezTo>
                  <a:cubicBezTo>
                    <a:pt x="4336" y="2872"/>
                    <a:pt x="4036" y="1938"/>
                    <a:pt x="3569" y="1104"/>
                  </a:cubicBezTo>
                  <a:cubicBezTo>
                    <a:pt x="3122" y="368"/>
                    <a:pt x="2582" y="1"/>
                    <a:pt x="20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6"/>
            <p:cNvSpPr/>
            <p:nvPr/>
          </p:nvSpPr>
          <p:spPr>
            <a:xfrm>
              <a:off x="5482988" y="2491020"/>
              <a:ext cx="175475" cy="199904"/>
            </a:xfrm>
            <a:custGeom>
              <a:avLst/>
              <a:gdLst/>
              <a:ahLst/>
              <a:cxnLst/>
              <a:rect l="l" t="t" r="r" b="b"/>
              <a:pathLst>
                <a:path w="6206" h="7070" extrusionOk="0">
                  <a:moveTo>
                    <a:pt x="4837" y="398"/>
                  </a:moveTo>
                  <a:cubicBezTo>
                    <a:pt x="5004" y="398"/>
                    <a:pt x="5171" y="431"/>
                    <a:pt x="5338" y="531"/>
                  </a:cubicBezTo>
                  <a:cubicBezTo>
                    <a:pt x="5671" y="765"/>
                    <a:pt x="5805" y="1332"/>
                    <a:pt x="5671" y="2032"/>
                  </a:cubicBezTo>
                  <a:cubicBezTo>
                    <a:pt x="5304" y="3800"/>
                    <a:pt x="4204" y="5368"/>
                    <a:pt x="2669" y="6369"/>
                  </a:cubicBezTo>
                  <a:cubicBezTo>
                    <a:pt x="2308" y="6570"/>
                    <a:pt x="1958" y="6674"/>
                    <a:pt x="1664" y="6674"/>
                  </a:cubicBezTo>
                  <a:cubicBezTo>
                    <a:pt x="1470" y="6674"/>
                    <a:pt x="1301" y="6628"/>
                    <a:pt x="1168" y="6535"/>
                  </a:cubicBezTo>
                  <a:cubicBezTo>
                    <a:pt x="434" y="6035"/>
                    <a:pt x="768" y="4234"/>
                    <a:pt x="1902" y="2599"/>
                  </a:cubicBezTo>
                  <a:cubicBezTo>
                    <a:pt x="2402" y="1832"/>
                    <a:pt x="3036" y="1198"/>
                    <a:pt x="3803" y="731"/>
                  </a:cubicBezTo>
                  <a:cubicBezTo>
                    <a:pt x="4137" y="531"/>
                    <a:pt x="4471" y="431"/>
                    <a:pt x="4837" y="398"/>
                  </a:cubicBezTo>
                  <a:close/>
                  <a:moveTo>
                    <a:pt x="4827" y="1"/>
                  </a:moveTo>
                  <a:cubicBezTo>
                    <a:pt x="4471" y="1"/>
                    <a:pt x="4058" y="118"/>
                    <a:pt x="3603" y="364"/>
                  </a:cubicBezTo>
                  <a:cubicBezTo>
                    <a:pt x="2803" y="865"/>
                    <a:pt x="2102" y="1565"/>
                    <a:pt x="1568" y="2366"/>
                  </a:cubicBezTo>
                  <a:cubicBezTo>
                    <a:pt x="268" y="4234"/>
                    <a:pt x="1" y="6202"/>
                    <a:pt x="935" y="6869"/>
                  </a:cubicBezTo>
                  <a:cubicBezTo>
                    <a:pt x="1135" y="7002"/>
                    <a:pt x="1402" y="7069"/>
                    <a:pt x="1669" y="7069"/>
                  </a:cubicBezTo>
                  <a:cubicBezTo>
                    <a:pt x="2102" y="7069"/>
                    <a:pt x="2502" y="6936"/>
                    <a:pt x="2869" y="6702"/>
                  </a:cubicBezTo>
                  <a:cubicBezTo>
                    <a:pt x="4537" y="5668"/>
                    <a:pt x="5671" y="4000"/>
                    <a:pt x="6072" y="2099"/>
                  </a:cubicBezTo>
                  <a:cubicBezTo>
                    <a:pt x="6205" y="1198"/>
                    <a:pt x="6038" y="531"/>
                    <a:pt x="5538" y="198"/>
                  </a:cubicBezTo>
                  <a:cubicBezTo>
                    <a:pt x="5336" y="68"/>
                    <a:pt x="5098" y="1"/>
                    <a:pt x="48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6"/>
            <p:cNvSpPr/>
            <p:nvPr/>
          </p:nvSpPr>
          <p:spPr>
            <a:xfrm>
              <a:off x="4797319" y="2331097"/>
              <a:ext cx="184890" cy="209998"/>
            </a:xfrm>
            <a:custGeom>
              <a:avLst/>
              <a:gdLst/>
              <a:ahLst/>
              <a:cxnLst/>
              <a:rect l="l" t="t" r="r" b="b"/>
              <a:pathLst>
                <a:path w="6539" h="7427" extrusionOk="0">
                  <a:moveTo>
                    <a:pt x="3624" y="1"/>
                  </a:moveTo>
                  <a:cubicBezTo>
                    <a:pt x="2302" y="1"/>
                    <a:pt x="999" y="1239"/>
                    <a:pt x="534" y="2985"/>
                  </a:cubicBezTo>
                  <a:cubicBezTo>
                    <a:pt x="0" y="5020"/>
                    <a:pt x="801" y="6954"/>
                    <a:pt x="2302" y="7355"/>
                  </a:cubicBezTo>
                  <a:cubicBezTo>
                    <a:pt x="2485" y="7403"/>
                    <a:pt x="2670" y="7427"/>
                    <a:pt x="2854" y="7427"/>
                  </a:cubicBezTo>
                  <a:cubicBezTo>
                    <a:pt x="4185" y="7427"/>
                    <a:pt x="5502" y="6206"/>
                    <a:pt x="5971" y="4419"/>
                  </a:cubicBezTo>
                  <a:cubicBezTo>
                    <a:pt x="6538" y="2418"/>
                    <a:pt x="5704" y="483"/>
                    <a:pt x="4203" y="83"/>
                  </a:cubicBezTo>
                  <a:cubicBezTo>
                    <a:pt x="4011" y="27"/>
                    <a:pt x="3817" y="1"/>
                    <a:pt x="36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6"/>
            <p:cNvSpPr/>
            <p:nvPr/>
          </p:nvSpPr>
          <p:spPr>
            <a:xfrm>
              <a:off x="5188730" y="2385583"/>
              <a:ext cx="295248" cy="336812"/>
            </a:xfrm>
            <a:custGeom>
              <a:avLst/>
              <a:gdLst/>
              <a:ahLst/>
              <a:cxnLst/>
              <a:rect l="l" t="t" r="r" b="b"/>
              <a:pathLst>
                <a:path w="10442" h="11912" extrusionOk="0">
                  <a:moveTo>
                    <a:pt x="5862" y="0"/>
                  </a:moveTo>
                  <a:cubicBezTo>
                    <a:pt x="3731" y="0"/>
                    <a:pt x="1597" y="1963"/>
                    <a:pt x="868" y="4794"/>
                  </a:cubicBezTo>
                  <a:cubicBezTo>
                    <a:pt x="0" y="8030"/>
                    <a:pt x="1268" y="11165"/>
                    <a:pt x="3703" y="11799"/>
                  </a:cubicBezTo>
                  <a:cubicBezTo>
                    <a:pt x="3991" y="11875"/>
                    <a:pt x="4283" y="11912"/>
                    <a:pt x="4576" y="11912"/>
                  </a:cubicBezTo>
                  <a:cubicBezTo>
                    <a:pt x="6719" y="11912"/>
                    <a:pt x="8873" y="9943"/>
                    <a:pt x="9607" y="7096"/>
                  </a:cubicBezTo>
                  <a:cubicBezTo>
                    <a:pt x="10441" y="3860"/>
                    <a:pt x="9173" y="758"/>
                    <a:pt x="6772" y="124"/>
                  </a:cubicBezTo>
                  <a:cubicBezTo>
                    <a:pt x="6471" y="40"/>
                    <a:pt x="6167" y="0"/>
                    <a:pt x="58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6"/>
            <p:cNvSpPr/>
            <p:nvPr/>
          </p:nvSpPr>
          <p:spPr>
            <a:xfrm>
              <a:off x="5219860" y="2442670"/>
              <a:ext cx="183929" cy="209687"/>
            </a:xfrm>
            <a:custGeom>
              <a:avLst/>
              <a:gdLst/>
              <a:ahLst/>
              <a:cxnLst/>
              <a:rect l="l" t="t" r="r" b="b"/>
              <a:pathLst>
                <a:path w="6505" h="7416" extrusionOk="0">
                  <a:moveTo>
                    <a:pt x="3648" y="1"/>
                  </a:moveTo>
                  <a:cubicBezTo>
                    <a:pt x="2312" y="1"/>
                    <a:pt x="973" y="1218"/>
                    <a:pt x="534" y="2975"/>
                  </a:cubicBezTo>
                  <a:cubicBezTo>
                    <a:pt x="0" y="4976"/>
                    <a:pt x="767" y="6945"/>
                    <a:pt x="2302" y="7345"/>
                  </a:cubicBezTo>
                  <a:cubicBezTo>
                    <a:pt x="2481" y="7393"/>
                    <a:pt x="2663" y="7416"/>
                    <a:pt x="2845" y="7416"/>
                  </a:cubicBezTo>
                  <a:cubicBezTo>
                    <a:pt x="4179" y="7416"/>
                    <a:pt x="5501" y="6171"/>
                    <a:pt x="5971" y="4409"/>
                  </a:cubicBezTo>
                  <a:cubicBezTo>
                    <a:pt x="6505" y="2408"/>
                    <a:pt x="5704" y="473"/>
                    <a:pt x="4203" y="73"/>
                  </a:cubicBezTo>
                  <a:cubicBezTo>
                    <a:pt x="4020" y="24"/>
                    <a:pt x="3834" y="1"/>
                    <a:pt x="36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6"/>
            <p:cNvSpPr/>
            <p:nvPr/>
          </p:nvSpPr>
          <p:spPr>
            <a:xfrm>
              <a:off x="4965187" y="1552488"/>
              <a:ext cx="630080" cy="720588"/>
            </a:xfrm>
            <a:custGeom>
              <a:avLst/>
              <a:gdLst/>
              <a:ahLst/>
              <a:cxnLst/>
              <a:rect l="l" t="t" r="r" b="b"/>
              <a:pathLst>
                <a:path w="22284" h="25485" extrusionOk="0">
                  <a:moveTo>
                    <a:pt x="11309" y="0"/>
                  </a:moveTo>
                  <a:cubicBezTo>
                    <a:pt x="11309" y="0"/>
                    <a:pt x="101" y="14177"/>
                    <a:pt x="1" y="25485"/>
                  </a:cubicBezTo>
                  <a:cubicBezTo>
                    <a:pt x="4404" y="16145"/>
                    <a:pt x="13944" y="5971"/>
                    <a:pt x="13944" y="5971"/>
                  </a:cubicBezTo>
                  <a:lnTo>
                    <a:pt x="21883" y="7439"/>
                  </a:lnTo>
                  <a:lnTo>
                    <a:pt x="22283" y="1768"/>
                  </a:lnTo>
                  <a:lnTo>
                    <a:pt x="1130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6"/>
            <p:cNvSpPr/>
            <p:nvPr/>
          </p:nvSpPr>
          <p:spPr>
            <a:xfrm>
              <a:off x="5507502" y="1379728"/>
              <a:ext cx="501796" cy="457263"/>
            </a:xfrm>
            <a:custGeom>
              <a:avLst/>
              <a:gdLst/>
              <a:ahLst/>
              <a:cxnLst/>
              <a:rect l="l" t="t" r="r" b="b"/>
              <a:pathLst>
                <a:path w="17747" h="16172" extrusionOk="0">
                  <a:moveTo>
                    <a:pt x="11439" y="0"/>
                  </a:moveTo>
                  <a:cubicBezTo>
                    <a:pt x="10829" y="0"/>
                    <a:pt x="10212" y="211"/>
                    <a:pt x="9708" y="639"/>
                  </a:cubicBezTo>
                  <a:lnTo>
                    <a:pt x="2403" y="7011"/>
                  </a:lnTo>
                  <a:cubicBezTo>
                    <a:pt x="234" y="8912"/>
                    <a:pt x="1" y="12214"/>
                    <a:pt x="1902" y="14383"/>
                  </a:cubicBezTo>
                  <a:cubicBezTo>
                    <a:pt x="2920" y="15564"/>
                    <a:pt x="4364" y="16171"/>
                    <a:pt x="5819" y="16171"/>
                  </a:cubicBezTo>
                  <a:cubicBezTo>
                    <a:pt x="7033" y="16171"/>
                    <a:pt x="8254" y="15748"/>
                    <a:pt x="9241" y="14883"/>
                  </a:cubicBezTo>
                  <a:lnTo>
                    <a:pt x="16579" y="8512"/>
                  </a:lnTo>
                  <a:cubicBezTo>
                    <a:pt x="17647" y="7544"/>
                    <a:pt x="17747" y="5943"/>
                    <a:pt x="16846" y="4842"/>
                  </a:cubicBezTo>
                  <a:lnTo>
                    <a:pt x="13377" y="873"/>
                  </a:lnTo>
                  <a:cubicBezTo>
                    <a:pt x="12871" y="295"/>
                    <a:pt x="12160" y="0"/>
                    <a:pt x="114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6"/>
            <p:cNvSpPr/>
            <p:nvPr/>
          </p:nvSpPr>
          <p:spPr>
            <a:xfrm>
              <a:off x="5711252" y="1316562"/>
              <a:ext cx="369752" cy="343372"/>
            </a:xfrm>
            <a:custGeom>
              <a:avLst/>
              <a:gdLst/>
              <a:ahLst/>
              <a:cxnLst/>
              <a:rect l="l" t="t" r="r" b="b"/>
              <a:pathLst>
                <a:path w="13077" h="12144" extrusionOk="0">
                  <a:moveTo>
                    <a:pt x="7346" y="1"/>
                  </a:moveTo>
                  <a:cubicBezTo>
                    <a:pt x="6867" y="1"/>
                    <a:pt x="6387" y="169"/>
                    <a:pt x="6004" y="505"/>
                  </a:cubicBezTo>
                  <a:lnTo>
                    <a:pt x="1868" y="4108"/>
                  </a:lnTo>
                  <a:cubicBezTo>
                    <a:pt x="167" y="5575"/>
                    <a:pt x="0" y="8144"/>
                    <a:pt x="1468" y="9845"/>
                  </a:cubicBezTo>
                  <a:lnTo>
                    <a:pt x="2268" y="10746"/>
                  </a:lnTo>
                  <a:cubicBezTo>
                    <a:pt x="3068" y="11672"/>
                    <a:pt x="4194" y="12144"/>
                    <a:pt x="5328" y="12144"/>
                  </a:cubicBezTo>
                  <a:cubicBezTo>
                    <a:pt x="6277" y="12144"/>
                    <a:pt x="7231" y="11814"/>
                    <a:pt x="8006" y="11146"/>
                  </a:cubicBezTo>
                  <a:lnTo>
                    <a:pt x="12142" y="7510"/>
                  </a:lnTo>
                  <a:cubicBezTo>
                    <a:pt x="12976" y="6776"/>
                    <a:pt x="13076" y="5509"/>
                    <a:pt x="12342" y="4675"/>
                  </a:cubicBezTo>
                  <a:lnTo>
                    <a:pt x="8873" y="705"/>
                  </a:lnTo>
                  <a:cubicBezTo>
                    <a:pt x="8476" y="235"/>
                    <a:pt x="7912" y="1"/>
                    <a:pt x="73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6"/>
            <p:cNvSpPr/>
            <p:nvPr/>
          </p:nvSpPr>
          <p:spPr>
            <a:xfrm>
              <a:off x="5726322" y="982182"/>
              <a:ext cx="903584" cy="688864"/>
            </a:xfrm>
            <a:custGeom>
              <a:avLst/>
              <a:gdLst/>
              <a:ahLst/>
              <a:cxnLst/>
              <a:rect l="l" t="t" r="r" b="b"/>
              <a:pathLst>
                <a:path w="31957" h="24363" extrusionOk="0">
                  <a:moveTo>
                    <a:pt x="23130" y="1"/>
                  </a:moveTo>
                  <a:cubicBezTo>
                    <a:pt x="22500" y="1"/>
                    <a:pt x="21859" y="136"/>
                    <a:pt x="21249" y="423"/>
                  </a:cubicBezTo>
                  <a:lnTo>
                    <a:pt x="6339" y="7461"/>
                  </a:lnTo>
                  <a:cubicBezTo>
                    <a:pt x="1902" y="9596"/>
                    <a:pt x="1" y="14866"/>
                    <a:pt x="2102" y="19303"/>
                  </a:cubicBezTo>
                  <a:cubicBezTo>
                    <a:pt x="3622" y="22487"/>
                    <a:pt x="6816" y="24363"/>
                    <a:pt x="10146" y="24363"/>
                  </a:cubicBezTo>
                  <a:cubicBezTo>
                    <a:pt x="11421" y="24363"/>
                    <a:pt x="12716" y="24088"/>
                    <a:pt x="13944" y="23506"/>
                  </a:cubicBezTo>
                  <a:lnTo>
                    <a:pt x="28855" y="16434"/>
                  </a:lnTo>
                  <a:cubicBezTo>
                    <a:pt x="31056" y="15400"/>
                    <a:pt x="31957" y="12765"/>
                    <a:pt x="30956" y="10563"/>
                  </a:cubicBezTo>
                  <a:lnTo>
                    <a:pt x="27120" y="2491"/>
                  </a:lnTo>
                  <a:cubicBezTo>
                    <a:pt x="26348" y="923"/>
                    <a:pt x="24775" y="1"/>
                    <a:pt x="231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6"/>
            <p:cNvSpPr/>
            <p:nvPr/>
          </p:nvSpPr>
          <p:spPr>
            <a:xfrm>
              <a:off x="6154519" y="760308"/>
              <a:ext cx="801738" cy="728251"/>
            </a:xfrm>
            <a:custGeom>
              <a:avLst/>
              <a:gdLst/>
              <a:ahLst/>
              <a:cxnLst/>
              <a:rect l="l" t="t" r="r" b="b"/>
              <a:pathLst>
                <a:path w="28355" h="25756" extrusionOk="0">
                  <a:moveTo>
                    <a:pt x="14179" y="1"/>
                  </a:moveTo>
                  <a:cubicBezTo>
                    <a:pt x="8379" y="1"/>
                    <a:pt x="3120" y="3949"/>
                    <a:pt x="1669" y="9837"/>
                  </a:cubicBezTo>
                  <a:cubicBezTo>
                    <a:pt x="1" y="16742"/>
                    <a:pt x="4237" y="23714"/>
                    <a:pt x="11142" y="25382"/>
                  </a:cubicBezTo>
                  <a:cubicBezTo>
                    <a:pt x="12169" y="25635"/>
                    <a:pt x="13196" y="25756"/>
                    <a:pt x="14208" y="25756"/>
                  </a:cubicBezTo>
                  <a:cubicBezTo>
                    <a:pt x="20002" y="25756"/>
                    <a:pt x="25267" y="21787"/>
                    <a:pt x="26687" y="15908"/>
                  </a:cubicBezTo>
                  <a:cubicBezTo>
                    <a:pt x="28355" y="9003"/>
                    <a:pt x="24118" y="2065"/>
                    <a:pt x="17213" y="364"/>
                  </a:cubicBezTo>
                  <a:cubicBezTo>
                    <a:pt x="16197" y="118"/>
                    <a:pt x="15180" y="1"/>
                    <a:pt x="14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6"/>
            <p:cNvSpPr/>
            <p:nvPr/>
          </p:nvSpPr>
          <p:spPr>
            <a:xfrm>
              <a:off x="6444083" y="847677"/>
              <a:ext cx="465972" cy="583398"/>
            </a:xfrm>
            <a:custGeom>
              <a:avLst/>
              <a:gdLst/>
              <a:ahLst/>
              <a:cxnLst/>
              <a:rect l="l" t="t" r="r" b="b"/>
              <a:pathLst>
                <a:path w="16480" h="20633" extrusionOk="0">
                  <a:moveTo>
                    <a:pt x="8441" y="0"/>
                  </a:moveTo>
                  <a:cubicBezTo>
                    <a:pt x="4181" y="0"/>
                    <a:pt x="560" y="4356"/>
                    <a:pt x="267" y="9916"/>
                  </a:cubicBezTo>
                  <a:cubicBezTo>
                    <a:pt x="1" y="15620"/>
                    <a:pt x="3303" y="20424"/>
                    <a:pt x="7706" y="20624"/>
                  </a:cubicBezTo>
                  <a:cubicBezTo>
                    <a:pt x="7816" y="20630"/>
                    <a:pt x="7926" y="20633"/>
                    <a:pt x="8036" y="20633"/>
                  </a:cubicBezTo>
                  <a:cubicBezTo>
                    <a:pt x="12266" y="20633"/>
                    <a:pt x="15886" y="16278"/>
                    <a:pt x="16179" y="10750"/>
                  </a:cubicBezTo>
                  <a:cubicBezTo>
                    <a:pt x="16479" y="5046"/>
                    <a:pt x="13143" y="243"/>
                    <a:pt x="8774" y="9"/>
                  </a:cubicBezTo>
                  <a:cubicBezTo>
                    <a:pt x="8662" y="3"/>
                    <a:pt x="8552" y="0"/>
                    <a:pt x="84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6"/>
            <p:cNvSpPr/>
            <p:nvPr/>
          </p:nvSpPr>
          <p:spPr>
            <a:xfrm>
              <a:off x="6191305" y="1010909"/>
              <a:ext cx="409365" cy="420873"/>
            </a:xfrm>
            <a:custGeom>
              <a:avLst/>
              <a:gdLst/>
              <a:ahLst/>
              <a:cxnLst/>
              <a:rect l="l" t="t" r="r" b="b"/>
              <a:pathLst>
                <a:path w="14478" h="14885" extrusionOk="0">
                  <a:moveTo>
                    <a:pt x="5273" y="304"/>
                  </a:moveTo>
                  <a:cubicBezTo>
                    <a:pt x="5328" y="304"/>
                    <a:pt x="5383" y="305"/>
                    <a:pt x="5438" y="307"/>
                  </a:cubicBezTo>
                  <a:cubicBezTo>
                    <a:pt x="7740" y="307"/>
                    <a:pt x="10308" y="1908"/>
                    <a:pt x="11943" y="4577"/>
                  </a:cubicBezTo>
                  <a:cubicBezTo>
                    <a:pt x="14144" y="8213"/>
                    <a:pt x="13811" y="12416"/>
                    <a:pt x="11242" y="13984"/>
                  </a:cubicBezTo>
                  <a:cubicBezTo>
                    <a:pt x="10572" y="14390"/>
                    <a:pt x="9817" y="14590"/>
                    <a:pt x="9013" y="14590"/>
                  </a:cubicBezTo>
                  <a:cubicBezTo>
                    <a:pt x="8297" y="14590"/>
                    <a:pt x="7542" y="14431"/>
                    <a:pt x="6772" y="14117"/>
                  </a:cubicBezTo>
                  <a:cubicBezTo>
                    <a:pt x="5004" y="13316"/>
                    <a:pt x="3537" y="11982"/>
                    <a:pt x="2536" y="10314"/>
                  </a:cubicBezTo>
                  <a:cubicBezTo>
                    <a:pt x="334" y="6678"/>
                    <a:pt x="668" y="2475"/>
                    <a:pt x="3237" y="874"/>
                  </a:cubicBezTo>
                  <a:cubicBezTo>
                    <a:pt x="3856" y="503"/>
                    <a:pt x="4561" y="304"/>
                    <a:pt x="5273" y="304"/>
                  </a:cubicBezTo>
                  <a:close/>
                  <a:moveTo>
                    <a:pt x="5458" y="0"/>
                  </a:moveTo>
                  <a:cubicBezTo>
                    <a:pt x="4620" y="0"/>
                    <a:pt x="3816" y="206"/>
                    <a:pt x="3103" y="641"/>
                  </a:cubicBezTo>
                  <a:cubicBezTo>
                    <a:pt x="368" y="2309"/>
                    <a:pt x="1" y="6712"/>
                    <a:pt x="2303" y="10448"/>
                  </a:cubicBezTo>
                  <a:cubicBezTo>
                    <a:pt x="3303" y="12182"/>
                    <a:pt x="4838" y="13550"/>
                    <a:pt x="6672" y="14384"/>
                  </a:cubicBezTo>
                  <a:cubicBezTo>
                    <a:pt x="7406" y="14717"/>
                    <a:pt x="8207" y="14884"/>
                    <a:pt x="9041" y="14884"/>
                  </a:cubicBezTo>
                  <a:cubicBezTo>
                    <a:pt x="9841" y="14884"/>
                    <a:pt x="10675" y="14684"/>
                    <a:pt x="11376" y="14250"/>
                  </a:cubicBezTo>
                  <a:cubicBezTo>
                    <a:pt x="14111" y="12583"/>
                    <a:pt x="14478" y="8179"/>
                    <a:pt x="12176" y="4443"/>
                  </a:cubicBezTo>
                  <a:cubicBezTo>
                    <a:pt x="10499" y="1657"/>
                    <a:pt x="7837" y="0"/>
                    <a:pt x="54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6"/>
            <p:cNvSpPr/>
            <p:nvPr/>
          </p:nvSpPr>
          <p:spPr>
            <a:xfrm>
              <a:off x="6291285" y="1052190"/>
              <a:ext cx="8511" cy="7974"/>
            </a:xfrm>
            <a:custGeom>
              <a:avLst/>
              <a:gdLst/>
              <a:ahLst/>
              <a:cxnLst/>
              <a:rect l="l" t="t" r="r" b="b"/>
              <a:pathLst>
                <a:path w="301" h="282" extrusionOk="0">
                  <a:moveTo>
                    <a:pt x="149" y="1"/>
                  </a:moveTo>
                  <a:cubicBezTo>
                    <a:pt x="112" y="1"/>
                    <a:pt x="81" y="24"/>
                    <a:pt x="34" y="48"/>
                  </a:cubicBezTo>
                  <a:cubicBezTo>
                    <a:pt x="1" y="115"/>
                    <a:pt x="1" y="181"/>
                    <a:pt x="34" y="248"/>
                  </a:cubicBezTo>
                  <a:cubicBezTo>
                    <a:pt x="67" y="282"/>
                    <a:pt x="101" y="282"/>
                    <a:pt x="134" y="282"/>
                  </a:cubicBezTo>
                  <a:lnTo>
                    <a:pt x="201" y="282"/>
                  </a:lnTo>
                  <a:cubicBezTo>
                    <a:pt x="234" y="282"/>
                    <a:pt x="234" y="248"/>
                    <a:pt x="268" y="248"/>
                  </a:cubicBezTo>
                  <a:cubicBezTo>
                    <a:pt x="301" y="181"/>
                    <a:pt x="301" y="115"/>
                    <a:pt x="268" y="48"/>
                  </a:cubicBezTo>
                  <a:cubicBezTo>
                    <a:pt x="234" y="15"/>
                    <a:pt x="234" y="15"/>
                    <a:pt x="201" y="15"/>
                  </a:cubicBezTo>
                  <a:cubicBezTo>
                    <a:pt x="181" y="5"/>
                    <a:pt x="165" y="1"/>
                    <a:pt x="1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6"/>
            <p:cNvSpPr/>
            <p:nvPr/>
          </p:nvSpPr>
          <p:spPr>
            <a:xfrm>
              <a:off x="6313933" y="1038449"/>
              <a:ext cx="182996" cy="98114"/>
            </a:xfrm>
            <a:custGeom>
              <a:avLst/>
              <a:gdLst/>
              <a:ahLst/>
              <a:cxnLst/>
              <a:rect l="l" t="t" r="r" b="b"/>
              <a:pathLst>
                <a:path w="6472" h="3470" extrusionOk="0">
                  <a:moveTo>
                    <a:pt x="1068" y="0"/>
                  </a:moveTo>
                  <a:cubicBezTo>
                    <a:pt x="1001" y="0"/>
                    <a:pt x="934" y="67"/>
                    <a:pt x="934" y="134"/>
                  </a:cubicBezTo>
                  <a:lnTo>
                    <a:pt x="934" y="167"/>
                  </a:lnTo>
                  <a:cubicBezTo>
                    <a:pt x="934" y="234"/>
                    <a:pt x="1001" y="267"/>
                    <a:pt x="1068" y="301"/>
                  </a:cubicBezTo>
                  <a:cubicBezTo>
                    <a:pt x="1134" y="301"/>
                    <a:pt x="1201" y="234"/>
                    <a:pt x="1201" y="134"/>
                  </a:cubicBezTo>
                  <a:cubicBezTo>
                    <a:pt x="1201" y="67"/>
                    <a:pt x="1134" y="0"/>
                    <a:pt x="1068" y="0"/>
                  </a:cubicBezTo>
                  <a:close/>
                  <a:moveTo>
                    <a:pt x="1950" y="92"/>
                  </a:moveTo>
                  <a:cubicBezTo>
                    <a:pt x="1879" y="92"/>
                    <a:pt x="1835" y="146"/>
                    <a:pt x="1835" y="200"/>
                  </a:cubicBezTo>
                  <a:cubicBezTo>
                    <a:pt x="1802" y="267"/>
                    <a:pt x="1868" y="367"/>
                    <a:pt x="1935" y="367"/>
                  </a:cubicBezTo>
                  <a:lnTo>
                    <a:pt x="1968" y="367"/>
                  </a:lnTo>
                  <a:cubicBezTo>
                    <a:pt x="2035" y="367"/>
                    <a:pt x="2102" y="334"/>
                    <a:pt x="2102" y="267"/>
                  </a:cubicBezTo>
                  <a:cubicBezTo>
                    <a:pt x="2102" y="200"/>
                    <a:pt x="2068" y="100"/>
                    <a:pt x="2002" y="100"/>
                  </a:cubicBezTo>
                  <a:cubicBezTo>
                    <a:pt x="1983" y="94"/>
                    <a:pt x="1966" y="92"/>
                    <a:pt x="1950" y="92"/>
                  </a:cubicBezTo>
                  <a:close/>
                  <a:moveTo>
                    <a:pt x="188" y="121"/>
                  </a:moveTo>
                  <a:cubicBezTo>
                    <a:pt x="169" y="121"/>
                    <a:pt x="150" y="125"/>
                    <a:pt x="134" y="134"/>
                  </a:cubicBezTo>
                  <a:cubicBezTo>
                    <a:pt x="67" y="134"/>
                    <a:pt x="0" y="234"/>
                    <a:pt x="34" y="301"/>
                  </a:cubicBezTo>
                  <a:cubicBezTo>
                    <a:pt x="67" y="367"/>
                    <a:pt x="100" y="401"/>
                    <a:pt x="167" y="401"/>
                  </a:cubicBezTo>
                  <a:lnTo>
                    <a:pt x="200" y="401"/>
                  </a:lnTo>
                  <a:cubicBezTo>
                    <a:pt x="267" y="367"/>
                    <a:pt x="334" y="301"/>
                    <a:pt x="301" y="234"/>
                  </a:cubicBezTo>
                  <a:cubicBezTo>
                    <a:pt x="301" y="159"/>
                    <a:pt x="244" y="121"/>
                    <a:pt x="188" y="121"/>
                  </a:cubicBezTo>
                  <a:close/>
                  <a:moveTo>
                    <a:pt x="2816" y="354"/>
                  </a:moveTo>
                  <a:cubicBezTo>
                    <a:pt x="2769" y="354"/>
                    <a:pt x="2727" y="385"/>
                    <a:pt x="2702" y="434"/>
                  </a:cubicBezTo>
                  <a:cubicBezTo>
                    <a:pt x="2669" y="501"/>
                    <a:pt x="2702" y="601"/>
                    <a:pt x="2769" y="634"/>
                  </a:cubicBezTo>
                  <a:lnTo>
                    <a:pt x="2836" y="634"/>
                  </a:lnTo>
                  <a:cubicBezTo>
                    <a:pt x="2902" y="634"/>
                    <a:pt x="2936" y="601"/>
                    <a:pt x="2969" y="567"/>
                  </a:cubicBezTo>
                  <a:cubicBezTo>
                    <a:pt x="3002" y="467"/>
                    <a:pt x="2969" y="401"/>
                    <a:pt x="2869" y="367"/>
                  </a:cubicBezTo>
                  <a:cubicBezTo>
                    <a:pt x="2851" y="358"/>
                    <a:pt x="2833" y="354"/>
                    <a:pt x="2816" y="354"/>
                  </a:cubicBezTo>
                  <a:close/>
                  <a:moveTo>
                    <a:pt x="3631" y="748"/>
                  </a:moveTo>
                  <a:cubicBezTo>
                    <a:pt x="3592" y="748"/>
                    <a:pt x="3557" y="771"/>
                    <a:pt x="3536" y="834"/>
                  </a:cubicBezTo>
                  <a:cubicBezTo>
                    <a:pt x="3469" y="901"/>
                    <a:pt x="3503" y="968"/>
                    <a:pt x="3570" y="1001"/>
                  </a:cubicBezTo>
                  <a:lnTo>
                    <a:pt x="3570" y="1034"/>
                  </a:lnTo>
                  <a:lnTo>
                    <a:pt x="3636" y="1034"/>
                  </a:lnTo>
                  <a:cubicBezTo>
                    <a:pt x="3703" y="1034"/>
                    <a:pt x="3736" y="1001"/>
                    <a:pt x="3770" y="968"/>
                  </a:cubicBezTo>
                  <a:cubicBezTo>
                    <a:pt x="3803" y="901"/>
                    <a:pt x="3770" y="801"/>
                    <a:pt x="3703" y="768"/>
                  </a:cubicBezTo>
                  <a:cubicBezTo>
                    <a:pt x="3679" y="755"/>
                    <a:pt x="3654" y="748"/>
                    <a:pt x="3631" y="748"/>
                  </a:cubicBezTo>
                  <a:close/>
                  <a:moveTo>
                    <a:pt x="4411" y="1246"/>
                  </a:moveTo>
                  <a:cubicBezTo>
                    <a:pt x="4365" y="1246"/>
                    <a:pt x="4323" y="1262"/>
                    <a:pt x="4303" y="1301"/>
                  </a:cubicBezTo>
                  <a:cubicBezTo>
                    <a:pt x="4237" y="1368"/>
                    <a:pt x="4270" y="1435"/>
                    <a:pt x="4303" y="1501"/>
                  </a:cubicBezTo>
                  <a:lnTo>
                    <a:pt x="4337" y="1501"/>
                  </a:lnTo>
                  <a:cubicBezTo>
                    <a:pt x="4337" y="1535"/>
                    <a:pt x="4370" y="1535"/>
                    <a:pt x="4403" y="1535"/>
                  </a:cubicBezTo>
                  <a:cubicBezTo>
                    <a:pt x="4437" y="1535"/>
                    <a:pt x="4504" y="1501"/>
                    <a:pt x="4504" y="1468"/>
                  </a:cubicBezTo>
                  <a:cubicBezTo>
                    <a:pt x="4570" y="1401"/>
                    <a:pt x="4537" y="1301"/>
                    <a:pt x="4504" y="1268"/>
                  </a:cubicBezTo>
                  <a:cubicBezTo>
                    <a:pt x="4476" y="1254"/>
                    <a:pt x="4443" y="1246"/>
                    <a:pt x="4411" y="1246"/>
                  </a:cubicBezTo>
                  <a:close/>
                  <a:moveTo>
                    <a:pt x="5104" y="1818"/>
                  </a:moveTo>
                  <a:cubicBezTo>
                    <a:pt x="5071" y="1818"/>
                    <a:pt x="5037" y="1835"/>
                    <a:pt x="5004" y="1868"/>
                  </a:cubicBezTo>
                  <a:cubicBezTo>
                    <a:pt x="4937" y="1935"/>
                    <a:pt x="4937" y="2002"/>
                    <a:pt x="5004" y="2068"/>
                  </a:cubicBezTo>
                  <a:cubicBezTo>
                    <a:pt x="5037" y="2102"/>
                    <a:pt x="5071" y="2102"/>
                    <a:pt x="5104" y="2102"/>
                  </a:cubicBezTo>
                  <a:cubicBezTo>
                    <a:pt x="5137" y="2102"/>
                    <a:pt x="5171" y="2102"/>
                    <a:pt x="5204" y="2068"/>
                  </a:cubicBezTo>
                  <a:cubicBezTo>
                    <a:pt x="5271" y="2002"/>
                    <a:pt x="5271" y="1935"/>
                    <a:pt x="5204" y="1868"/>
                  </a:cubicBezTo>
                  <a:cubicBezTo>
                    <a:pt x="5171" y="1835"/>
                    <a:pt x="5137" y="1818"/>
                    <a:pt x="5104" y="1818"/>
                  </a:cubicBezTo>
                  <a:close/>
                  <a:moveTo>
                    <a:pt x="5738" y="2485"/>
                  </a:moveTo>
                  <a:cubicBezTo>
                    <a:pt x="5704" y="2485"/>
                    <a:pt x="5671" y="2502"/>
                    <a:pt x="5638" y="2535"/>
                  </a:cubicBezTo>
                  <a:cubicBezTo>
                    <a:pt x="5571" y="2569"/>
                    <a:pt x="5571" y="2669"/>
                    <a:pt x="5638" y="2736"/>
                  </a:cubicBezTo>
                  <a:cubicBezTo>
                    <a:pt x="5671" y="2736"/>
                    <a:pt x="5704" y="2769"/>
                    <a:pt x="5738" y="2769"/>
                  </a:cubicBezTo>
                  <a:cubicBezTo>
                    <a:pt x="5771" y="2769"/>
                    <a:pt x="5804" y="2736"/>
                    <a:pt x="5838" y="2736"/>
                  </a:cubicBezTo>
                  <a:cubicBezTo>
                    <a:pt x="5905" y="2669"/>
                    <a:pt x="5905" y="2569"/>
                    <a:pt x="5838" y="2535"/>
                  </a:cubicBezTo>
                  <a:cubicBezTo>
                    <a:pt x="5804" y="2502"/>
                    <a:pt x="5771" y="2485"/>
                    <a:pt x="5738" y="2485"/>
                  </a:cubicBezTo>
                  <a:close/>
                  <a:moveTo>
                    <a:pt x="6321" y="3181"/>
                  </a:moveTo>
                  <a:cubicBezTo>
                    <a:pt x="6293" y="3181"/>
                    <a:pt x="6266" y="3189"/>
                    <a:pt x="6238" y="3203"/>
                  </a:cubicBezTo>
                  <a:cubicBezTo>
                    <a:pt x="6171" y="3269"/>
                    <a:pt x="6138" y="3336"/>
                    <a:pt x="6205" y="3403"/>
                  </a:cubicBezTo>
                  <a:cubicBezTo>
                    <a:pt x="6238" y="3436"/>
                    <a:pt x="6271" y="3469"/>
                    <a:pt x="6305" y="3469"/>
                  </a:cubicBezTo>
                  <a:cubicBezTo>
                    <a:pt x="6338" y="3469"/>
                    <a:pt x="6372" y="3469"/>
                    <a:pt x="6405" y="3436"/>
                  </a:cubicBezTo>
                  <a:cubicBezTo>
                    <a:pt x="6472" y="3403"/>
                    <a:pt x="6472" y="3303"/>
                    <a:pt x="6438" y="3236"/>
                  </a:cubicBezTo>
                  <a:cubicBezTo>
                    <a:pt x="6399" y="3197"/>
                    <a:pt x="6360" y="3181"/>
                    <a:pt x="6321" y="31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6"/>
            <p:cNvSpPr/>
            <p:nvPr/>
          </p:nvSpPr>
          <p:spPr>
            <a:xfrm>
              <a:off x="6502556" y="1150305"/>
              <a:ext cx="7578" cy="7945"/>
            </a:xfrm>
            <a:custGeom>
              <a:avLst/>
              <a:gdLst/>
              <a:ahLst/>
              <a:cxnLst/>
              <a:rect l="l" t="t" r="r" b="b"/>
              <a:pathLst>
                <a:path w="268" h="281" extrusionOk="0">
                  <a:moveTo>
                    <a:pt x="125" y="0"/>
                  </a:moveTo>
                  <a:cubicBezTo>
                    <a:pt x="107" y="0"/>
                    <a:pt x="87" y="4"/>
                    <a:pt x="67" y="14"/>
                  </a:cubicBezTo>
                  <a:lnTo>
                    <a:pt x="34" y="47"/>
                  </a:lnTo>
                  <a:cubicBezTo>
                    <a:pt x="34" y="47"/>
                    <a:pt x="1" y="81"/>
                    <a:pt x="1" y="81"/>
                  </a:cubicBezTo>
                  <a:cubicBezTo>
                    <a:pt x="1" y="114"/>
                    <a:pt x="1" y="114"/>
                    <a:pt x="1" y="147"/>
                  </a:cubicBezTo>
                  <a:cubicBezTo>
                    <a:pt x="1" y="147"/>
                    <a:pt x="1" y="181"/>
                    <a:pt x="1" y="214"/>
                  </a:cubicBezTo>
                  <a:lnTo>
                    <a:pt x="34" y="214"/>
                  </a:lnTo>
                  <a:cubicBezTo>
                    <a:pt x="67" y="247"/>
                    <a:pt x="101" y="281"/>
                    <a:pt x="168" y="281"/>
                  </a:cubicBezTo>
                  <a:cubicBezTo>
                    <a:pt x="168" y="281"/>
                    <a:pt x="201" y="247"/>
                    <a:pt x="234" y="247"/>
                  </a:cubicBezTo>
                  <a:cubicBezTo>
                    <a:pt x="234" y="214"/>
                    <a:pt x="268" y="214"/>
                    <a:pt x="268" y="214"/>
                  </a:cubicBezTo>
                  <a:cubicBezTo>
                    <a:pt x="268" y="181"/>
                    <a:pt x="268" y="147"/>
                    <a:pt x="268" y="147"/>
                  </a:cubicBezTo>
                  <a:cubicBezTo>
                    <a:pt x="268" y="114"/>
                    <a:pt x="268" y="114"/>
                    <a:pt x="268" y="81"/>
                  </a:cubicBezTo>
                  <a:cubicBezTo>
                    <a:pt x="268" y="81"/>
                    <a:pt x="234" y="47"/>
                    <a:pt x="234" y="47"/>
                  </a:cubicBezTo>
                  <a:cubicBezTo>
                    <a:pt x="211" y="24"/>
                    <a:pt x="170" y="0"/>
                    <a:pt x="1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6"/>
            <p:cNvSpPr/>
            <p:nvPr/>
          </p:nvSpPr>
          <p:spPr>
            <a:xfrm>
              <a:off x="6619529" y="889496"/>
              <a:ext cx="1295928" cy="925215"/>
            </a:xfrm>
            <a:custGeom>
              <a:avLst/>
              <a:gdLst/>
              <a:ahLst/>
              <a:cxnLst/>
              <a:rect l="l" t="t" r="r" b="b"/>
              <a:pathLst>
                <a:path w="45833" h="32722" extrusionOk="0">
                  <a:moveTo>
                    <a:pt x="12402" y="1"/>
                  </a:moveTo>
                  <a:cubicBezTo>
                    <a:pt x="8087" y="1"/>
                    <a:pt x="4109" y="641"/>
                    <a:pt x="1268" y="1966"/>
                  </a:cubicBezTo>
                  <a:cubicBezTo>
                    <a:pt x="334" y="2400"/>
                    <a:pt x="0" y="3500"/>
                    <a:pt x="500" y="4368"/>
                  </a:cubicBezTo>
                  <a:cubicBezTo>
                    <a:pt x="2068" y="7003"/>
                    <a:pt x="3002" y="11940"/>
                    <a:pt x="2435" y="15175"/>
                  </a:cubicBezTo>
                  <a:cubicBezTo>
                    <a:pt x="2268" y="16176"/>
                    <a:pt x="3002" y="17110"/>
                    <a:pt x="4003" y="17177"/>
                  </a:cubicBezTo>
                  <a:cubicBezTo>
                    <a:pt x="14677" y="18178"/>
                    <a:pt x="23684" y="23715"/>
                    <a:pt x="29288" y="32721"/>
                  </a:cubicBezTo>
                  <a:cubicBezTo>
                    <a:pt x="29521" y="25416"/>
                    <a:pt x="40662" y="19278"/>
                    <a:pt x="45833" y="13741"/>
                  </a:cubicBezTo>
                  <a:cubicBezTo>
                    <a:pt x="41763" y="7904"/>
                    <a:pt x="27853" y="1833"/>
                    <a:pt x="19848" y="598"/>
                  </a:cubicBezTo>
                  <a:cubicBezTo>
                    <a:pt x="17353" y="203"/>
                    <a:pt x="14825" y="1"/>
                    <a:pt x="124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6"/>
            <p:cNvSpPr/>
            <p:nvPr/>
          </p:nvSpPr>
          <p:spPr>
            <a:xfrm>
              <a:off x="7376875" y="4046230"/>
              <a:ext cx="964913" cy="425397"/>
            </a:xfrm>
            <a:custGeom>
              <a:avLst/>
              <a:gdLst/>
              <a:ahLst/>
              <a:cxnLst/>
              <a:rect l="l" t="t" r="r" b="b"/>
              <a:pathLst>
                <a:path w="34126" h="15045" extrusionOk="0">
                  <a:moveTo>
                    <a:pt x="8907" y="0"/>
                  </a:moveTo>
                  <a:cubicBezTo>
                    <a:pt x="1" y="0"/>
                    <a:pt x="2436" y="15045"/>
                    <a:pt x="2436" y="15045"/>
                  </a:cubicBezTo>
                  <a:lnTo>
                    <a:pt x="30222" y="15045"/>
                  </a:lnTo>
                  <a:cubicBezTo>
                    <a:pt x="33091" y="15045"/>
                    <a:pt x="34125" y="11242"/>
                    <a:pt x="31623" y="9807"/>
                  </a:cubicBezTo>
                  <a:cubicBezTo>
                    <a:pt x="23985" y="5471"/>
                    <a:pt x="13477" y="0"/>
                    <a:pt x="89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6"/>
            <p:cNvSpPr/>
            <p:nvPr/>
          </p:nvSpPr>
          <p:spPr>
            <a:xfrm>
              <a:off x="7365565" y="4127351"/>
              <a:ext cx="434841" cy="299008"/>
            </a:xfrm>
            <a:custGeom>
              <a:avLst/>
              <a:gdLst/>
              <a:ahLst/>
              <a:cxnLst/>
              <a:rect l="l" t="t" r="r" b="b"/>
              <a:pathLst>
                <a:path w="15379" h="10575" extrusionOk="0">
                  <a:moveTo>
                    <a:pt x="15378" y="0"/>
                  </a:moveTo>
                  <a:lnTo>
                    <a:pt x="468" y="601"/>
                  </a:lnTo>
                  <a:lnTo>
                    <a:pt x="1" y="10574"/>
                  </a:lnTo>
                  <a:cubicBezTo>
                    <a:pt x="13043" y="8440"/>
                    <a:pt x="15378" y="0"/>
                    <a:pt x="15378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26"/>
            <p:cNvSpPr/>
            <p:nvPr/>
          </p:nvSpPr>
          <p:spPr>
            <a:xfrm>
              <a:off x="6802497" y="2904995"/>
              <a:ext cx="1337436" cy="1338397"/>
            </a:xfrm>
            <a:custGeom>
              <a:avLst/>
              <a:gdLst/>
              <a:ahLst/>
              <a:cxnLst/>
              <a:rect l="l" t="t" r="r" b="b"/>
              <a:pathLst>
                <a:path w="47301" h="47335" extrusionOk="0">
                  <a:moveTo>
                    <a:pt x="23651" y="0"/>
                  </a:moveTo>
                  <a:cubicBezTo>
                    <a:pt x="10575" y="0"/>
                    <a:pt x="0" y="10608"/>
                    <a:pt x="0" y="23684"/>
                  </a:cubicBezTo>
                  <a:cubicBezTo>
                    <a:pt x="0" y="36727"/>
                    <a:pt x="10575" y="47334"/>
                    <a:pt x="23651" y="47334"/>
                  </a:cubicBezTo>
                  <a:cubicBezTo>
                    <a:pt x="36727" y="47334"/>
                    <a:pt x="47301" y="36727"/>
                    <a:pt x="47301" y="23684"/>
                  </a:cubicBezTo>
                  <a:cubicBezTo>
                    <a:pt x="47301" y="10608"/>
                    <a:pt x="36727" y="0"/>
                    <a:pt x="236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6"/>
            <p:cNvSpPr/>
            <p:nvPr/>
          </p:nvSpPr>
          <p:spPr>
            <a:xfrm>
              <a:off x="7092033" y="3233296"/>
              <a:ext cx="1033762" cy="967542"/>
            </a:xfrm>
            <a:custGeom>
              <a:avLst/>
              <a:gdLst/>
              <a:ahLst/>
              <a:cxnLst/>
              <a:rect l="l" t="t" r="r" b="b"/>
              <a:pathLst>
                <a:path w="36561" h="34219" extrusionOk="0">
                  <a:moveTo>
                    <a:pt x="20996" y="1"/>
                  </a:moveTo>
                  <a:cubicBezTo>
                    <a:pt x="15866" y="1"/>
                    <a:pt x="10414" y="2496"/>
                    <a:pt x="6472" y="7169"/>
                  </a:cubicBezTo>
                  <a:cubicBezTo>
                    <a:pt x="1" y="14875"/>
                    <a:pt x="34" y="25583"/>
                    <a:pt x="6572" y="31053"/>
                  </a:cubicBezTo>
                  <a:cubicBezTo>
                    <a:pt x="9115" y="33191"/>
                    <a:pt x="12274" y="34219"/>
                    <a:pt x="15565" y="34219"/>
                  </a:cubicBezTo>
                  <a:cubicBezTo>
                    <a:pt x="20695" y="34219"/>
                    <a:pt x="26147" y="31724"/>
                    <a:pt x="30089" y="27050"/>
                  </a:cubicBezTo>
                  <a:cubicBezTo>
                    <a:pt x="36560" y="19345"/>
                    <a:pt x="36527" y="8637"/>
                    <a:pt x="29989" y="3166"/>
                  </a:cubicBezTo>
                  <a:cubicBezTo>
                    <a:pt x="27447" y="1028"/>
                    <a:pt x="24288" y="1"/>
                    <a:pt x="209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6"/>
            <p:cNvSpPr/>
            <p:nvPr/>
          </p:nvSpPr>
          <p:spPr>
            <a:xfrm>
              <a:off x="6828906" y="3162467"/>
              <a:ext cx="453701" cy="825319"/>
            </a:xfrm>
            <a:custGeom>
              <a:avLst/>
              <a:gdLst/>
              <a:ahLst/>
              <a:cxnLst/>
              <a:rect l="l" t="t" r="r" b="b"/>
              <a:pathLst>
                <a:path w="16046" h="29189" extrusionOk="0">
                  <a:moveTo>
                    <a:pt x="8006" y="401"/>
                  </a:moveTo>
                  <a:lnTo>
                    <a:pt x="8006" y="434"/>
                  </a:lnTo>
                  <a:cubicBezTo>
                    <a:pt x="12209" y="434"/>
                    <a:pt x="15578" y="6739"/>
                    <a:pt x="15578" y="14545"/>
                  </a:cubicBezTo>
                  <a:cubicBezTo>
                    <a:pt x="15578" y="22350"/>
                    <a:pt x="12209" y="28688"/>
                    <a:pt x="8006" y="28688"/>
                  </a:cubicBezTo>
                  <a:cubicBezTo>
                    <a:pt x="3836" y="28688"/>
                    <a:pt x="467" y="22350"/>
                    <a:pt x="467" y="14545"/>
                  </a:cubicBezTo>
                  <a:cubicBezTo>
                    <a:pt x="467" y="6739"/>
                    <a:pt x="3836" y="401"/>
                    <a:pt x="8006" y="401"/>
                  </a:cubicBezTo>
                  <a:close/>
                  <a:moveTo>
                    <a:pt x="8006" y="1"/>
                  </a:moveTo>
                  <a:cubicBezTo>
                    <a:pt x="3603" y="1"/>
                    <a:pt x="0" y="6539"/>
                    <a:pt x="0" y="14578"/>
                  </a:cubicBezTo>
                  <a:cubicBezTo>
                    <a:pt x="0" y="22617"/>
                    <a:pt x="3603" y="29188"/>
                    <a:pt x="8006" y="29188"/>
                  </a:cubicBezTo>
                  <a:cubicBezTo>
                    <a:pt x="12443" y="29188"/>
                    <a:pt x="16045" y="22617"/>
                    <a:pt x="16045" y="14578"/>
                  </a:cubicBezTo>
                  <a:cubicBezTo>
                    <a:pt x="16045" y="6539"/>
                    <a:pt x="12443" y="1"/>
                    <a:pt x="800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6"/>
            <p:cNvSpPr/>
            <p:nvPr/>
          </p:nvSpPr>
          <p:spPr>
            <a:xfrm>
              <a:off x="7048659" y="3212711"/>
              <a:ext cx="13233" cy="12978"/>
            </a:xfrm>
            <a:custGeom>
              <a:avLst/>
              <a:gdLst/>
              <a:ahLst/>
              <a:cxnLst/>
              <a:rect l="l" t="t" r="r" b="b"/>
              <a:pathLst>
                <a:path w="468" h="459" extrusionOk="0">
                  <a:moveTo>
                    <a:pt x="238" y="0"/>
                  </a:moveTo>
                  <a:cubicBezTo>
                    <a:pt x="209" y="0"/>
                    <a:pt x="184" y="8"/>
                    <a:pt x="167" y="25"/>
                  </a:cubicBezTo>
                  <a:cubicBezTo>
                    <a:pt x="134" y="25"/>
                    <a:pt x="101" y="58"/>
                    <a:pt x="101" y="92"/>
                  </a:cubicBezTo>
                  <a:cubicBezTo>
                    <a:pt x="67" y="92"/>
                    <a:pt x="34" y="125"/>
                    <a:pt x="34" y="158"/>
                  </a:cubicBezTo>
                  <a:cubicBezTo>
                    <a:pt x="1" y="192"/>
                    <a:pt x="1" y="259"/>
                    <a:pt x="34" y="325"/>
                  </a:cubicBezTo>
                  <a:cubicBezTo>
                    <a:pt x="67" y="392"/>
                    <a:pt x="101" y="425"/>
                    <a:pt x="167" y="459"/>
                  </a:cubicBezTo>
                  <a:lnTo>
                    <a:pt x="334" y="459"/>
                  </a:lnTo>
                  <a:cubicBezTo>
                    <a:pt x="367" y="425"/>
                    <a:pt x="401" y="425"/>
                    <a:pt x="401" y="392"/>
                  </a:cubicBezTo>
                  <a:cubicBezTo>
                    <a:pt x="434" y="392"/>
                    <a:pt x="434" y="359"/>
                    <a:pt x="468" y="325"/>
                  </a:cubicBezTo>
                  <a:cubicBezTo>
                    <a:pt x="468" y="259"/>
                    <a:pt x="468" y="192"/>
                    <a:pt x="468" y="158"/>
                  </a:cubicBezTo>
                  <a:cubicBezTo>
                    <a:pt x="434" y="92"/>
                    <a:pt x="401" y="58"/>
                    <a:pt x="334" y="25"/>
                  </a:cubicBezTo>
                  <a:cubicBezTo>
                    <a:pt x="301" y="8"/>
                    <a:pt x="267" y="0"/>
                    <a:pt x="2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6"/>
            <p:cNvSpPr/>
            <p:nvPr/>
          </p:nvSpPr>
          <p:spPr>
            <a:xfrm>
              <a:off x="7086378" y="3220600"/>
              <a:ext cx="153788" cy="321063"/>
            </a:xfrm>
            <a:custGeom>
              <a:avLst/>
              <a:gdLst/>
              <a:ahLst/>
              <a:cxnLst/>
              <a:rect l="l" t="t" r="r" b="b"/>
              <a:pathLst>
                <a:path w="5439" h="11355" extrusionOk="0">
                  <a:moveTo>
                    <a:pt x="275" y="1"/>
                  </a:moveTo>
                  <a:cubicBezTo>
                    <a:pt x="177" y="1"/>
                    <a:pt x="93" y="44"/>
                    <a:pt x="68" y="146"/>
                  </a:cubicBezTo>
                  <a:cubicBezTo>
                    <a:pt x="1" y="246"/>
                    <a:pt x="68" y="380"/>
                    <a:pt x="168" y="447"/>
                  </a:cubicBezTo>
                  <a:lnTo>
                    <a:pt x="268" y="447"/>
                  </a:lnTo>
                  <a:cubicBezTo>
                    <a:pt x="368" y="447"/>
                    <a:pt x="434" y="413"/>
                    <a:pt x="468" y="313"/>
                  </a:cubicBezTo>
                  <a:cubicBezTo>
                    <a:pt x="535" y="213"/>
                    <a:pt x="468" y="80"/>
                    <a:pt x="368" y="13"/>
                  </a:cubicBezTo>
                  <a:cubicBezTo>
                    <a:pt x="336" y="5"/>
                    <a:pt x="305" y="1"/>
                    <a:pt x="275" y="1"/>
                  </a:cubicBezTo>
                  <a:close/>
                  <a:moveTo>
                    <a:pt x="1423" y="734"/>
                  </a:moveTo>
                  <a:cubicBezTo>
                    <a:pt x="1362" y="734"/>
                    <a:pt x="1305" y="758"/>
                    <a:pt x="1268" y="813"/>
                  </a:cubicBezTo>
                  <a:cubicBezTo>
                    <a:pt x="1168" y="914"/>
                    <a:pt x="1168" y="1047"/>
                    <a:pt x="1268" y="1147"/>
                  </a:cubicBezTo>
                  <a:cubicBezTo>
                    <a:pt x="1302" y="1180"/>
                    <a:pt x="1368" y="1180"/>
                    <a:pt x="1402" y="1214"/>
                  </a:cubicBezTo>
                  <a:cubicBezTo>
                    <a:pt x="1469" y="1180"/>
                    <a:pt x="1535" y="1180"/>
                    <a:pt x="1569" y="1114"/>
                  </a:cubicBezTo>
                  <a:cubicBezTo>
                    <a:pt x="1669" y="1014"/>
                    <a:pt x="1669" y="880"/>
                    <a:pt x="1569" y="780"/>
                  </a:cubicBezTo>
                  <a:cubicBezTo>
                    <a:pt x="1524" y="750"/>
                    <a:pt x="1472" y="734"/>
                    <a:pt x="1423" y="734"/>
                  </a:cubicBezTo>
                  <a:close/>
                  <a:moveTo>
                    <a:pt x="2352" y="1746"/>
                  </a:moveTo>
                  <a:cubicBezTo>
                    <a:pt x="2311" y="1746"/>
                    <a:pt x="2271" y="1757"/>
                    <a:pt x="2236" y="1781"/>
                  </a:cubicBezTo>
                  <a:cubicBezTo>
                    <a:pt x="2136" y="1881"/>
                    <a:pt x="2102" y="2014"/>
                    <a:pt x="2202" y="2114"/>
                  </a:cubicBezTo>
                  <a:cubicBezTo>
                    <a:pt x="2236" y="2181"/>
                    <a:pt x="2302" y="2214"/>
                    <a:pt x="2369" y="2214"/>
                  </a:cubicBezTo>
                  <a:cubicBezTo>
                    <a:pt x="2436" y="2214"/>
                    <a:pt x="2469" y="2181"/>
                    <a:pt x="2503" y="2148"/>
                  </a:cubicBezTo>
                  <a:cubicBezTo>
                    <a:pt x="2603" y="2081"/>
                    <a:pt x="2636" y="1948"/>
                    <a:pt x="2569" y="1848"/>
                  </a:cubicBezTo>
                  <a:cubicBezTo>
                    <a:pt x="2505" y="1783"/>
                    <a:pt x="2426" y="1746"/>
                    <a:pt x="2352" y="1746"/>
                  </a:cubicBezTo>
                  <a:close/>
                  <a:moveTo>
                    <a:pt x="3116" y="2902"/>
                  </a:moveTo>
                  <a:cubicBezTo>
                    <a:pt x="3088" y="2902"/>
                    <a:pt x="3061" y="2907"/>
                    <a:pt x="3036" y="2915"/>
                  </a:cubicBezTo>
                  <a:cubicBezTo>
                    <a:pt x="2903" y="2982"/>
                    <a:pt x="2870" y="3148"/>
                    <a:pt x="2936" y="3249"/>
                  </a:cubicBezTo>
                  <a:cubicBezTo>
                    <a:pt x="2970" y="3315"/>
                    <a:pt x="3036" y="3349"/>
                    <a:pt x="3136" y="3349"/>
                  </a:cubicBezTo>
                  <a:cubicBezTo>
                    <a:pt x="3170" y="3349"/>
                    <a:pt x="3203" y="3349"/>
                    <a:pt x="3236" y="3315"/>
                  </a:cubicBezTo>
                  <a:cubicBezTo>
                    <a:pt x="3370" y="3282"/>
                    <a:pt x="3403" y="3115"/>
                    <a:pt x="3337" y="3015"/>
                  </a:cubicBezTo>
                  <a:cubicBezTo>
                    <a:pt x="3287" y="2940"/>
                    <a:pt x="3199" y="2902"/>
                    <a:pt x="3116" y="2902"/>
                  </a:cubicBezTo>
                  <a:close/>
                  <a:moveTo>
                    <a:pt x="3726" y="4141"/>
                  </a:moveTo>
                  <a:cubicBezTo>
                    <a:pt x="3707" y="4141"/>
                    <a:pt x="3688" y="4143"/>
                    <a:pt x="3670" y="4149"/>
                  </a:cubicBezTo>
                  <a:cubicBezTo>
                    <a:pt x="3537" y="4216"/>
                    <a:pt x="3503" y="4349"/>
                    <a:pt x="3537" y="4449"/>
                  </a:cubicBezTo>
                  <a:cubicBezTo>
                    <a:pt x="3570" y="4549"/>
                    <a:pt x="3670" y="4583"/>
                    <a:pt x="3737" y="4583"/>
                  </a:cubicBezTo>
                  <a:lnTo>
                    <a:pt x="3837" y="4583"/>
                  </a:lnTo>
                  <a:cubicBezTo>
                    <a:pt x="3937" y="4549"/>
                    <a:pt x="4004" y="4416"/>
                    <a:pt x="3970" y="4283"/>
                  </a:cubicBezTo>
                  <a:cubicBezTo>
                    <a:pt x="3915" y="4200"/>
                    <a:pt x="3815" y="4141"/>
                    <a:pt x="3726" y="4141"/>
                  </a:cubicBezTo>
                  <a:close/>
                  <a:moveTo>
                    <a:pt x="4224" y="5442"/>
                  </a:moveTo>
                  <a:cubicBezTo>
                    <a:pt x="4206" y="5442"/>
                    <a:pt x="4188" y="5444"/>
                    <a:pt x="4170" y="5450"/>
                  </a:cubicBezTo>
                  <a:cubicBezTo>
                    <a:pt x="4037" y="5483"/>
                    <a:pt x="3970" y="5617"/>
                    <a:pt x="4004" y="5750"/>
                  </a:cubicBezTo>
                  <a:cubicBezTo>
                    <a:pt x="4037" y="5850"/>
                    <a:pt x="4137" y="5884"/>
                    <a:pt x="4237" y="5884"/>
                  </a:cubicBezTo>
                  <a:lnTo>
                    <a:pt x="4304" y="5884"/>
                  </a:lnTo>
                  <a:cubicBezTo>
                    <a:pt x="4437" y="5850"/>
                    <a:pt x="4504" y="5717"/>
                    <a:pt x="4437" y="5617"/>
                  </a:cubicBezTo>
                  <a:cubicBezTo>
                    <a:pt x="4410" y="5506"/>
                    <a:pt x="4313" y="5442"/>
                    <a:pt x="4224" y="5442"/>
                  </a:cubicBezTo>
                  <a:close/>
                  <a:moveTo>
                    <a:pt x="4625" y="6776"/>
                  </a:moveTo>
                  <a:cubicBezTo>
                    <a:pt x="4606" y="6776"/>
                    <a:pt x="4588" y="6779"/>
                    <a:pt x="4571" y="6784"/>
                  </a:cubicBezTo>
                  <a:cubicBezTo>
                    <a:pt x="4437" y="6818"/>
                    <a:pt x="4371" y="6951"/>
                    <a:pt x="4404" y="7051"/>
                  </a:cubicBezTo>
                  <a:cubicBezTo>
                    <a:pt x="4404" y="7151"/>
                    <a:pt x="4504" y="7218"/>
                    <a:pt x="4604" y="7218"/>
                  </a:cubicBezTo>
                  <a:lnTo>
                    <a:pt x="4671" y="7218"/>
                  </a:lnTo>
                  <a:cubicBezTo>
                    <a:pt x="4771" y="7185"/>
                    <a:pt x="4871" y="7085"/>
                    <a:pt x="4838" y="6951"/>
                  </a:cubicBezTo>
                  <a:cubicBezTo>
                    <a:pt x="4810" y="6841"/>
                    <a:pt x="4714" y="6776"/>
                    <a:pt x="4625" y="6776"/>
                  </a:cubicBezTo>
                  <a:close/>
                  <a:moveTo>
                    <a:pt x="4925" y="8144"/>
                  </a:moveTo>
                  <a:cubicBezTo>
                    <a:pt x="4906" y="8144"/>
                    <a:pt x="4888" y="8146"/>
                    <a:pt x="4871" y="8152"/>
                  </a:cubicBezTo>
                  <a:cubicBezTo>
                    <a:pt x="4738" y="8152"/>
                    <a:pt x="4637" y="8286"/>
                    <a:pt x="4671" y="8419"/>
                  </a:cubicBezTo>
                  <a:cubicBezTo>
                    <a:pt x="4704" y="8519"/>
                    <a:pt x="4804" y="8586"/>
                    <a:pt x="4904" y="8586"/>
                  </a:cubicBezTo>
                  <a:lnTo>
                    <a:pt x="4938" y="8586"/>
                  </a:lnTo>
                  <a:cubicBezTo>
                    <a:pt x="5071" y="8552"/>
                    <a:pt x="5138" y="8452"/>
                    <a:pt x="5138" y="8319"/>
                  </a:cubicBezTo>
                  <a:cubicBezTo>
                    <a:pt x="5110" y="8208"/>
                    <a:pt x="5014" y="8144"/>
                    <a:pt x="4925" y="8144"/>
                  </a:cubicBezTo>
                  <a:close/>
                  <a:moveTo>
                    <a:pt x="5122" y="9513"/>
                  </a:moveTo>
                  <a:cubicBezTo>
                    <a:pt x="5106" y="9513"/>
                    <a:pt x="5089" y="9515"/>
                    <a:pt x="5071" y="9520"/>
                  </a:cubicBezTo>
                  <a:cubicBezTo>
                    <a:pt x="4938" y="9520"/>
                    <a:pt x="4871" y="9620"/>
                    <a:pt x="4871" y="9753"/>
                  </a:cubicBezTo>
                  <a:cubicBezTo>
                    <a:pt x="4871" y="9887"/>
                    <a:pt x="4971" y="9953"/>
                    <a:pt x="5104" y="9953"/>
                  </a:cubicBezTo>
                  <a:lnTo>
                    <a:pt x="5138" y="9953"/>
                  </a:lnTo>
                  <a:cubicBezTo>
                    <a:pt x="5238" y="9953"/>
                    <a:pt x="5338" y="9820"/>
                    <a:pt x="5338" y="9720"/>
                  </a:cubicBezTo>
                  <a:cubicBezTo>
                    <a:pt x="5309" y="9604"/>
                    <a:pt x="5230" y="9513"/>
                    <a:pt x="5122" y="9513"/>
                  </a:cubicBezTo>
                  <a:close/>
                  <a:moveTo>
                    <a:pt x="5205" y="10887"/>
                  </a:moveTo>
                  <a:cubicBezTo>
                    <a:pt x="5071" y="10887"/>
                    <a:pt x="4971" y="10987"/>
                    <a:pt x="4971" y="11121"/>
                  </a:cubicBezTo>
                  <a:cubicBezTo>
                    <a:pt x="5004" y="11254"/>
                    <a:pt x="5104" y="11354"/>
                    <a:pt x="5238" y="11354"/>
                  </a:cubicBezTo>
                  <a:cubicBezTo>
                    <a:pt x="5338" y="11321"/>
                    <a:pt x="5438" y="11221"/>
                    <a:pt x="5438" y="11121"/>
                  </a:cubicBezTo>
                  <a:cubicBezTo>
                    <a:pt x="5438" y="10987"/>
                    <a:pt x="5338" y="10887"/>
                    <a:pt x="5205" y="1088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6"/>
            <p:cNvSpPr/>
            <p:nvPr/>
          </p:nvSpPr>
          <p:spPr>
            <a:xfrm>
              <a:off x="7227866" y="3568270"/>
              <a:ext cx="13233" cy="13007"/>
            </a:xfrm>
            <a:custGeom>
              <a:avLst/>
              <a:gdLst/>
              <a:ahLst/>
              <a:cxnLst/>
              <a:rect l="l" t="t" r="r" b="b"/>
              <a:pathLst>
                <a:path w="468" h="460" extrusionOk="0">
                  <a:moveTo>
                    <a:pt x="238" y="1"/>
                  </a:moveTo>
                  <a:cubicBezTo>
                    <a:pt x="209" y="1"/>
                    <a:pt x="184" y="9"/>
                    <a:pt x="167" y="26"/>
                  </a:cubicBezTo>
                  <a:cubicBezTo>
                    <a:pt x="134" y="26"/>
                    <a:pt x="100" y="59"/>
                    <a:pt x="100" y="59"/>
                  </a:cubicBezTo>
                  <a:cubicBezTo>
                    <a:pt x="67" y="92"/>
                    <a:pt x="34" y="126"/>
                    <a:pt x="34" y="159"/>
                  </a:cubicBezTo>
                  <a:cubicBezTo>
                    <a:pt x="34" y="159"/>
                    <a:pt x="34" y="193"/>
                    <a:pt x="34" y="226"/>
                  </a:cubicBezTo>
                  <a:cubicBezTo>
                    <a:pt x="0" y="259"/>
                    <a:pt x="34" y="293"/>
                    <a:pt x="34" y="326"/>
                  </a:cubicBezTo>
                  <a:cubicBezTo>
                    <a:pt x="34" y="359"/>
                    <a:pt x="67" y="359"/>
                    <a:pt x="100" y="393"/>
                  </a:cubicBezTo>
                  <a:cubicBezTo>
                    <a:pt x="100" y="426"/>
                    <a:pt x="134" y="426"/>
                    <a:pt x="167" y="459"/>
                  </a:cubicBezTo>
                  <a:lnTo>
                    <a:pt x="234" y="459"/>
                  </a:lnTo>
                  <a:cubicBezTo>
                    <a:pt x="301" y="459"/>
                    <a:pt x="367" y="426"/>
                    <a:pt x="401" y="393"/>
                  </a:cubicBezTo>
                  <a:cubicBezTo>
                    <a:pt x="434" y="359"/>
                    <a:pt x="434" y="359"/>
                    <a:pt x="467" y="326"/>
                  </a:cubicBezTo>
                  <a:cubicBezTo>
                    <a:pt x="467" y="259"/>
                    <a:pt x="467" y="193"/>
                    <a:pt x="467" y="159"/>
                  </a:cubicBezTo>
                  <a:cubicBezTo>
                    <a:pt x="434" y="126"/>
                    <a:pt x="434" y="92"/>
                    <a:pt x="401" y="59"/>
                  </a:cubicBezTo>
                  <a:cubicBezTo>
                    <a:pt x="401" y="59"/>
                    <a:pt x="367" y="26"/>
                    <a:pt x="334" y="26"/>
                  </a:cubicBezTo>
                  <a:cubicBezTo>
                    <a:pt x="301" y="9"/>
                    <a:pt x="267" y="1"/>
                    <a:pt x="2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26"/>
            <p:cNvSpPr/>
            <p:nvPr/>
          </p:nvSpPr>
          <p:spPr>
            <a:xfrm>
              <a:off x="6601603" y="4046230"/>
              <a:ext cx="963951" cy="425397"/>
            </a:xfrm>
            <a:custGeom>
              <a:avLst/>
              <a:gdLst/>
              <a:ahLst/>
              <a:cxnLst/>
              <a:rect l="l" t="t" r="r" b="b"/>
              <a:pathLst>
                <a:path w="34092" h="15045" extrusionOk="0">
                  <a:moveTo>
                    <a:pt x="25185" y="0"/>
                  </a:moveTo>
                  <a:cubicBezTo>
                    <a:pt x="20615" y="0"/>
                    <a:pt x="10107" y="5471"/>
                    <a:pt x="2469" y="9807"/>
                  </a:cubicBezTo>
                  <a:cubicBezTo>
                    <a:pt x="0" y="11242"/>
                    <a:pt x="1001" y="15045"/>
                    <a:pt x="3870" y="15045"/>
                  </a:cubicBezTo>
                  <a:lnTo>
                    <a:pt x="31656" y="15045"/>
                  </a:lnTo>
                  <a:cubicBezTo>
                    <a:pt x="31656" y="15045"/>
                    <a:pt x="34091" y="0"/>
                    <a:pt x="251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26"/>
            <p:cNvSpPr/>
            <p:nvPr/>
          </p:nvSpPr>
          <p:spPr>
            <a:xfrm>
              <a:off x="7234454" y="1161077"/>
              <a:ext cx="1130915" cy="996524"/>
            </a:xfrm>
            <a:custGeom>
              <a:avLst/>
              <a:gdLst/>
              <a:ahLst/>
              <a:cxnLst/>
              <a:rect l="l" t="t" r="r" b="b"/>
              <a:pathLst>
                <a:path w="39997" h="35244" extrusionOk="0">
                  <a:moveTo>
                    <a:pt x="20030" y="0"/>
                  </a:moveTo>
                  <a:cubicBezTo>
                    <a:pt x="13102" y="0"/>
                    <a:pt x="6534" y="4095"/>
                    <a:pt x="3737" y="10874"/>
                  </a:cubicBezTo>
                  <a:cubicBezTo>
                    <a:pt x="1" y="19881"/>
                    <a:pt x="4271" y="30188"/>
                    <a:pt x="13277" y="33891"/>
                  </a:cubicBezTo>
                  <a:cubicBezTo>
                    <a:pt x="15481" y="34808"/>
                    <a:pt x="17766" y="35243"/>
                    <a:pt x="20014" y="35243"/>
                  </a:cubicBezTo>
                  <a:cubicBezTo>
                    <a:pt x="26918" y="35243"/>
                    <a:pt x="33475" y="31145"/>
                    <a:pt x="36293" y="24351"/>
                  </a:cubicBezTo>
                  <a:cubicBezTo>
                    <a:pt x="39996" y="15377"/>
                    <a:pt x="35726" y="5070"/>
                    <a:pt x="26753" y="1334"/>
                  </a:cubicBezTo>
                  <a:cubicBezTo>
                    <a:pt x="24552" y="429"/>
                    <a:pt x="22272" y="0"/>
                    <a:pt x="200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6"/>
            <p:cNvSpPr/>
            <p:nvPr/>
          </p:nvSpPr>
          <p:spPr>
            <a:xfrm>
              <a:off x="7477817" y="1449822"/>
              <a:ext cx="834735" cy="693671"/>
            </a:xfrm>
            <a:custGeom>
              <a:avLst/>
              <a:gdLst/>
              <a:ahLst/>
              <a:cxnLst/>
              <a:rect l="l" t="t" r="r" b="b"/>
              <a:pathLst>
                <a:path w="29522" h="24533" extrusionOk="0">
                  <a:moveTo>
                    <a:pt x="17978" y="1"/>
                  </a:moveTo>
                  <a:cubicBezTo>
                    <a:pt x="14682" y="1"/>
                    <a:pt x="11059" y="1261"/>
                    <a:pt x="7939" y="3764"/>
                  </a:cubicBezTo>
                  <a:cubicBezTo>
                    <a:pt x="1868" y="8668"/>
                    <a:pt x="0" y="16440"/>
                    <a:pt x="3769" y="21110"/>
                  </a:cubicBezTo>
                  <a:cubicBezTo>
                    <a:pt x="5602" y="23397"/>
                    <a:pt x="8427" y="24532"/>
                    <a:pt x="11545" y="24532"/>
                  </a:cubicBezTo>
                  <a:cubicBezTo>
                    <a:pt x="14840" y="24532"/>
                    <a:pt x="18462" y="23263"/>
                    <a:pt x="21582" y="20743"/>
                  </a:cubicBezTo>
                  <a:cubicBezTo>
                    <a:pt x="27653" y="15840"/>
                    <a:pt x="29521" y="8101"/>
                    <a:pt x="25752" y="3398"/>
                  </a:cubicBezTo>
                  <a:cubicBezTo>
                    <a:pt x="23920" y="1128"/>
                    <a:pt x="21095" y="1"/>
                    <a:pt x="179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26"/>
            <p:cNvSpPr/>
            <p:nvPr/>
          </p:nvSpPr>
          <p:spPr>
            <a:xfrm>
              <a:off x="7317470" y="1283141"/>
              <a:ext cx="502729" cy="604180"/>
            </a:xfrm>
            <a:custGeom>
              <a:avLst/>
              <a:gdLst/>
              <a:ahLst/>
              <a:cxnLst/>
              <a:rect l="l" t="t" r="r" b="b"/>
              <a:pathLst>
                <a:path w="17780" h="21368" extrusionOk="0">
                  <a:moveTo>
                    <a:pt x="9907" y="386"/>
                  </a:moveTo>
                  <a:cubicBezTo>
                    <a:pt x="10408" y="386"/>
                    <a:pt x="10941" y="486"/>
                    <a:pt x="11475" y="653"/>
                  </a:cubicBezTo>
                  <a:cubicBezTo>
                    <a:pt x="15445" y="1854"/>
                    <a:pt x="17313" y="7324"/>
                    <a:pt x="15645" y="12862"/>
                  </a:cubicBezTo>
                  <a:cubicBezTo>
                    <a:pt x="14911" y="15430"/>
                    <a:pt x="13410" y="17699"/>
                    <a:pt x="11342" y="19366"/>
                  </a:cubicBezTo>
                  <a:cubicBezTo>
                    <a:pt x="9944" y="20427"/>
                    <a:pt x="8441" y="20982"/>
                    <a:pt x="6998" y="20982"/>
                  </a:cubicBezTo>
                  <a:cubicBezTo>
                    <a:pt x="6444" y="20982"/>
                    <a:pt x="5898" y="20901"/>
                    <a:pt x="5371" y="20734"/>
                  </a:cubicBezTo>
                  <a:cubicBezTo>
                    <a:pt x="3503" y="20167"/>
                    <a:pt x="2002" y="18566"/>
                    <a:pt x="1201" y="16298"/>
                  </a:cubicBezTo>
                  <a:cubicBezTo>
                    <a:pt x="401" y="13762"/>
                    <a:pt x="434" y="11027"/>
                    <a:pt x="1235" y="8492"/>
                  </a:cubicBezTo>
                  <a:cubicBezTo>
                    <a:pt x="2702" y="3688"/>
                    <a:pt x="6372" y="386"/>
                    <a:pt x="9907" y="386"/>
                  </a:cubicBezTo>
                  <a:close/>
                  <a:moveTo>
                    <a:pt x="9901" y="1"/>
                  </a:moveTo>
                  <a:cubicBezTo>
                    <a:pt x="6195" y="1"/>
                    <a:pt x="2369" y="3396"/>
                    <a:pt x="868" y="8392"/>
                  </a:cubicBezTo>
                  <a:cubicBezTo>
                    <a:pt x="34" y="10994"/>
                    <a:pt x="0" y="13796"/>
                    <a:pt x="834" y="16398"/>
                  </a:cubicBezTo>
                  <a:cubicBezTo>
                    <a:pt x="1668" y="18833"/>
                    <a:pt x="3236" y="20501"/>
                    <a:pt x="5271" y="21134"/>
                  </a:cubicBezTo>
                  <a:cubicBezTo>
                    <a:pt x="5838" y="21301"/>
                    <a:pt x="6438" y="21368"/>
                    <a:pt x="7005" y="21368"/>
                  </a:cubicBezTo>
                  <a:cubicBezTo>
                    <a:pt x="8673" y="21334"/>
                    <a:pt x="10308" y="20734"/>
                    <a:pt x="11609" y="19667"/>
                  </a:cubicBezTo>
                  <a:cubicBezTo>
                    <a:pt x="13743" y="17932"/>
                    <a:pt x="15278" y="15630"/>
                    <a:pt x="16012" y="12995"/>
                  </a:cubicBezTo>
                  <a:cubicBezTo>
                    <a:pt x="17780" y="7224"/>
                    <a:pt x="15778" y="1520"/>
                    <a:pt x="11609" y="253"/>
                  </a:cubicBezTo>
                  <a:cubicBezTo>
                    <a:pt x="11048" y="82"/>
                    <a:pt x="10476" y="1"/>
                    <a:pt x="99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6"/>
            <p:cNvSpPr/>
            <p:nvPr/>
          </p:nvSpPr>
          <p:spPr>
            <a:xfrm>
              <a:off x="7627759" y="1326656"/>
              <a:ext cx="10405" cy="10801"/>
            </a:xfrm>
            <a:custGeom>
              <a:avLst/>
              <a:gdLst/>
              <a:ahLst/>
              <a:cxnLst/>
              <a:rect l="l" t="t" r="r" b="b"/>
              <a:pathLst>
                <a:path w="368" h="382" extrusionOk="0">
                  <a:moveTo>
                    <a:pt x="166" y="1"/>
                  </a:moveTo>
                  <a:cubicBezTo>
                    <a:pt x="143" y="1"/>
                    <a:pt x="120" y="5"/>
                    <a:pt x="101" y="15"/>
                  </a:cubicBezTo>
                  <a:cubicBezTo>
                    <a:pt x="68" y="15"/>
                    <a:pt x="34" y="48"/>
                    <a:pt x="34" y="48"/>
                  </a:cubicBezTo>
                  <a:cubicBezTo>
                    <a:pt x="1" y="81"/>
                    <a:pt x="1" y="81"/>
                    <a:pt x="1" y="115"/>
                  </a:cubicBezTo>
                  <a:cubicBezTo>
                    <a:pt x="1" y="148"/>
                    <a:pt x="1" y="181"/>
                    <a:pt x="1" y="181"/>
                  </a:cubicBezTo>
                  <a:cubicBezTo>
                    <a:pt x="1" y="248"/>
                    <a:pt x="1" y="281"/>
                    <a:pt x="34" y="348"/>
                  </a:cubicBezTo>
                  <a:cubicBezTo>
                    <a:pt x="68" y="382"/>
                    <a:pt x="134" y="382"/>
                    <a:pt x="201" y="382"/>
                  </a:cubicBezTo>
                  <a:lnTo>
                    <a:pt x="234" y="382"/>
                  </a:lnTo>
                  <a:cubicBezTo>
                    <a:pt x="268" y="348"/>
                    <a:pt x="268" y="348"/>
                    <a:pt x="301" y="348"/>
                  </a:cubicBezTo>
                  <a:cubicBezTo>
                    <a:pt x="334" y="281"/>
                    <a:pt x="368" y="248"/>
                    <a:pt x="368" y="181"/>
                  </a:cubicBezTo>
                  <a:cubicBezTo>
                    <a:pt x="368" y="181"/>
                    <a:pt x="368" y="148"/>
                    <a:pt x="368" y="115"/>
                  </a:cubicBezTo>
                  <a:cubicBezTo>
                    <a:pt x="334" y="81"/>
                    <a:pt x="334" y="81"/>
                    <a:pt x="301" y="48"/>
                  </a:cubicBezTo>
                  <a:cubicBezTo>
                    <a:pt x="277" y="24"/>
                    <a:pt x="221" y="1"/>
                    <a:pt x="1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26"/>
            <p:cNvSpPr/>
            <p:nvPr/>
          </p:nvSpPr>
          <p:spPr>
            <a:xfrm>
              <a:off x="7657957" y="1341104"/>
              <a:ext cx="90565" cy="267057"/>
            </a:xfrm>
            <a:custGeom>
              <a:avLst/>
              <a:gdLst/>
              <a:ahLst/>
              <a:cxnLst/>
              <a:rect l="l" t="t" r="r" b="b"/>
              <a:pathLst>
                <a:path w="3203" h="9445" extrusionOk="0">
                  <a:moveTo>
                    <a:pt x="221" y="1"/>
                  </a:moveTo>
                  <a:cubicBezTo>
                    <a:pt x="162" y="1"/>
                    <a:pt x="108" y="29"/>
                    <a:pt x="67" y="71"/>
                  </a:cubicBezTo>
                  <a:cubicBezTo>
                    <a:pt x="0" y="171"/>
                    <a:pt x="34" y="304"/>
                    <a:pt x="134" y="371"/>
                  </a:cubicBezTo>
                  <a:cubicBezTo>
                    <a:pt x="167" y="371"/>
                    <a:pt x="200" y="404"/>
                    <a:pt x="234" y="404"/>
                  </a:cubicBezTo>
                  <a:cubicBezTo>
                    <a:pt x="300" y="371"/>
                    <a:pt x="367" y="371"/>
                    <a:pt x="401" y="304"/>
                  </a:cubicBezTo>
                  <a:cubicBezTo>
                    <a:pt x="434" y="204"/>
                    <a:pt x="434" y="104"/>
                    <a:pt x="334" y="37"/>
                  </a:cubicBezTo>
                  <a:cubicBezTo>
                    <a:pt x="296" y="12"/>
                    <a:pt x="257" y="1"/>
                    <a:pt x="221" y="1"/>
                  </a:cubicBezTo>
                  <a:close/>
                  <a:moveTo>
                    <a:pt x="1168" y="796"/>
                  </a:moveTo>
                  <a:cubicBezTo>
                    <a:pt x="1118" y="796"/>
                    <a:pt x="1068" y="821"/>
                    <a:pt x="1034" y="871"/>
                  </a:cubicBezTo>
                  <a:cubicBezTo>
                    <a:pt x="934" y="938"/>
                    <a:pt x="934" y="1038"/>
                    <a:pt x="1034" y="1138"/>
                  </a:cubicBezTo>
                  <a:cubicBezTo>
                    <a:pt x="1058" y="1162"/>
                    <a:pt x="1098" y="1185"/>
                    <a:pt x="1132" y="1185"/>
                  </a:cubicBezTo>
                  <a:cubicBezTo>
                    <a:pt x="1145" y="1185"/>
                    <a:pt x="1158" y="1181"/>
                    <a:pt x="1168" y="1171"/>
                  </a:cubicBezTo>
                  <a:cubicBezTo>
                    <a:pt x="1234" y="1171"/>
                    <a:pt x="1268" y="1171"/>
                    <a:pt x="1301" y="1138"/>
                  </a:cubicBezTo>
                  <a:cubicBezTo>
                    <a:pt x="1368" y="1071"/>
                    <a:pt x="1368" y="938"/>
                    <a:pt x="1301" y="871"/>
                  </a:cubicBezTo>
                  <a:cubicBezTo>
                    <a:pt x="1268" y="821"/>
                    <a:pt x="1218" y="796"/>
                    <a:pt x="1168" y="796"/>
                  </a:cubicBezTo>
                  <a:close/>
                  <a:moveTo>
                    <a:pt x="1906" y="1804"/>
                  </a:moveTo>
                  <a:cubicBezTo>
                    <a:pt x="1872" y="1804"/>
                    <a:pt x="1837" y="1815"/>
                    <a:pt x="1802" y="1839"/>
                  </a:cubicBezTo>
                  <a:cubicBezTo>
                    <a:pt x="1701" y="1872"/>
                    <a:pt x="1668" y="2005"/>
                    <a:pt x="1735" y="2105"/>
                  </a:cubicBezTo>
                  <a:cubicBezTo>
                    <a:pt x="1768" y="2172"/>
                    <a:pt x="1835" y="2206"/>
                    <a:pt x="1902" y="2206"/>
                  </a:cubicBezTo>
                  <a:cubicBezTo>
                    <a:pt x="1935" y="2206"/>
                    <a:pt x="1968" y="2172"/>
                    <a:pt x="2002" y="2172"/>
                  </a:cubicBezTo>
                  <a:cubicBezTo>
                    <a:pt x="2068" y="2105"/>
                    <a:pt x="2102" y="2005"/>
                    <a:pt x="2068" y="1905"/>
                  </a:cubicBezTo>
                  <a:cubicBezTo>
                    <a:pt x="2025" y="1841"/>
                    <a:pt x="1968" y="1804"/>
                    <a:pt x="1906" y="1804"/>
                  </a:cubicBezTo>
                  <a:close/>
                  <a:moveTo>
                    <a:pt x="2410" y="2927"/>
                  </a:moveTo>
                  <a:cubicBezTo>
                    <a:pt x="2384" y="2927"/>
                    <a:pt x="2359" y="2932"/>
                    <a:pt x="2335" y="2939"/>
                  </a:cubicBezTo>
                  <a:cubicBezTo>
                    <a:pt x="2235" y="2973"/>
                    <a:pt x="2202" y="3106"/>
                    <a:pt x="2235" y="3206"/>
                  </a:cubicBezTo>
                  <a:cubicBezTo>
                    <a:pt x="2269" y="3273"/>
                    <a:pt x="2335" y="3306"/>
                    <a:pt x="2402" y="3306"/>
                  </a:cubicBezTo>
                  <a:lnTo>
                    <a:pt x="2469" y="3306"/>
                  </a:lnTo>
                  <a:cubicBezTo>
                    <a:pt x="2569" y="3273"/>
                    <a:pt x="2635" y="3173"/>
                    <a:pt x="2602" y="3073"/>
                  </a:cubicBezTo>
                  <a:cubicBezTo>
                    <a:pt x="2577" y="2971"/>
                    <a:pt x="2493" y="2927"/>
                    <a:pt x="2410" y="2927"/>
                  </a:cubicBezTo>
                  <a:close/>
                  <a:moveTo>
                    <a:pt x="2770" y="4132"/>
                  </a:moveTo>
                  <a:cubicBezTo>
                    <a:pt x="2748" y="4132"/>
                    <a:pt x="2726" y="4134"/>
                    <a:pt x="2702" y="4140"/>
                  </a:cubicBezTo>
                  <a:cubicBezTo>
                    <a:pt x="2602" y="4140"/>
                    <a:pt x="2535" y="4240"/>
                    <a:pt x="2569" y="4374"/>
                  </a:cubicBezTo>
                  <a:cubicBezTo>
                    <a:pt x="2602" y="4440"/>
                    <a:pt x="2669" y="4507"/>
                    <a:pt x="2769" y="4507"/>
                  </a:cubicBezTo>
                  <a:lnTo>
                    <a:pt x="2802" y="4507"/>
                  </a:lnTo>
                  <a:cubicBezTo>
                    <a:pt x="2902" y="4474"/>
                    <a:pt x="2969" y="4374"/>
                    <a:pt x="2936" y="4274"/>
                  </a:cubicBezTo>
                  <a:cubicBezTo>
                    <a:pt x="2936" y="4191"/>
                    <a:pt x="2868" y="4132"/>
                    <a:pt x="2770" y="4132"/>
                  </a:cubicBezTo>
                  <a:close/>
                  <a:moveTo>
                    <a:pt x="2936" y="5341"/>
                  </a:moveTo>
                  <a:cubicBezTo>
                    <a:pt x="2802" y="5375"/>
                    <a:pt x="2736" y="5441"/>
                    <a:pt x="2736" y="5575"/>
                  </a:cubicBezTo>
                  <a:cubicBezTo>
                    <a:pt x="2769" y="5675"/>
                    <a:pt x="2869" y="5741"/>
                    <a:pt x="2969" y="5741"/>
                  </a:cubicBezTo>
                  <a:cubicBezTo>
                    <a:pt x="3069" y="5741"/>
                    <a:pt x="3136" y="5641"/>
                    <a:pt x="3136" y="5541"/>
                  </a:cubicBezTo>
                  <a:cubicBezTo>
                    <a:pt x="3136" y="5408"/>
                    <a:pt x="3036" y="5341"/>
                    <a:pt x="2936" y="5341"/>
                  </a:cubicBezTo>
                  <a:close/>
                  <a:moveTo>
                    <a:pt x="3002" y="6575"/>
                  </a:moveTo>
                  <a:cubicBezTo>
                    <a:pt x="2902" y="6575"/>
                    <a:pt x="2802" y="6675"/>
                    <a:pt x="2802" y="6776"/>
                  </a:cubicBezTo>
                  <a:cubicBezTo>
                    <a:pt x="2802" y="6876"/>
                    <a:pt x="2869" y="6976"/>
                    <a:pt x="3002" y="6976"/>
                  </a:cubicBezTo>
                  <a:cubicBezTo>
                    <a:pt x="3102" y="6976"/>
                    <a:pt x="3169" y="6876"/>
                    <a:pt x="3203" y="6776"/>
                  </a:cubicBezTo>
                  <a:cubicBezTo>
                    <a:pt x="3203" y="6675"/>
                    <a:pt x="3102" y="6575"/>
                    <a:pt x="3002" y="6575"/>
                  </a:cubicBezTo>
                  <a:close/>
                  <a:moveTo>
                    <a:pt x="2896" y="7836"/>
                  </a:moveTo>
                  <a:cubicBezTo>
                    <a:pt x="2810" y="7836"/>
                    <a:pt x="2731" y="7923"/>
                    <a:pt x="2702" y="8010"/>
                  </a:cubicBezTo>
                  <a:cubicBezTo>
                    <a:pt x="2702" y="8110"/>
                    <a:pt x="2769" y="8210"/>
                    <a:pt x="2902" y="8210"/>
                  </a:cubicBezTo>
                  <a:lnTo>
                    <a:pt x="2902" y="8243"/>
                  </a:lnTo>
                  <a:cubicBezTo>
                    <a:pt x="3002" y="8210"/>
                    <a:pt x="3102" y="8143"/>
                    <a:pt x="3102" y="8043"/>
                  </a:cubicBezTo>
                  <a:cubicBezTo>
                    <a:pt x="3102" y="7943"/>
                    <a:pt x="3036" y="7843"/>
                    <a:pt x="2936" y="7843"/>
                  </a:cubicBezTo>
                  <a:cubicBezTo>
                    <a:pt x="2922" y="7838"/>
                    <a:pt x="2909" y="7836"/>
                    <a:pt x="2896" y="7836"/>
                  </a:cubicBezTo>
                  <a:close/>
                  <a:moveTo>
                    <a:pt x="2702" y="9068"/>
                  </a:moveTo>
                  <a:cubicBezTo>
                    <a:pt x="2603" y="9068"/>
                    <a:pt x="2535" y="9128"/>
                    <a:pt x="2535" y="9211"/>
                  </a:cubicBezTo>
                  <a:cubicBezTo>
                    <a:pt x="2502" y="9311"/>
                    <a:pt x="2569" y="9411"/>
                    <a:pt x="2669" y="9444"/>
                  </a:cubicBezTo>
                  <a:lnTo>
                    <a:pt x="2702" y="9444"/>
                  </a:lnTo>
                  <a:cubicBezTo>
                    <a:pt x="2802" y="9444"/>
                    <a:pt x="2869" y="9377"/>
                    <a:pt x="2902" y="9311"/>
                  </a:cubicBezTo>
                  <a:cubicBezTo>
                    <a:pt x="2936" y="9177"/>
                    <a:pt x="2869" y="9077"/>
                    <a:pt x="2769" y="9077"/>
                  </a:cubicBezTo>
                  <a:cubicBezTo>
                    <a:pt x="2745" y="9071"/>
                    <a:pt x="2723" y="9068"/>
                    <a:pt x="2702" y="906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6"/>
            <p:cNvSpPr/>
            <p:nvPr/>
          </p:nvSpPr>
          <p:spPr>
            <a:xfrm>
              <a:off x="7720190" y="1631319"/>
              <a:ext cx="11367" cy="10773"/>
            </a:xfrm>
            <a:custGeom>
              <a:avLst/>
              <a:gdLst/>
              <a:ahLst/>
              <a:cxnLst/>
              <a:rect l="l" t="t" r="r" b="b"/>
              <a:pathLst>
                <a:path w="402" h="381" extrusionOk="0">
                  <a:moveTo>
                    <a:pt x="199" y="0"/>
                  </a:moveTo>
                  <a:cubicBezTo>
                    <a:pt x="176" y="0"/>
                    <a:pt x="154" y="4"/>
                    <a:pt x="134" y="14"/>
                  </a:cubicBezTo>
                  <a:cubicBezTo>
                    <a:pt x="101" y="14"/>
                    <a:pt x="101" y="47"/>
                    <a:pt x="68" y="47"/>
                  </a:cubicBezTo>
                  <a:cubicBezTo>
                    <a:pt x="34" y="81"/>
                    <a:pt x="34" y="81"/>
                    <a:pt x="34" y="114"/>
                  </a:cubicBezTo>
                  <a:cubicBezTo>
                    <a:pt x="34" y="147"/>
                    <a:pt x="34" y="181"/>
                    <a:pt x="34" y="181"/>
                  </a:cubicBezTo>
                  <a:cubicBezTo>
                    <a:pt x="1" y="214"/>
                    <a:pt x="1" y="248"/>
                    <a:pt x="34" y="281"/>
                  </a:cubicBezTo>
                  <a:cubicBezTo>
                    <a:pt x="34" y="281"/>
                    <a:pt x="34" y="314"/>
                    <a:pt x="68" y="348"/>
                  </a:cubicBezTo>
                  <a:cubicBezTo>
                    <a:pt x="101" y="381"/>
                    <a:pt x="168" y="381"/>
                    <a:pt x="201" y="381"/>
                  </a:cubicBezTo>
                  <a:lnTo>
                    <a:pt x="268" y="381"/>
                  </a:lnTo>
                  <a:cubicBezTo>
                    <a:pt x="301" y="381"/>
                    <a:pt x="334" y="348"/>
                    <a:pt x="334" y="348"/>
                  </a:cubicBezTo>
                  <a:cubicBezTo>
                    <a:pt x="368" y="281"/>
                    <a:pt x="401" y="248"/>
                    <a:pt x="401" y="181"/>
                  </a:cubicBezTo>
                  <a:cubicBezTo>
                    <a:pt x="401" y="147"/>
                    <a:pt x="368" y="81"/>
                    <a:pt x="334" y="47"/>
                  </a:cubicBezTo>
                  <a:cubicBezTo>
                    <a:pt x="311" y="24"/>
                    <a:pt x="254" y="0"/>
                    <a:pt x="1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6"/>
            <p:cNvSpPr/>
            <p:nvPr/>
          </p:nvSpPr>
          <p:spPr>
            <a:xfrm>
              <a:off x="7190147" y="1752901"/>
              <a:ext cx="959569" cy="1688781"/>
            </a:xfrm>
            <a:custGeom>
              <a:avLst/>
              <a:gdLst/>
              <a:ahLst/>
              <a:cxnLst/>
              <a:rect l="l" t="t" r="r" b="b"/>
              <a:pathLst>
                <a:path w="33937" h="59727" extrusionOk="0">
                  <a:moveTo>
                    <a:pt x="26309" y="1"/>
                  </a:moveTo>
                  <a:cubicBezTo>
                    <a:pt x="24279" y="1"/>
                    <a:pt x="22389" y="704"/>
                    <a:pt x="21582" y="2185"/>
                  </a:cubicBezTo>
                  <a:cubicBezTo>
                    <a:pt x="19837" y="5389"/>
                    <a:pt x="13780" y="8349"/>
                    <a:pt x="10114" y="8349"/>
                  </a:cubicBezTo>
                  <a:cubicBezTo>
                    <a:pt x="9084" y="8349"/>
                    <a:pt x="8243" y="8116"/>
                    <a:pt x="7739" y="7589"/>
                  </a:cubicBezTo>
                  <a:cubicBezTo>
                    <a:pt x="3769" y="12226"/>
                    <a:pt x="601" y="32807"/>
                    <a:pt x="0" y="42948"/>
                  </a:cubicBezTo>
                  <a:cubicBezTo>
                    <a:pt x="3036" y="43582"/>
                    <a:pt x="9941" y="48418"/>
                    <a:pt x="10574" y="55824"/>
                  </a:cubicBezTo>
                  <a:cubicBezTo>
                    <a:pt x="13488" y="58663"/>
                    <a:pt x="17117" y="59727"/>
                    <a:pt x="20281" y="59727"/>
                  </a:cubicBezTo>
                  <a:cubicBezTo>
                    <a:pt x="24216" y="59727"/>
                    <a:pt x="27431" y="58080"/>
                    <a:pt x="27653" y="56157"/>
                  </a:cubicBezTo>
                  <a:cubicBezTo>
                    <a:pt x="28087" y="51387"/>
                    <a:pt x="26552" y="48252"/>
                    <a:pt x="22616" y="45049"/>
                  </a:cubicBezTo>
                  <a:cubicBezTo>
                    <a:pt x="23917" y="23501"/>
                    <a:pt x="32056" y="12426"/>
                    <a:pt x="33190" y="6188"/>
                  </a:cubicBezTo>
                  <a:cubicBezTo>
                    <a:pt x="33936" y="2203"/>
                    <a:pt x="29902" y="1"/>
                    <a:pt x="263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7434415" y="3018971"/>
              <a:ext cx="376029" cy="88840"/>
            </a:xfrm>
            <a:custGeom>
              <a:avLst/>
              <a:gdLst/>
              <a:ahLst/>
              <a:cxnLst/>
              <a:rect l="l" t="t" r="r" b="b"/>
              <a:pathLst>
                <a:path w="13299" h="3142" extrusionOk="0">
                  <a:moveTo>
                    <a:pt x="11828" y="0"/>
                  </a:moveTo>
                  <a:cubicBezTo>
                    <a:pt x="9277" y="0"/>
                    <a:pt x="3930" y="427"/>
                    <a:pt x="167" y="2741"/>
                  </a:cubicBezTo>
                  <a:cubicBezTo>
                    <a:pt x="1" y="2874"/>
                    <a:pt x="67" y="3141"/>
                    <a:pt x="301" y="3141"/>
                  </a:cubicBezTo>
                  <a:lnTo>
                    <a:pt x="401" y="3141"/>
                  </a:lnTo>
                  <a:cubicBezTo>
                    <a:pt x="4166" y="830"/>
                    <a:pt x="9542" y="447"/>
                    <a:pt x="11980" y="447"/>
                  </a:cubicBezTo>
                  <a:cubicBezTo>
                    <a:pt x="12392" y="447"/>
                    <a:pt x="12721" y="458"/>
                    <a:pt x="12943" y="472"/>
                  </a:cubicBezTo>
                  <a:cubicBezTo>
                    <a:pt x="12954" y="474"/>
                    <a:pt x="12964" y="474"/>
                    <a:pt x="12973" y="474"/>
                  </a:cubicBezTo>
                  <a:cubicBezTo>
                    <a:pt x="13248" y="474"/>
                    <a:pt x="13299" y="39"/>
                    <a:pt x="12977" y="39"/>
                  </a:cubicBezTo>
                  <a:cubicBezTo>
                    <a:pt x="12724" y="17"/>
                    <a:pt x="12330" y="0"/>
                    <a:pt x="118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5532978" y="1636776"/>
              <a:ext cx="173580" cy="179829"/>
            </a:xfrm>
            <a:custGeom>
              <a:avLst/>
              <a:gdLst/>
              <a:ahLst/>
              <a:cxnLst/>
              <a:rect l="l" t="t" r="r" b="b"/>
              <a:pathLst>
                <a:path w="6139" h="6360" extrusionOk="0">
                  <a:moveTo>
                    <a:pt x="1835" y="221"/>
                  </a:moveTo>
                  <a:cubicBezTo>
                    <a:pt x="2135" y="221"/>
                    <a:pt x="2469" y="288"/>
                    <a:pt x="2736" y="455"/>
                  </a:cubicBezTo>
                  <a:cubicBezTo>
                    <a:pt x="3503" y="788"/>
                    <a:pt x="4137" y="1355"/>
                    <a:pt x="4637" y="2056"/>
                  </a:cubicBezTo>
                  <a:cubicBezTo>
                    <a:pt x="5705" y="3557"/>
                    <a:pt x="5905" y="5292"/>
                    <a:pt x="5038" y="5892"/>
                  </a:cubicBezTo>
                  <a:cubicBezTo>
                    <a:pt x="4833" y="6047"/>
                    <a:pt x="4583" y="6120"/>
                    <a:pt x="4306" y="6120"/>
                  </a:cubicBezTo>
                  <a:cubicBezTo>
                    <a:pt x="3449" y="6120"/>
                    <a:pt x="2333" y="5424"/>
                    <a:pt x="1502" y="4291"/>
                  </a:cubicBezTo>
                  <a:cubicBezTo>
                    <a:pt x="434" y="2790"/>
                    <a:pt x="267" y="1055"/>
                    <a:pt x="1101" y="455"/>
                  </a:cubicBezTo>
                  <a:cubicBezTo>
                    <a:pt x="1302" y="288"/>
                    <a:pt x="1568" y="221"/>
                    <a:pt x="1835" y="221"/>
                  </a:cubicBezTo>
                  <a:close/>
                  <a:moveTo>
                    <a:pt x="1827" y="0"/>
                  </a:moveTo>
                  <a:cubicBezTo>
                    <a:pt x="1500" y="0"/>
                    <a:pt x="1208" y="83"/>
                    <a:pt x="968" y="255"/>
                  </a:cubicBezTo>
                  <a:cubicBezTo>
                    <a:pt x="1" y="955"/>
                    <a:pt x="167" y="2823"/>
                    <a:pt x="1335" y="4424"/>
                  </a:cubicBezTo>
                  <a:cubicBezTo>
                    <a:pt x="2202" y="5625"/>
                    <a:pt x="3403" y="6359"/>
                    <a:pt x="4337" y="6359"/>
                  </a:cubicBezTo>
                  <a:cubicBezTo>
                    <a:pt x="4637" y="6359"/>
                    <a:pt x="4937" y="6259"/>
                    <a:pt x="5204" y="6059"/>
                  </a:cubicBezTo>
                  <a:cubicBezTo>
                    <a:pt x="6138" y="5358"/>
                    <a:pt x="5972" y="3490"/>
                    <a:pt x="4804" y="1889"/>
                  </a:cubicBezTo>
                  <a:cubicBezTo>
                    <a:pt x="4304" y="1189"/>
                    <a:pt x="3637" y="588"/>
                    <a:pt x="2836" y="221"/>
                  </a:cubicBezTo>
                  <a:cubicBezTo>
                    <a:pt x="2479" y="75"/>
                    <a:pt x="2137" y="0"/>
                    <a:pt x="18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2" name="Google Shape;222;p26"/>
          <p:cNvSpPr/>
          <p:nvPr/>
        </p:nvSpPr>
        <p:spPr>
          <a:xfrm>
            <a:off x="720000" y="1897395"/>
            <a:ext cx="2831100" cy="2724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26"/>
          <p:cNvSpPr txBox="1">
            <a:spLocks noGrp="1"/>
          </p:cNvSpPr>
          <p:nvPr>
            <p:ph type="ctrTitle"/>
          </p:nvPr>
        </p:nvSpPr>
        <p:spPr>
          <a:xfrm>
            <a:off x="-14123" y="1158168"/>
            <a:ext cx="5001105" cy="189920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Evolutionary strategies</a:t>
            </a:r>
            <a:r>
              <a:rPr lang="ru-RU" dirty="0"/>
              <a:t> (</a:t>
            </a:r>
            <a:r>
              <a:rPr lang="en-US" dirty="0"/>
              <a:t>ES)</a:t>
            </a:r>
            <a:endParaRPr sz="5000" b="0" dirty="0"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224" name="Google Shape;224;p26"/>
          <p:cNvSpPr txBox="1">
            <a:spLocks noGrp="1"/>
          </p:cNvSpPr>
          <p:nvPr>
            <p:ph type="subTitle" idx="1"/>
          </p:nvPr>
        </p:nvSpPr>
        <p:spPr>
          <a:xfrm>
            <a:off x="634333" y="3275773"/>
            <a:ext cx="3686042" cy="15946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/>
            <a:r>
              <a:rPr lang="sv-SE" sz="2000" dirty="0">
                <a:solidFill>
                  <a:schemeClr val="tx1"/>
                </a:solidFill>
                <a:latin typeface="Dubai Medium" panose="020B0603030403030204" pitchFamily="34" charset="-78"/>
                <a:cs typeface="Dubai Medium" panose="020B0603030403030204" pitchFamily="34" charset="-78"/>
              </a:rPr>
              <a:t>Litvinov Andrei 1820249042</a:t>
            </a:r>
          </a:p>
          <a:p>
            <a:pPr algn="r"/>
            <a:r>
              <a:rPr lang="sv-SE" sz="2000" dirty="0">
                <a:solidFill>
                  <a:schemeClr val="tx1"/>
                </a:solidFill>
                <a:latin typeface="Dubai Medium" panose="020B0603030403030204" pitchFamily="34" charset="-78"/>
                <a:cs typeface="Dubai Medium" panose="020B0603030403030204" pitchFamily="34" charset="-78"/>
              </a:rPr>
              <a:t>Baryshev Maksim 1820249043</a:t>
            </a:r>
          </a:p>
          <a:p>
            <a:pPr algn="r"/>
            <a:r>
              <a:rPr lang="sv-SE" sz="2000" dirty="0">
                <a:solidFill>
                  <a:schemeClr val="tx1"/>
                </a:solidFill>
                <a:latin typeface="Dubai Medium" panose="020B0603030403030204" pitchFamily="34" charset="-78"/>
                <a:cs typeface="Dubai Medium" panose="020B0603030403030204" pitchFamily="34" charset="-78"/>
              </a:rPr>
              <a:t>Medvedev Ivan 1820249044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8"/>
          <p:cNvSpPr/>
          <p:nvPr/>
        </p:nvSpPr>
        <p:spPr>
          <a:xfrm>
            <a:off x="103670" y="1140474"/>
            <a:ext cx="735587" cy="700578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28"/>
          <p:cNvSpPr txBox="1">
            <a:spLocks noGrp="1"/>
          </p:cNvSpPr>
          <p:nvPr>
            <p:ph type="title" idx="6"/>
          </p:nvPr>
        </p:nvSpPr>
        <p:spPr>
          <a:xfrm>
            <a:off x="720000" y="387600"/>
            <a:ext cx="77040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245" name="Google Shape;245;p28"/>
          <p:cNvSpPr txBox="1">
            <a:spLocks noGrp="1"/>
          </p:cNvSpPr>
          <p:nvPr>
            <p:ph type="subTitle" idx="1"/>
          </p:nvPr>
        </p:nvSpPr>
        <p:spPr>
          <a:xfrm>
            <a:off x="839258" y="1296716"/>
            <a:ext cx="1897679" cy="3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/>
              <a:t>Introduction to ES</a:t>
            </a:r>
            <a:endParaRPr dirty="0"/>
          </a:p>
        </p:txBody>
      </p:sp>
      <p:sp>
        <p:nvSpPr>
          <p:cNvPr id="246" name="Google Shape;246;p28"/>
          <p:cNvSpPr txBox="1">
            <a:spLocks noGrp="1"/>
          </p:cNvSpPr>
          <p:nvPr>
            <p:ph type="title"/>
          </p:nvPr>
        </p:nvSpPr>
        <p:spPr>
          <a:xfrm>
            <a:off x="-46642" y="1148962"/>
            <a:ext cx="885900" cy="7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1</a:t>
            </a:r>
            <a:endParaRPr dirty="0"/>
          </a:p>
        </p:txBody>
      </p:sp>
      <p:sp>
        <p:nvSpPr>
          <p:cNvPr id="52" name="Google Shape;238;p28"/>
          <p:cNvSpPr/>
          <p:nvPr/>
        </p:nvSpPr>
        <p:spPr>
          <a:xfrm>
            <a:off x="2812094" y="1132127"/>
            <a:ext cx="735587" cy="700578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245;p28"/>
          <p:cNvSpPr txBox="1">
            <a:spLocks noGrp="1"/>
          </p:cNvSpPr>
          <p:nvPr>
            <p:ph type="subTitle" idx="1"/>
          </p:nvPr>
        </p:nvSpPr>
        <p:spPr>
          <a:xfrm>
            <a:off x="3622837" y="1296716"/>
            <a:ext cx="1972835" cy="3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en-US" dirty="0"/>
              <a:t>Fundamental Concepts of ES</a:t>
            </a:r>
            <a:endParaRPr dirty="0"/>
          </a:p>
        </p:txBody>
      </p:sp>
      <p:sp>
        <p:nvSpPr>
          <p:cNvPr id="54" name="Google Shape;246;p28"/>
          <p:cNvSpPr txBox="1">
            <a:spLocks noGrp="1"/>
          </p:cNvSpPr>
          <p:nvPr>
            <p:ph type="title"/>
          </p:nvPr>
        </p:nvSpPr>
        <p:spPr>
          <a:xfrm>
            <a:off x="2736937" y="1148962"/>
            <a:ext cx="885900" cy="7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</a:t>
            </a:r>
            <a:endParaRPr dirty="0"/>
          </a:p>
        </p:txBody>
      </p:sp>
      <p:sp>
        <p:nvSpPr>
          <p:cNvPr id="58" name="Google Shape;238;p28"/>
          <p:cNvSpPr/>
          <p:nvPr/>
        </p:nvSpPr>
        <p:spPr>
          <a:xfrm>
            <a:off x="5745984" y="1155239"/>
            <a:ext cx="735587" cy="700578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245;p28"/>
          <p:cNvSpPr txBox="1">
            <a:spLocks noGrp="1"/>
          </p:cNvSpPr>
          <p:nvPr>
            <p:ph type="subTitle" idx="1"/>
          </p:nvPr>
        </p:nvSpPr>
        <p:spPr>
          <a:xfrm>
            <a:off x="6481572" y="1305063"/>
            <a:ext cx="2047992" cy="3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en-US" dirty="0"/>
              <a:t>Mathematical Foundations</a:t>
            </a:r>
            <a:endParaRPr dirty="0"/>
          </a:p>
        </p:txBody>
      </p:sp>
      <p:sp>
        <p:nvSpPr>
          <p:cNvPr id="60" name="Google Shape;246;p28"/>
          <p:cNvSpPr txBox="1">
            <a:spLocks noGrp="1"/>
          </p:cNvSpPr>
          <p:nvPr>
            <p:ph type="title"/>
          </p:nvPr>
        </p:nvSpPr>
        <p:spPr>
          <a:xfrm>
            <a:off x="5629362" y="1173643"/>
            <a:ext cx="885900" cy="7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3</a:t>
            </a:r>
            <a:endParaRPr dirty="0"/>
          </a:p>
        </p:txBody>
      </p:sp>
      <p:sp>
        <p:nvSpPr>
          <p:cNvPr id="69" name="Google Shape;238;p28"/>
          <p:cNvSpPr/>
          <p:nvPr/>
        </p:nvSpPr>
        <p:spPr>
          <a:xfrm>
            <a:off x="103671" y="3388899"/>
            <a:ext cx="735587" cy="700578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245;p28"/>
          <p:cNvSpPr txBox="1">
            <a:spLocks noGrp="1"/>
          </p:cNvSpPr>
          <p:nvPr>
            <p:ph type="subTitle" idx="1"/>
          </p:nvPr>
        </p:nvSpPr>
        <p:spPr>
          <a:xfrm>
            <a:off x="914414" y="3553488"/>
            <a:ext cx="1897679" cy="3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/>
              <a:t>Pros &amp; Cons</a:t>
            </a:r>
            <a:endParaRPr dirty="0"/>
          </a:p>
        </p:txBody>
      </p:sp>
      <p:sp>
        <p:nvSpPr>
          <p:cNvPr id="71" name="Google Shape;246;p28"/>
          <p:cNvSpPr txBox="1">
            <a:spLocks noGrp="1"/>
          </p:cNvSpPr>
          <p:nvPr>
            <p:ph type="title"/>
          </p:nvPr>
        </p:nvSpPr>
        <p:spPr>
          <a:xfrm>
            <a:off x="28514" y="3405734"/>
            <a:ext cx="885900" cy="7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7</a:t>
            </a:r>
            <a:endParaRPr dirty="0"/>
          </a:p>
        </p:txBody>
      </p:sp>
      <p:sp>
        <p:nvSpPr>
          <p:cNvPr id="75" name="Google Shape;238;p28"/>
          <p:cNvSpPr/>
          <p:nvPr/>
        </p:nvSpPr>
        <p:spPr>
          <a:xfrm>
            <a:off x="103671" y="2268616"/>
            <a:ext cx="735587" cy="700578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245;p28"/>
          <p:cNvSpPr txBox="1">
            <a:spLocks noGrp="1"/>
          </p:cNvSpPr>
          <p:nvPr>
            <p:ph type="subTitle" idx="1"/>
          </p:nvPr>
        </p:nvSpPr>
        <p:spPr>
          <a:xfrm>
            <a:off x="914414" y="2433205"/>
            <a:ext cx="1897679" cy="3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en-US" dirty="0"/>
              <a:t>Algorithm Workflow</a:t>
            </a:r>
            <a:endParaRPr dirty="0"/>
          </a:p>
        </p:txBody>
      </p:sp>
      <p:sp>
        <p:nvSpPr>
          <p:cNvPr id="77" name="Google Shape;246;p28"/>
          <p:cNvSpPr txBox="1">
            <a:spLocks noGrp="1"/>
          </p:cNvSpPr>
          <p:nvPr>
            <p:ph type="title"/>
          </p:nvPr>
        </p:nvSpPr>
        <p:spPr>
          <a:xfrm>
            <a:off x="28514" y="2285451"/>
            <a:ext cx="885900" cy="7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</a:t>
            </a:r>
            <a:endParaRPr dirty="0"/>
          </a:p>
        </p:txBody>
      </p:sp>
      <p:sp>
        <p:nvSpPr>
          <p:cNvPr id="83" name="Google Shape;238;p28"/>
          <p:cNvSpPr/>
          <p:nvPr/>
        </p:nvSpPr>
        <p:spPr>
          <a:xfrm>
            <a:off x="2812094" y="2268616"/>
            <a:ext cx="735587" cy="700578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245;p28"/>
          <p:cNvSpPr txBox="1">
            <a:spLocks noGrp="1"/>
          </p:cNvSpPr>
          <p:nvPr>
            <p:ph type="subTitle" idx="1"/>
          </p:nvPr>
        </p:nvSpPr>
        <p:spPr>
          <a:xfrm>
            <a:off x="3580720" y="2433205"/>
            <a:ext cx="2232939" cy="3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en-US" dirty="0"/>
              <a:t>Implementation Examples</a:t>
            </a:r>
            <a:endParaRPr dirty="0"/>
          </a:p>
        </p:txBody>
      </p:sp>
      <p:sp>
        <p:nvSpPr>
          <p:cNvPr id="85" name="Google Shape;246;p28"/>
          <p:cNvSpPr txBox="1">
            <a:spLocks noGrp="1"/>
          </p:cNvSpPr>
          <p:nvPr>
            <p:ph type="title"/>
          </p:nvPr>
        </p:nvSpPr>
        <p:spPr>
          <a:xfrm>
            <a:off x="2736937" y="2285451"/>
            <a:ext cx="885900" cy="7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5</a:t>
            </a:r>
            <a:endParaRPr dirty="0"/>
          </a:p>
        </p:txBody>
      </p:sp>
      <p:sp>
        <p:nvSpPr>
          <p:cNvPr id="86" name="Google Shape;238;p28"/>
          <p:cNvSpPr/>
          <p:nvPr/>
        </p:nvSpPr>
        <p:spPr>
          <a:xfrm>
            <a:off x="2887250" y="3388899"/>
            <a:ext cx="735587" cy="700578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245;p28"/>
          <p:cNvSpPr txBox="1">
            <a:spLocks noGrp="1"/>
          </p:cNvSpPr>
          <p:nvPr>
            <p:ph type="subTitle" idx="1"/>
          </p:nvPr>
        </p:nvSpPr>
        <p:spPr>
          <a:xfrm>
            <a:off x="3697993" y="3553488"/>
            <a:ext cx="1897679" cy="3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/>
              <a:t>Real-world cases</a:t>
            </a:r>
            <a:endParaRPr dirty="0"/>
          </a:p>
        </p:txBody>
      </p:sp>
      <p:sp>
        <p:nvSpPr>
          <p:cNvPr id="88" name="Google Shape;246;p28"/>
          <p:cNvSpPr txBox="1">
            <a:spLocks noGrp="1"/>
          </p:cNvSpPr>
          <p:nvPr>
            <p:ph type="title"/>
          </p:nvPr>
        </p:nvSpPr>
        <p:spPr>
          <a:xfrm>
            <a:off x="2812093" y="3405734"/>
            <a:ext cx="885900" cy="7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8</a:t>
            </a:r>
            <a:endParaRPr dirty="0"/>
          </a:p>
        </p:txBody>
      </p:sp>
      <p:sp>
        <p:nvSpPr>
          <p:cNvPr id="89" name="Google Shape;238;p28"/>
          <p:cNvSpPr/>
          <p:nvPr/>
        </p:nvSpPr>
        <p:spPr>
          <a:xfrm>
            <a:off x="5745984" y="2283374"/>
            <a:ext cx="735587" cy="700578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245;p28"/>
          <p:cNvSpPr txBox="1">
            <a:spLocks noGrp="1"/>
          </p:cNvSpPr>
          <p:nvPr>
            <p:ph type="subTitle" idx="1"/>
          </p:nvPr>
        </p:nvSpPr>
        <p:spPr>
          <a:xfrm>
            <a:off x="6481572" y="2433205"/>
            <a:ext cx="1897679" cy="3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en-US" dirty="0"/>
              <a:t>Applications in ML</a:t>
            </a:r>
            <a:endParaRPr dirty="0"/>
          </a:p>
        </p:txBody>
      </p:sp>
      <p:sp>
        <p:nvSpPr>
          <p:cNvPr id="91" name="Google Shape;246;p28"/>
          <p:cNvSpPr txBox="1">
            <a:spLocks noGrp="1"/>
          </p:cNvSpPr>
          <p:nvPr>
            <p:ph type="title"/>
          </p:nvPr>
        </p:nvSpPr>
        <p:spPr>
          <a:xfrm>
            <a:off x="5595672" y="2285451"/>
            <a:ext cx="885900" cy="7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</a:t>
            </a:r>
            <a:r>
              <a:rPr lang="ru-RU" dirty="0"/>
              <a:t>6</a:t>
            </a:r>
            <a:endParaRPr dirty="0"/>
          </a:p>
        </p:txBody>
      </p:sp>
      <p:sp>
        <p:nvSpPr>
          <p:cNvPr id="92" name="Google Shape;238;p28"/>
          <p:cNvSpPr/>
          <p:nvPr/>
        </p:nvSpPr>
        <p:spPr>
          <a:xfrm>
            <a:off x="5745985" y="3405089"/>
            <a:ext cx="735587" cy="700578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245;p28"/>
          <p:cNvSpPr txBox="1">
            <a:spLocks noGrp="1"/>
          </p:cNvSpPr>
          <p:nvPr>
            <p:ph type="subTitle" idx="1"/>
          </p:nvPr>
        </p:nvSpPr>
        <p:spPr>
          <a:xfrm>
            <a:off x="6556728" y="3569678"/>
            <a:ext cx="1897679" cy="3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dirty="0"/>
              <a:t>Future trends</a:t>
            </a:r>
            <a:endParaRPr dirty="0"/>
          </a:p>
        </p:txBody>
      </p:sp>
      <p:sp>
        <p:nvSpPr>
          <p:cNvPr id="94" name="Google Shape;246;p28"/>
          <p:cNvSpPr txBox="1">
            <a:spLocks noGrp="1"/>
          </p:cNvSpPr>
          <p:nvPr>
            <p:ph type="title"/>
          </p:nvPr>
        </p:nvSpPr>
        <p:spPr>
          <a:xfrm>
            <a:off x="5670828" y="3421924"/>
            <a:ext cx="885900" cy="7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9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9"/>
          <p:cNvSpPr/>
          <p:nvPr/>
        </p:nvSpPr>
        <p:spPr>
          <a:xfrm>
            <a:off x="1508700" y="2097632"/>
            <a:ext cx="3320700" cy="2724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29"/>
          <p:cNvSpPr txBox="1">
            <a:spLocks noGrp="1"/>
          </p:cNvSpPr>
          <p:nvPr>
            <p:ph type="title"/>
          </p:nvPr>
        </p:nvSpPr>
        <p:spPr>
          <a:xfrm>
            <a:off x="1322791" y="1489453"/>
            <a:ext cx="4804606" cy="30255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Introduction to Evolutionary strategies</a:t>
            </a:r>
            <a:endParaRPr sz="4000" dirty="0"/>
          </a:p>
        </p:txBody>
      </p:sp>
      <p:grpSp>
        <p:nvGrpSpPr>
          <p:cNvPr id="262" name="Google Shape;262;p29"/>
          <p:cNvGrpSpPr/>
          <p:nvPr/>
        </p:nvGrpSpPr>
        <p:grpSpPr>
          <a:xfrm>
            <a:off x="5500926" y="433888"/>
            <a:ext cx="3204999" cy="3143100"/>
            <a:chOff x="5500926" y="433888"/>
            <a:chExt cx="3204999" cy="3143100"/>
          </a:xfrm>
        </p:grpSpPr>
        <p:sp>
          <p:nvSpPr>
            <p:cNvPr id="263" name="Google Shape;263;p29"/>
            <p:cNvSpPr/>
            <p:nvPr/>
          </p:nvSpPr>
          <p:spPr>
            <a:xfrm>
              <a:off x="5562825" y="433888"/>
              <a:ext cx="3143100" cy="3143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4" name="Google Shape;264;p29"/>
            <p:cNvGrpSpPr/>
            <p:nvPr/>
          </p:nvGrpSpPr>
          <p:grpSpPr>
            <a:xfrm>
              <a:off x="5500926" y="539973"/>
              <a:ext cx="2923065" cy="2854728"/>
              <a:chOff x="2215075" y="1064425"/>
              <a:chExt cx="1564475" cy="1527900"/>
            </a:xfrm>
          </p:grpSpPr>
          <p:sp>
            <p:nvSpPr>
              <p:cNvPr id="265" name="Google Shape;265;p29"/>
              <p:cNvSpPr/>
              <p:nvPr/>
            </p:nvSpPr>
            <p:spPr>
              <a:xfrm>
                <a:off x="3027325" y="2502225"/>
                <a:ext cx="151800" cy="55075"/>
              </a:xfrm>
              <a:custGeom>
                <a:avLst/>
                <a:gdLst/>
                <a:ahLst/>
                <a:cxnLst/>
                <a:rect l="l" t="t" r="r" b="b"/>
                <a:pathLst>
                  <a:path w="6072" h="2203" extrusionOk="0">
                    <a:moveTo>
                      <a:pt x="5938" y="1"/>
                    </a:moveTo>
                    <a:lnTo>
                      <a:pt x="1" y="1802"/>
                    </a:lnTo>
                    <a:lnTo>
                      <a:pt x="134" y="2202"/>
                    </a:lnTo>
                    <a:lnTo>
                      <a:pt x="6072" y="401"/>
                    </a:lnTo>
                    <a:lnTo>
                      <a:pt x="593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29"/>
              <p:cNvSpPr/>
              <p:nvPr/>
            </p:nvSpPr>
            <p:spPr>
              <a:xfrm>
                <a:off x="3219125" y="2465550"/>
                <a:ext cx="81750" cy="34200"/>
              </a:xfrm>
              <a:custGeom>
                <a:avLst/>
                <a:gdLst/>
                <a:ahLst/>
                <a:cxnLst/>
                <a:rect l="l" t="t" r="r" b="b"/>
                <a:pathLst>
                  <a:path w="3270" h="1368" extrusionOk="0">
                    <a:moveTo>
                      <a:pt x="3170" y="0"/>
                    </a:moveTo>
                    <a:lnTo>
                      <a:pt x="1" y="967"/>
                    </a:lnTo>
                    <a:lnTo>
                      <a:pt x="101" y="1368"/>
                    </a:lnTo>
                    <a:lnTo>
                      <a:pt x="3270" y="400"/>
                    </a:lnTo>
                    <a:lnTo>
                      <a:pt x="317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29"/>
              <p:cNvSpPr/>
              <p:nvPr/>
            </p:nvSpPr>
            <p:spPr>
              <a:xfrm>
                <a:off x="2563675" y="1747525"/>
                <a:ext cx="935675" cy="844800"/>
              </a:xfrm>
              <a:custGeom>
                <a:avLst/>
                <a:gdLst/>
                <a:ahLst/>
                <a:cxnLst/>
                <a:rect l="l" t="t" r="r" b="b"/>
                <a:pathLst>
                  <a:path w="37427" h="33792" extrusionOk="0">
                    <a:moveTo>
                      <a:pt x="29922" y="1"/>
                    </a:moveTo>
                    <a:lnTo>
                      <a:pt x="0" y="9107"/>
                    </a:lnTo>
                    <a:lnTo>
                      <a:pt x="7506" y="33791"/>
                    </a:lnTo>
                    <a:lnTo>
                      <a:pt x="37427" y="24652"/>
                    </a:lnTo>
                    <a:lnTo>
                      <a:pt x="2992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29"/>
              <p:cNvSpPr/>
              <p:nvPr/>
            </p:nvSpPr>
            <p:spPr>
              <a:xfrm>
                <a:off x="3311700" y="1662475"/>
                <a:ext cx="467850" cy="702175"/>
              </a:xfrm>
              <a:custGeom>
                <a:avLst/>
                <a:gdLst/>
                <a:ahLst/>
                <a:cxnLst/>
                <a:rect l="l" t="t" r="r" b="b"/>
                <a:pathLst>
                  <a:path w="18714" h="28087" extrusionOk="0">
                    <a:moveTo>
                      <a:pt x="11175" y="0"/>
                    </a:moveTo>
                    <a:lnTo>
                      <a:pt x="1" y="3403"/>
                    </a:lnTo>
                    <a:lnTo>
                      <a:pt x="7506" y="28087"/>
                    </a:lnTo>
                    <a:lnTo>
                      <a:pt x="18714" y="24651"/>
                    </a:lnTo>
                    <a:lnTo>
                      <a:pt x="1117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29"/>
              <p:cNvSpPr/>
              <p:nvPr/>
            </p:nvSpPr>
            <p:spPr>
              <a:xfrm>
                <a:off x="3311700" y="1662475"/>
                <a:ext cx="467850" cy="702175"/>
              </a:xfrm>
              <a:custGeom>
                <a:avLst/>
                <a:gdLst/>
                <a:ahLst/>
                <a:cxnLst/>
                <a:rect l="l" t="t" r="r" b="b"/>
                <a:pathLst>
                  <a:path w="18714" h="28087" extrusionOk="0">
                    <a:moveTo>
                      <a:pt x="11175" y="0"/>
                    </a:moveTo>
                    <a:lnTo>
                      <a:pt x="1" y="3403"/>
                    </a:lnTo>
                    <a:lnTo>
                      <a:pt x="7506" y="28087"/>
                    </a:lnTo>
                    <a:lnTo>
                      <a:pt x="18714" y="24651"/>
                    </a:lnTo>
                    <a:lnTo>
                      <a:pt x="1117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29"/>
              <p:cNvSpPr/>
              <p:nvPr/>
            </p:nvSpPr>
            <p:spPr>
              <a:xfrm>
                <a:off x="3229150" y="1995200"/>
                <a:ext cx="403650" cy="298575"/>
              </a:xfrm>
              <a:custGeom>
                <a:avLst/>
                <a:gdLst/>
                <a:ahLst/>
                <a:cxnLst/>
                <a:rect l="l" t="t" r="r" b="b"/>
                <a:pathLst>
                  <a:path w="16146" h="11943" extrusionOk="0">
                    <a:moveTo>
                      <a:pt x="13810" y="1"/>
                    </a:moveTo>
                    <a:lnTo>
                      <a:pt x="0" y="4170"/>
                    </a:lnTo>
                    <a:lnTo>
                      <a:pt x="2335" y="11943"/>
                    </a:lnTo>
                    <a:lnTo>
                      <a:pt x="16145" y="7773"/>
                    </a:lnTo>
                    <a:lnTo>
                      <a:pt x="13810" y="1"/>
                    </a:lnTo>
                    <a:close/>
                  </a:path>
                </a:pathLst>
              </a:custGeom>
              <a:solidFill>
                <a:srgbClr val="1A2327">
                  <a:alpha val="130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29"/>
              <p:cNvSpPr/>
              <p:nvPr/>
            </p:nvSpPr>
            <p:spPr>
              <a:xfrm>
                <a:off x="2672075" y="1993525"/>
                <a:ext cx="169325" cy="169325"/>
              </a:xfrm>
              <a:custGeom>
                <a:avLst/>
                <a:gdLst/>
                <a:ahLst/>
                <a:cxnLst/>
                <a:rect l="l" t="t" r="r" b="b"/>
                <a:pathLst>
                  <a:path w="6773" h="6773" extrusionOk="0">
                    <a:moveTo>
                      <a:pt x="5204" y="1"/>
                    </a:moveTo>
                    <a:lnTo>
                      <a:pt x="1" y="1602"/>
                    </a:lnTo>
                    <a:lnTo>
                      <a:pt x="1602" y="6772"/>
                    </a:lnTo>
                    <a:lnTo>
                      <a:pt x="6772" y="5205"/>
                    </a:lnTo>
                    <a:lnTo>
                      <a:pt x="5204" y="1"/>
                    </a:lnTo>
                    <a:close/>
                  </a:path>
                </a:pathLst>
              </a:custGeom>
              <a:solidFill>
                <a:srgbClr val="1A2327">
                  <a:alpha val="130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29"/>
              <p:cNvSpPr/>
              <p:nvPr/>
            </p:nvSpPr>
            <p:spPr>
              <a:xfrm>
                <a:off x="2831350" y="1945175"/>
                <a:ext cx="168500" cy="169300"/>
              </a:xfrm>
              <a:custGeom>
                <a:avLst/>
                <a:gdLst/>
                <a:ahLst/>
                <a:cxnLst/>
                <a:rect l="l" t="t" r="r" b="b"/>
                <a:pathLst>
                  <a:path w="6740" h="6772" extrusionOk="0">
                    <a:moveTo>
                      <a:pt x="5171" y="0"/>
                    </a:moveTo>
                    <a:lnTo>
                      <a:pt x="1" y="1601"/>
                    </a:lnTo>
                    <a:lnTo>
                      <a:pt x="1569" y="6772"/>
                    </a:lnTo>
                    <a:lnTo>
                      <a:pt x="6739" y="5204"/>
                    </a:lnTo>
                    <a:lnTo>
                      <a:pt x="5171" y="0"/>
                    </a:lnTo>
                    <a:close/>
                  </a:path>
                </a:pathLst>
              </a:custGeom>
              <a:solidFill>
                <a:srgbClr val="1A2327">
                  <a:alpha val="130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29"/>
              <p:cNvSpPr/>
              <p:nvPr/>
            </p:nvSpPr>
            <p:spPr>
              <a:xfrm>
                <a:off x="2827200" y="1103350"/>
                <a:ext cx="231025" cy="339150"/>
              </a:xfrm>
              <a:custGeom>
                <a:avLst/>
                <a:gdLst/>
                <a:ahLst/>
                <a:cxnLst/>
                <a:rect l="l" t="t" r="r" b="b"/>
                <a:pathLst>
                  <a:path w="9241" h="13566" extrusionOk="0">
                    <a:moveTo>
                      <a:pt x="4145" y="1"/>
                    </a:moveTo>
                    <a:cubicBezTo>
                      <a:pt x="3944" y="1"/>
                      <a:pt x="3740" y="17"/>
                      <a:pt x="3536" y="49"/>
                    </a:cubicBezTo>
                    <a:cubicBezTo>
                      <a:pt x="1434" y="383"/>
                      <a:pt x="0" y="2384"/>
                      <a:pt x="334" y="4486"/>
                    </a:cubicBezTo>
                    <a:lnTo>
                      <a:pt x="1268" y="10323"/>
                    </a:lnTo>
                    <a:cubicBezTo>
                      <a:pt x="1571" y="12234"/>
                      <a:pt x="3226" y="13566"/>
                      <a:pt x="5129" y="13566"/>
                    </a:cubicBezTo>
                    <a:cubicBezTo>
                      <a:pt x="5318" y="13566"/>
                      <a:pt x="5511" y="13553"/>
                      <a:pt x="5704" y="13525"/>
                    </a:cubicBezTo>
                    <a:cubicBezTo>
                      <a:pt x="7806" y="13159"/>
                      <a:pt x="9240" y="11190"/>
                      <a:pt x="8906" y="9089"/>
                    </a:cubicBezTo>
                    <a:lnTo>
                      <a:pt x="7972" y="3251"/>
                    </a:lnTo>
                    <a:cubicBezTo>
                      <a:pt x="7671" y="1354"/>
                      <a:pt x="6011" y="1"/>
                      <a:pt x="414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29"/>
              <p:cNvSpPr/>
              <p:nvPr/>
            </p:nvSpPr>
            <p:spPr>
              <a:xfrm>
                <a:off x="2875550" y="1207050"/>
                <a:ext cx="147100" cy="123650"/>
              </a:xfrm>
              <a:custGeom>
                <a:avLst/>
                <a:gdLst/>
                <a:ahLst/>
                <a:cxnLst/>
                <a:rect l="l" t="t" r="r" b="b"/>
                <a:pathLst>
                  <a:path w="5884" h="4946" extrusionOk="0">
                    <a:moveTo>
                      <a:pt x="2699" y="1"/>
                    </a:moveTo>
                    <a:cubicBezTo>
                      <a:pt x="2559" y="1"/>
                      <a:pt x="2416" y="13"/>
                      <a:pt x="2269" y="37"/>
                    </a:cubicBezTo>
                    <a:cubicBezTo>
                      <a:pt x="901" y="238"/>
                      <a:pt x="1" y="1539"/>
                      <a:pt x="201" y="2873"/>
                    </a:cubicBezTo>
                    <a:cubicBezTo>
                      <a:pt x="423" y="4183"/>
                      <a:pt x="1534" y="4946"/>
                      <a:pt x="2666" y="4946"/>
                    </a:cubicBezTo>
                    <a:cubicBezTo>
                      <a:pt x="3407" y="4946"/>
                      <a:pt x="4156" y="4619"/>
                      <a:pt x="4671" y="3907"/>
                    </a:cubicBezTo>
                    <a:cubicBezTo>
                      <a:pt x="5884" y="2258"/>
                      <a:pt x="4632" y="1"/>
                      <a:pt x="269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29"/>
              <p:cNvSpPr/>
              <p:nvPr/>
            </p:nvSpPr>
            <p:spPr>
              <a:xfrm>
                <a:off x="2898900" y="1229075"/>
                <a:ext cx="95375" cy="80750"/>
              </a:xfrm>
              <a:custGeom>
                <a:avLst/>
                <a:gdLst/>
                <a:ahLst/>
                <a:cxnLst/>
                <a:rect l="l" t="t" r="r" b="b"/>
                <a:pathLst>
                  <a:path w="3815" h="3230" extrusionOk="0">
                    <a:moveTo>
                      <a:pt x="1748" y="1"/>
                    </a:moveTo>
                    <a:cubicBezTo>
                      <a:pt x="1657" y="1"/>
                      <a:pt x="1564" y="8"/>
                      <a:pt x="1469" y="24"/>
                    </a:cubicBezTo>
                    <a:cubicBezTo>
                      <a:pt x="601" y="157"/>
                      <a:pt x="1" y="991"/>
                      <a:pt x="134" y="1858"/>
                    </a:cubicBezTo>
                    <a:cubicBezTo>
                      <a:pt x="276" y="2728"/>
                      <a:pt x="994" y="3230"/>
                      <a:pt x="1731" y="3230"/>
                    </a:cubicBezTo>
                    <a:cubicBezTo>
                      <a:pt x="2209" y="3230"/>
                      <a:pt x="2695" y="3018"/>
                      <a:pt x="3036" y="2559"/>
                    </a:cubicBezTo>
                    <a:cubicBezTo>
                      <a:pt x="3815" y="1469"/>
                      <a:pt x="3023" y="1"/>
                      <a:pt x="17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29"/>
              <p:cNvSpPr/>
              <p:nvPr/>
            </p:nvSpPr>
            <p:spPr>
              <a:xfrm>
                <a:off x="2940050" y="1241475"/>
                <a:ext cx="27000" cy="24750"/>
              </a:xfrm>
              <a:custGeom>
                <a:avLst/>
                <a:gdLst/>
                <a:ahLst/>
                <a:cxnLst/>
                <a:rect l="l" t="t" r="r" b="b"/>
                <a:pathLst>
                  <a:path w="1080" h="990" extrusionOk="0">
                    <a:moveTo>
                      <a:pt x="548" y="1"/>
                    </a:moveTo>
                    <a:cubicBezTo>
                      <a:pt x="276" y="1"/>
                      <a:pt x="0" y="209"/>
                      <a:pt x="56" y="562"/>
                    </a:cubicBezTo>
                    <a:cubicBezTo>
                      <a:pt x="100" y="857"/>
                      <a:pt x="315" y="989"/>
                      <a:pt x="532" y="989"/>
                    </a:cubicBezTo>
                    <a:cubicBezTo>
                      <a:pt x="804" y="989"/>
                      <a:pt x="1079" y="781"/>
                      <a:pt x="1023" y="428"/>
                    </a:cubicBezTo>
                    <a:cubicBezTo>
                      <a:pt x="979" y="133"/>
                      <a:pt x="764" y="1"/>
                      <a:pt x="54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29"/>
              <p:cNvSpPr/>
              <p:nvPr/>
            </p:nvSpPr>
            <p:spPr>
              <a:xfrm>
                <a:off x="2920975" y="1282550"/>
                <a:ext cx="13825" cy="12350"/>
              </a:xfrm>
              <a:custGeom>
                <a:avLst/>
                <a:gdLst/>
                <a:ahLst/>
                <a:cxnLst/>
                <a:rect l="l" t="t" r="r" b="b"/>
                <a:pathLst>
                  <a:path w="553" h="494" extrusionOk="0">
                    <a:moveTo>
                      <a:pt x="281" y="0"/>
                    </a:moveTo>
                    <a:cubicBezTo>
                      <a:pt x="143" y="0"/>
                      <a:pt x="0" y="103"/>
                      <a:pt x="18" y="286"/>
                    </a:cubicBezTo>
                    <a:cubicBezTo>
                      <a:pt x="47" y="402"/>
                      <a:pt x="152" y="493"/>
                      <a:pt x="266" y="493"/>
                    </a:cubicBezTo>
                    <a:cubicBezTo>
                      <a:pt x="284" y="493"/>
                      <a:pt x="301" y="491"/>
                      <a:pt x="319" y="487"/>
                    </a:cubicBezTo>
                    <a:cubicBezTo>
                      <a:pt x="452" y="487"/>
                      <a:pt x="552" y="353"/>
                      <a:pt x="519" y="220"/>
                    </a:cubicBezTo>
                    <a:cubicBezTo>
                      <a:pt x="504" y="69"/>
                      <a:pt x="394" y="0"/>
                      <a:pt x="28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29"/>
              <p:cNvSpPr/>
              <p:nvPr/>
            </p:nvSpPr>
            <p:spPr>
              <a:xfrm>
                <a:off x="3205800" y="1195475"/>
                <a:ext cx="270200" cy="64225"/>
              </a:xfrm>
              <a:custGeom>
                <a:avLst/>
                <a:gdLst/>
                <a:ahLst/>
                <a:cxnLst/>
                <a:rect l="l" t="t" r="r" b="b"/>
                <a:pathLst>
                  <a:path w="10808" h="2569" extrusionOk="0">
                    <a:moveTo>
                      <a:pt x="10574" y="0"/>
                    </a:moveTo>
                    <a:lnTo>
                      <a:pt x="0" y="1034"/>
                    </a:lnTo>
                    <a:lnTo>
                      <a:pt x="267" y="2569"/>
                    </a:lnTo>
                    <a:lnTo>
                      <a:pt x="10808" y="1401"/>
                    </a:lnTo>
                    <a:lnTo>
                      <a:pt x="1057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29"/>
              <p:cNvSpPr/>
              <p:nvPr/>
            </p:nvSpPr>
            <p:spPr>
              <a:xfrm>
                <a:off x="3420950" y="1134975"/>
                <a:ext cx="105925" cy="154550"/>
              </a:xfrm>
              <a:custGeom>
                <a:avLst/>
                <a:gdLst/>
                <a:ahLst/>
                <a:cxnLst/>
                <a:rect l="l" t="t" r="r" b="b"/>
                <a:pathLst>
                  <a:path w="4237" h="6182" extrusionOk="0">
                    <a:moveTo>
                      <a:pt x="1892" y="1"/>
                    </a:moveTo>
                    <a:cubicBezTo>
                      <a:pt x="1807" y="1"/>
                      <a:pt x="1721" y="6"/>
                      <a:pt x="1635" y="18"/>
                    </a:cubicBezTo>
                    <a:cubicBezTo>
                      <a:pt x="668" y="185"/>
                      <a:pt x="0" y="1086"/>
                      <a:pt x="167" y="2053"/>
                    </a:cubicBezTo>
                    <a:lnTo>
                      <a:pt x="567" y="4722"/>
                    </a:lnTo>
                    <a:cubicBezTo>
                      <a:pt x="717" y="5559"/>
                      <a:pt x="1456" y="6182"/>
                      <a:pt x="2304" y="6182"/>
                    </a:cubicBezTo>
                    <a:cubicBezTo>
                      <a:pt x="2402" y="6182"/>
                      <a:pt x="2502" y="6173"/>
                      <a:pt x="2602" y="6156"/>
                    </a:cubicBezTo>
                    <a:cubicBezTo>
                      <a:pt x="3570" y="6023"/>
                      <a:pt x="4237" y="5122"/>
                      <a:pt x="4070" y="4155"/>
                    </a:cubicBezTo>
                    <a:lnTo>
                      <a:pt x="3670" y="1486"/>
                    </a:lnTo>
                    <a:cubicBezTo>
                      <a:pt x="3518" y="605"/>
                      <a:pt x="2757" y="1"/>
                      <a:pt x="18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29"/>
              <p:cNvSpPr/>
              <p:nvPr/>
            </p:nvSpPr>
            <p:spPr>
              <a:xfrm>
                <a:off x="3026500" y="1186300"/>
                <a:ext cx="209350" cy="129275"/>
              </a:xfrm>
              <a:custGeom>
                <a:avLst/>
                <a:gdLst/>
                <a:ahLst/>
                <a:cxnLst/>
                <a:rect l="l" t="t" r="r" b="b"/>
                <a:pathLst>
                  <a:path w="8374" h="5171" extrusionOk="0">
                    <a:moveTo>
                      <a:pt x="0" y="0"/>
                    </a:moveTo>
                    <a:lnTo>
                      <a:pt x="834" y="5171"/>
                    </a:lnTo>
                    <a:lnTo>
                      <a:pt x="7606" y="4070"/>
                    </a:lnTo>
                    <a:cubicBezTo>
                      <a:pt x="8073" y="4003"/>
                      <a:pt x="8373" y="3569"/>
                      <a:pt x="8306" y="3136"/>
                    </a:cubicBezTo>
                    <a:lnTo>
                      <a:pt x="8006" y="1134"/>
                    </a:lnTo>
                    <a:cubicBezTo>
                      <a:pt x="7939" y="734"/>
                      <a:pt x="7606" y="467"/>
                      <a:pt x="7206" y="43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29"/>
              <p:cNvSpPr/>
              <p:nvPr/>
            </p:nvSpPr>
            <p:spPr>
              <a:xfrm>
                <a:off x="3439300" y="1088450"/>
                <a:ext cx="38625" cy="32875"/>
              </a:xfrm>
              <a:custGeom>
                <a:avLst/>
                <a:gdLst/>
                <a:ahLst/>
                <a:cxnLst/>
                <a:rect l="l" t="t" r="r" b="b"/>
                <a:pathLst>
                  <a:path w="1545" h="1315" extrusionOk="0">
                    <a:moveTo>
                      <a:pt x="719" y="1"/>
                    </a:moveTo>
                    <a:cubicBezTo>
                      <a:pt x="681" y="1"/>
                      <a:pt x="641" y="4"/>
                      <a:pt x="601" y="11"/>
                    </a:cubicBezTo>
                    <a:cubicBezTo>
                      <a:pt x="234" y="45"/>
                      <a:pt x="0" y="378"/>
                      <a:pt x="67" y="745"/>
                    </a:cubicBezTo>
                    <a:cubicBezTo>
                      <a:pt x="107" y="1110"/>
                      <a:pt x="406" y="1315"/>
                      <a:pt x="709" y="1315"/>
                    </a:cubicBezTo>
                    <a:cubicBezTo>
                      <a:pt x="906" y="1315"/>
                      <a:pt x="1103" y="1229"/>
                      <a:pt x="1234" y="1045"/>
                    </a:cubicBezTo>
                    <a:cubicBezTo>
                      <a:pt x="1544" y="581"/>
                      <a:pt x="1221" y="1"/>
                      <a:pt x="71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29"/>
              <p:cNvSpPr/>
              <p:nvPr/>
            </p:nvSpPr>
            <p:spPr>
              <a:xfrm>
                <a:off x="3485150" y="1064425"/>
                <a:ext cx="158475" cy="46100"/>
              </a:xfrm>
              <a:custGeom>
                <a:avLst/>
                <a:gdLst/>
                <a:ahLst/>
                <a:cxnLst/>
                <a:rect l="l" t="t" r="r" b="b"/>
                <a:pathLst>
                  <a:path w="6339" h="1844" extrusionOk="0">
                    <a:moveTo>
                      <a:pt x="5805" y="1"/>
                    </a:moveTo>
                    <a:cubicBezTo>
                      <a:pt x="5783" y="1"/>
                      <a:pt x="5761" y="2"/>
                      <a:pt x="5738" y="5"/>
                    </a:cubicBezTo>
                    <a:lnTo>
                      <a:pt x="468" y="839"/>
                    </a:lnTo>
                    <a:cubicBezTo>
                      <a:pt x="168" y="906"/>
                      <a:pt x="1" y="1139"/>
                      <a:pt x="34" y="1439"/>
                    </a:cubicBezTo>
                    <a:cubicBezTo>
                      <a:pt x="95" y="1683"/>
                      <a:pt x="296" y="1844"/>
                      <a:pt x="534" y="1844"/>
                    </a:cubicBezTo>
                    <a:cubicBezTo>
                      <a:pt x="556" y="1844"/>
                      <a:pt x="579" y="1842"/>
                      <a:pt x="601" y="1840"/>
                    </a:cubicBezTo>
                    <a:lnTo>
                      <a:pt x="5872" y="1006"/>
                    </a:lnTo>
                    <a:cubicBezTo>
                      <a:pt x="6139" y="972"/>
                      <a:pt x="6339" y="705"/>
                      <a:pt x="6305" y="439"/>
                    </a:cubicBezTo>
                    <a:cubicBezTo>
                      <a:pt x="6244" y="164"/>
                      <a:pt x="6043" y="1"/>
                      <a:pt x="580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29"/>
              <p:cNvSpPr/>
              <p:nvPr/>
            </p:nvSpPr>
            <p:spPr>
              <a:xfrm>
                <a:off x="3270000" y="1099250"/>
                <a:ext cx="158475" cy="46300"/>
              </a:xfrm>
              <a:custGeom>
                <a:avLst/>
                <a:gdLst/>
                <a:ahLst/>
                <a:cxnLst/>
                <a:rect l="l" t="t" r="r" b="b"/>
                <a:pathLst>
                  <a:path w="6339" h="1852" extrusionOk="0">
                    <a:moveTo>
                      <a:pt x="5843" y="0"/>
                    </a:moveTo>
                    <a:cubicBezTo>
                      <a:pt x="5808" y="0"/>
                      <a:pt x="5773" y="4"/>
                      <a:pt x="5738" y="13"/>
                    </a:cubicBezTo>
                    <a:lnTo>
                      <a:pt x="468" y="847"/>
                    </a:lnTo>
                    <a:cubicBezTo>
                      <a:pt x="201" y="880"/>
                      <a:pt x="1" y="1147"/>
                      <a:pt x="34" y="1414"/>
                    </a:cubicBezTo>
                    <a:cubicBezTo>
                      <a:pt x="96" y="1661"/>
                      <a:pt x="301" y="1851"/>
                      <a:pt x="570" y="1851"/>
                    </a:cubicBezTo>
                    <a:cubicBezTo>
                      <a:pt x="591" y="1851"/>
                      <a:pt x="613" y="1850"/>
                      <a:pt x="635" y="1848"/>
                    </a:cubicBezTo>
                    <a:lnTo>
                      <a:pt x="5872" y="1014"/>
                    </a:lnTo>
                    <a:cubicBezTo>
                      <a:pt x="6172" y="947"/>
                      <a:pt x="6339" y="680"/>
                      <a:pt x="6305" y="413"/>
                    </a:cubicBezTo>
                    <a:cubicBezTo>
                      <a:pt x="6276" y="182"/>
                      <a:pt x="6071" y="0"/>
                      <a:pt x="584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29"/>
              <p:cNvSpPr/>
              <p:nvPr/>
            </p:nvSpPr>
            <p:spPr>
              <a:xfrm>
                <a:off x="2416900" y="1305550"/>
                <a:ext cx="265200" cy="92575"/>
              </a:xfrm>
              <a:custGeom>
                <a:avLst/>
                <a:gdLst/>
                <a:ahLst/>
                <a:cxnLst/>
                <a:rect l="l" t="t" r="r" b="b"/>
                <a:pathLst>
                  <a:path w="10608" h="3703" extrusionOk="0">
                    <a:moveTo>
                      <a:pt x="10374" y="0"/>
                    </a:moveTo>
                    <a:lnTo>
                      <a:pt x="0" y="2302"/>
                    </a:lnTo>
                    <a:lnTo>
                      <a:pt x="234" y="3703"/>
                    </a:lnTo>
                    <a:lnTo>
                      <a:pt x="10608" y="1568"/>
                    </a:lnTo>
                    <a:lnTo>
                      <a:pt x="1037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29"/>
              <p:cNvSpPr/>
              <p:nvPr/>
            </p:nvSpPr>
            <p:spPr>
              <a:xfrm>
                <a:off x="2366025" y="1303225"/>
                <a:ext cx="105100" cy="155375"/>
              </a:xfrm>
              <a:custGeom>
                <a:avLst/>
                <a:gdLst/>
                <a:ahLst/>
                <a:cxnLst/>
                <a:rect l="l" t="t" r="r" b="b"/>
                <a:pathLst>
                  <a:path w="4204" h="6215" extrusionOk="0">
                    <a:moveTo>
                      <a:pt x="1899" y="1"/>
                    </a:moveTo>
                    <a:cubicBezTo>
                      <a:pt x="1801" y="1"/>
                      <a:pt x="1702" y="9"/>
                      <a:pt x="1602" y="27"/>
                    </a:cubicBezTo>
                    <a:cubicBezTo>
                      <a:pt x="634" y="193"/>
                      <a:pt x="1" y="1094"/>
                      <a:pt x="134" y="2061"/>
                    </a:cubicBezTo>
                    <a:lnTo>
                      <a:pt x="568" y="4697"/>
                    </a:lnTo>
                    <a:cubicBezTo>
                      <a:pt x="690" y="5581"/>
                      <a:pt x="1481" y="6215"/>
                      <a:pt x="2355" y="6215"/>
                    </a:cubicBezTo>
                    <a:cubicBezTo>
                      <a:pt x="2437" y="6215"/>
                      <a:pt x="2520" y="6209"/>
                      <a:pt x="2602" y="6198"/>
                    </a:cubicBezTo>
                    <a:cubicBezTo>
                      <a:pt x="3536" y="6031"/>
                      <a:pt x="4204" y="5130"/>
                      <a:pt x="4070" y="4163"/>
                    </a:cubicBezTo>
                    <a:lnTo>
                      <a:pt x="3637" y="1494"/>
                    </a:lnTo>
                    <a:cubicBezTo>
                      <a:pt x="3487" y="627"/>
                      <a:pt x="2748" y="1"/>
                      <a:pt x="18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29"/>
              <p:cNvSpPr/>
              <p:nvPr/>
            </p:nvSpPr>
            <p:spPr>
              <a:xfrm>
                <a:off x="2653725" y="1216325"/>
                <a:ext cx="202675" cy="157000"/>
              </a:xfrm>
              <a:custGeom>
                <a:avLst/>
                <a:gdLst/>
                <a:ahLst/>
                <a:cxnLst/>
                <a:rect l="l" t="t" r="r" b="b"/>
                <a:pathLst>
                  <a:path w="8107" h="6280" extrusionOk="0">
                    <a:moveTo>
                      <a:pt x="7273" y="0"/>
                    </a:moveTo>
                    <a:lnTo>
                      <a:pt x="568" y="2669"/>
                    </a:lnTo>
                    <a:cubicBezTo>
                      <a:pt x="201" y="2802"/>
                      <a:pt x="1" y="3202"/>
                      <a:pt x="68" y="3569"/>
                    </a:cubicBezTo>
                    <a:lnTo>
                      <a:pt x="368" y="5571"/>
                    </a:lnTo>
                    <a:cubicBezTo>
                      <a:pt x="429" y="5967"/>
                      <a:pt x="796" y="6280"/>
                      <a:pt x="1215" y="6280"/>
                    </a:cubicBezTo>
                    <a:cubicBezTo>
                      <a:pt x="1255" y="6280"/>
                      <a:pt x="1295" y="6277"/>
                      <a:pt x="1335" y="6271"/>
                    </a:cubicBezTo>
                    <a:lnTo>
                      <a:pt x="8107" y="5170"/>
                    </a:lnTo>
                    <a:lnTo>
                      <a:pt x="727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29"/>
              <p:cNvSpPr/>
              <p:nvPr/>
            </p:nvSpPr>
            <p:spPr>
              <a:xfrm>
                <a:off x="2380200" y="1256250"/>
                <a:ext cx="39425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1577" h="1327" extrusionOk="0">
                    <a:moveTo>
                      <a:pt x="837" y="1"/>
                    </a:moveTo>
                    <a:cubicBezTo>
                      <a:pt x="814" y="1"/>
                      <a:pt x="791" y="2"/>
                      <a:pt x="768" y="4"/>
                    </a:cubicBezTo>
                    <a:cubicBezTo>
                      <a:pt x="167" y="104"/>
                      <a:pt x="1" y="838"/>
                      <a:pt x="468" y="1205"/>
                    </a:cubicBezTo>
                    <a:cubicBezTo>
                      <a:pt x="585" y="1289"/>
                      <a:pt x="715" y="1326"/>
                      <a:pt x="843" y="1326"/>
                    </a:cubicBezTo>
                    <a:cubicBezTo>
                      <a:pt x="1222" y="1326"/>
                      <a:pt x="1577" y="996"/>
                      <a:pt x="1502" y="571"/>
                    </a:cubicBezTo>
                    <a:cubicBezTo>
                      <a:pt x="1439" y="228"/>
                      <a:pt x="1172" y="1"/>
                      <a:pt x="83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29"/>
              <p:cNvSpPr/>
              <p:nvPr/>
            </p:nvSpPr>
            <p:spPr>
              <a:xfrm>
                <a:off x="2215075" y="1267075"/>
                <a:ext cx="158475" cy="46100"/>
              </a:xfrm>
              <a:custGeom>
                <a:avLst/>
                <a:gdLst/>
                <a:ahLst/>
                <a:cxnLst/>
                <a:rect l="l" t="t" r="r" b="b"/>
                <a:pathLst>
                  <a:path w="6339" h="1844" extrusionOk="0">
                    <a:moveTo>
                      <a:pt x="5773" y="1"/>
                    </a:moveTo>
                    <a:cubicBezTo>
                      <a:pt x="5750" y="1"/>
                      <a:pt x="5728" y="2"/>
                      <a:pt x="5705" y="5"/>
                    </a:cubicBezTo>
                    <a:lnTo>
                      <a:pt x="435" y="839"/>
                    </a:lnTo>
                    <a:cubicBezTo>
                      <a:pt x="168" y="872"/>
                      <a:pt x="1" y="1139"/>
                      <a:pt x="34" y="1406"/>
                    </a:cubicBezTo>
                    <a:cubicBezTo>
                      <a:pt x="65" y="1653"/>
                      <a:pt x="297" y="1843"/>
                      <a:pt x="543" y="1843"/>
                    </a:cubicBezTo>
                    <a:cubicBezTo>
                      <a:pt x="562" y="1843"/>
                      <a:pt x="582" y="1842"/>
                      <a:pt x="601" y="1839"/>
                    </a:cubicBezTo>
                    <a:lnTo>
                      <a:pt x="5872" y="1006"/>
                    </a:lnTo>
                    <a:cubicBezTo>
                      <a:pt x="6139" y="939"/>
                      <a:pt x="6339" y="705"/>
                      <a:pt x="6272" y="405"/>
                    </a:cubicBezTo>
                    <a:cubicBezTo>
                      <a:pt x="6242" y="161"/>
                      <a:pt x="6016" y="1"/>
                      <a:pt x="57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29"/>
              <p:cNvSpPr/>
              <p:nvPr/>
            </p:nvSpPr>
            <p:spPr>
              <a:xfrm>
                <a:off x="2429400" y="1232675"/>
                <a:ext cx="158475" cy="46300"/>
              </a:xfrm>
              <a:custGeom>
                <a:avLst/>
                <a:gdLst/>
                <a:ahLst/>
                <a:cxnLst/>
                <a:rect l="l" t="t" r="r" b="b"/>
                <a:pathLst>
                  <a:path w="6339" h="1852" extrusionOk="0">
                    <a:moveTo>
                      <a:pt x="5843" y="0"/>
                    </a:moveTo>
                    <a:cubicBezTo>
                      <a:pt x="5808" y="0"/>
                      <a:pt x="5773" y="4"/>
                      <a:pt x="5738" y="13"/>
                    </a:cubicBezTo>
                    <a:lnTo>
                      <a:pt x="468" y="847"/>
                    </a:lnTo>
                    <a:cubicBezTo>
                      <a:pt x="201" y="880"/>
                      <a:pt x="1" y="1147"/>
                      <a:pt x="34" y="1414"/>
                    </a:cubicBezTo>
                    <a:cubicBezTo>
                      <a:pt x="96" y="1661"/>
                      <a:pt x="301" y="1851"/>
                      <a:pt x="570" y="1851"/>
                    </a:cubicBezTo>
                    <a:cubicBezTo>
                      <a:pt x="591" y="1851"/>
                      <a:pt x="613" y="1850"/>
                      <a:pt x="635" y="1848"/>
                    </a:cubicBezTo>
                    <a:lnTo>
                      <a:pt x="5905" y="1014"/>
                    </a:lnTo>
                    <a:cubicBezTo>
                      <a:pt x="6172" y="947"/>
                      <a:pt x="6339" y="680"/>
                      <a:pt x="6305" y="413"/>
                    </a:cubicBezTo>
                    <a:cubicBezTo>
                      <a:pt x="6276" y="182"/>
                      <a:pt x="6071" y="0"/>
                      <a:pt x="584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29"/>
              <p:cNvSpPr/>
              <p:nvPr/>
            </p:nvSpPr>
            <p:spPr>
              <a:xfrm>
                <a:off x="2963525" y="1466000"/>
                <a:ext cx="597550" cy="188150"/>
              </a:xfrm>
              <a:custGeom>
                <a:avLst/>
                <a:gdLst/>
                <a:ahLst/>
                <a:cxnLst/>
                <a:rect l="l" t="t" r="r" b="b"/>
                <a:pathLst>
                  <a:path w="23902" h="7526" extrusionOk="0">
                    <a:moveTo>
                      <a:pt x="735" y="1"/>
                    </a:moveTo>
                    <a:cubicBezTo>
                      <a:pt x="181" y="1"/>
                      <a:pt x="1" y="839"/>
                      <a:pt x="585" y="1054"/>
                    </a:cubicBezTo>
                    <a:lnTo>
                      <a:pt x="23168" y="7526"/>
                    </a:lnTo>
                    <a:lnTo>
                      <a:pt x="23301" y="7526"/>
                    </a:lnTo>
                    <a:cubicBezTo>
                      <a:pt x="23534" y="7526"/>
                      <a:pt x="23735" y="7359"/>
                      <a:pt x="23801" y="7125"/>
                    </a:cubicBezTo>
                    <a:cubicBezTo>
                      <a:pt x="23901" y="6858"/>
                      <a:pt x="23735" y="6558"/>
                      <a:pt x="23434" y="6458"/>
                    </a:cubicBezTo>
                    <a:lnTo>
                      <a:pt x="885" y="20"/>
                    </a:lnTo>
                    <a:cubicBezTo>
                      <a:pt x="833" y="7"/>
                      <a:pt x="783" y="1"/>
                      <a:pt x="7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29"/>
              <p:cNvSpPr/>
              <p:nvPr/>
            </p:nvSpPr>
            <p:spPr>
              <a:xfrm>
                <a:off x="2960500" y="1464725"/>
                <a:ext cx="360400" cy="251125"/>
              </a:xfrm>
              <a:custGeom>
                <a:avLst/>
                <a:gdLst/>
                <a:ahLst/>
                <a:cxnLst/>
                <a:rect l="l" t="t" r="r" b="b"/>
                <a:pathLst>
                  <a:path w="14416" h="10045" extrusionOk="0">
                    <a:moveTo>
                      <a:pt x="813" y="1"/>
                    </a:moveTo>
                    <a:cubicBezTo>
                      <a:pt x="331" y="1"/>
                      <a:pt x="0" y="715"/>
                      <a:pt x="539" y="1039"/>
                    </a:cubicBezTo>
                    <a:lnTo>
                      <a:pt x="13381" y="9945"/>
                    </a:lnTo>
                    <a:cubicBezTo>
                      <a:pt x="13448" y="10012"/>
                      <a:pt x="13582" y="10045"/>
                      <a:pt x="13682" y="10045"/>
                    </a:cubicBezTo>
                    <a:cubicBezTo>
                      <a:pt x="14215" y="10045"/>
                      <a:pt x="14416" y="9344"/>
                      <a:pt x="13982" y="9044"/>
                    </a:cubicBezTo>
                    <a:lnTo>
                      <a:pt x="1173" y="138"/>
                    </a:lnTo>
                    <a:cubicBezTo>
                      <a:pt x="1051" y="41"/>
                      <a:pt x="927" y="1"/>
                      <a:pt x="81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29"/>
              <p:cNvSpPr/>
              <p:nvPr/>
            </p:nvSpPr>
            <p:spPr>
              <a:xfrm>
                <a:off x="2563675" y="1465075"/>
                <a:ext cx="437400" cy="483450"/>
              </a:xfrm>
              <a:custGeom>
                <a:avLst/>
                <a:gdLst/>
                <a:ahLst/>
                <a:cxnLst/>
                <a:rect l="l" t="t" r="r" b="b"/>
                <a:pathLst>
                  <a:path w="17496" h="19338" extrusionOk="0">
                    <a:moveTo>
                      <a:pt x="16707" y="0"/>
                    </a:moveTo>
                    <a:cubicBezTo>
                      <a:pt x="16570" y="0"/>
                      <a:pt x="16429" y="57"/>
                      <a:pt x="16312" y="191"/>
                    </a:cubicBezTo>
                    <a:lnTo>
                      <a:pt x="334" y="18437"/>
                    </a:lnTo>
                    <a:cubicBezTo>
                      <a:pt x="0" y="18804"/>
                      <a:pt x="267" y="19338"/>
                      <a:pt x="734" y="19338"/>
                    </a:cubicBezTo>
                    <a:cubicBezTo>
                      <a:pt x="901" y="19338"/>
                      <a:pt x="1068" y="19271"/>
                      <a:pt x="1168" y="19171"/>
                    </a:cubicBezTo>
                    <a:lnTo>
                      <a:pt x="17146" y="924"/>
                    </a:lnTo>
                    <a:cubicBezTo>
                      <a:pt x="17496" y="500"/>
                      <a:pt x="17116" y="0"/>
                      <a:pt x="167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Прямоугольник 2"/>
          <p:cNvSpPr/>
          <p:nvPr/>
        </p:nvSpPr>
        <p:spPr>
          <a:xfrm>
            <a:off x="394422" y="230786"/>
            <a:ext cx="41549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4800" b="1" dirty="0">
                <a:solidFill>
                  <a:schemeClr val="accent1"/>
                </a:solidFill>
                <a:latin typeface="Poppins" panose="020B0604020202020204" charset="0"/>
                <a:cs typeface="Poppins" panose="020B0604020202020204" charset="0"/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2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What Are Evolutionary Strategies?</a:t>
            </a:r>
            <a:endParaRPr dirty="0"/>
          </a:p>
        </p:txBody>
      </p:sp>
      <p:sp>
        <p:nvSpPr>
          <p:cNvPr id="419" name="Google Shape;419;p32"/>
          <p:cNvSpPr txBox="1">
            <a:spLocks noGrp="1"/>
          </p:cNvSpPr>
          <p:nvPr>
            <p:ph type="subTitle" idx="1"/>
          </p:nvPr>
        </p:nvSpPr>
        <p:spPr>
          <a:xfrm>
            <a:off x="1489665" y="2168558"/>
            <a:ext cx="2385600" cy="3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Definition</a:t>
            </a:r>
            <a:endParaRPr dirty="0"/>
          </a:p>
        </p:txBody>
      </p:sp>
      <p:sp>
        <p:nvSpPr>
          <p:cNvPr id="421" name="Google Shape;421;p32"/>
          <p:cNvSpPr txBox="1">
            <a:spLocks noGrp="1"/>
          </p:cNvSpPr>
          <p:nvPr>
            <p:ph type="subTitle" idx="3"/>
          </p:nvPr>
        </p:nvSpPr>
        <p:spPr>
          <a:xfrm>
            <a:off x="5437064" y="2168558"/>
            <a:ext cx="2385600" cy="3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Core idea</a:t>
            </a:r>
            <a:endParaRPr dirty="0"/>
          </a:p>
        </p:txBody>
      </p:sp>
      <p:sp>
        <p:nvSpPr>
          <p:cNvPr id="422" name="Google Shape;422;p32"/>
          <p:cNvSpPr txBox="1">
            <a:spLocks noGrp="1"/>
          </p:cNvSpPr>
          <p:nvPr>
            <p:ph type="subTitle" idx="4"/>
          </p:nvPr>
        </p:nvSpPr>
        <p:spPr>
          <a:xfrm>
            <a:off x="5014869" y="2471583"/>
            <a:ext cx="2019104" cy="21039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ru-RU" altLang="ru-RU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algn="ctr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ru-RU" altLang="ru-RU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Inspired</a:t>
            </a:r>
            <a:r>
              <a:rPr lang="ru-RU" altLang="ru-RU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ru-RU" altLang="ru-RU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by</a:t>
            </a:r>
            <a:r>
              <a:rPr lang="ru-RU" altLang="ru-RU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ru-RU" altLang="ru-RU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how</a:t>
            </a:r>
            <a:r>
              <a:rPr lang="ru-RU" altLang="ru-RU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ru-RU" altLang="ru-RU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species</a:t>
            </a:r>
            <a:r>
              <a:rPr lang="ru-RU" altLang="ru-RU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ru-RU" altLang="ru-RU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evolve</a:t>
            </a:r>
            <a:r>
              <a:rPr lang="ru-RU" altLang="ru-RU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ru-RU" altLang="ru-RU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over</a:t>
            </a:r>
            <a:r>
              <a:rPr lang="ru-RU" altLang="ru-RU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ru-RU" altLang="ru-RU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generations</a:t>
            </a:r>
            <a:r>
              <a:rPr lang="ru-RU" altLang="ru-RU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ru-RU" altLang="ru-RU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to</a:t>
            </a:r>
            <a:r>
              <a:rPr lang="ru-RU" altLang="ru-RU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ru-RU" altLang="ru-RU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adapt</a:t>
            </a:r>
            <a:r>
              <a:rPr lang="ru-RU" altLang="ru-RU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ru-RU" altLang="ru-RU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and</a:t>
            </a:r>
            <a:r>
              <a:rPr lang="ru-RU" altLang="ru-RU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ru-RU" altLang="ru-RU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survive</a:t>
            </a:r>
            <a:r>
              <a:rPr lang="ru-RU" altLang="ru-RU" sz="180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  <p:sp>
        <p:nvSpPr>
          <p:cNvPr id="423" name="Google Shape;423;p32"/>
          <p:cNvSpPr/>
          <p:nvPr/>
        </p:nvSpPr>
        <p:spPr>
          <a:xfrm>
            <a:off x="1602942" y="1169303"/>
            <a:ext cx="974100" cy="9741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32"/>
          <p:cNvSpPr/>
          <p:nvPr/>
        </p:nvSpPr>
        <p:spPr>
          <a:xfrm>
            <a:off x="5537666" y="1169303"/>
            <a:ext cx="974100" cy="9741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5" name="Google Shape;425;p32"/>
          <p:cNvGrpSpPr/>
          <p:nvPr/>
        </p:nvGrpSpPr>
        <p:grpSpPr>
          <a:xfrm>
            <a:off x="5742919" y="1374269"/>
            <a:ext cx="563571" cy="564180"/>
            <a:chOff x="6086331" y="2905337"/>
            <a:chExt cx="364441" cy="364834"/>
          </a:xfrm>
        </p:grpSpPr>
        <p:sp>
          <p:nvSpPr>
            <p:cNvPr id="426" name="Google Shape;426;p32"/>
            <p:cNvSpPr/>
            <p:nvPr/>
          </p:nvSpPr>
          <p:spPr>
            <a:xfrm>
              <a:off x="6086331" y="2905337"/>
              <a:ext cx="277407" cy="277433"/>
            </a:xfrm>
            <a:custGeom>
              <a:avLst/>
              <a:gdLst/>
              <a:ahLst/>
              <a:cxnLst/>
              <a:rect l="l" t="t" r="r" b="b"/>
              <a:pathLst>
                <a:path w="10582" h="10583" extrusionOk="0">
                  <a:moveTo>
                    <a:pt x="4952" y="1"/>
                  </a:moveTo>
                  <a:cubicBezTo>
                    <a:pt x="4735" y="1"/>
                    <a:pt x="4533" y="160"/>
                    <a:pt x="4490" y="391"/>
                  </a:cubicBezTo>
                  <a:lnTo>
                    <a:pt x="4245" y="1589"/>
                  </a:lnTo>
                  <a:cubicBezTo>
                    <a:pt x="3956" y="1675"/>
                    <a:pt x="3667" y="1791"/>
                    <a:pt x="3407" y="1935"/>
                  </a:cubicBezTo>
                  <a:lnTo>
                    <a:pt x="2382" y="1257"/>
                  </a:lnTo>
                  <a:cubicBezTo>
                    <a:pt x="2303" y="1202"/>
                    <a:pt x="2210" y="1175"/>
                    <a:pt x="2117" y="1175"/>
                  </a:cubicBezTo>
                  <a:cubicBezTo>
                    <a:pt x="1992" y="1175"/>
                    <a:pt x="1867" y="1223"/>
                    <a:pt x="1776" y="1315"/>
                  </a:cubicBezTo>
                  <a:lnTo>
                    <a:pt x="1314" y="1791"/>
                  </a:lnTo>
                  <a:cubicBezTo>
                    <a:pt x="1155" y="1950"/>
                    <a:pt x="1127" y="2195"/>
                    <a:pt x="1256" y="2397"/>
                  </a:cubicBezTo>
                  <a:lnTo>
                    <a:pt x="1935" y="3408"/>
                  </a:lnTo>
                  <a:cubicBezTo>
                    <a:pt x="1776" y="3668"/>
                    <a:pt x="1661" y="3956"/>
                    <a:pt x="1589" y="4259"/>
                  </a:cubicBezTo>
                  <a:lnTo>
                    <a:pt x="376" y="4490"/>
                  </a:lnTo>
                  <a:cubicBezTo>
                    <a:pt x="159" y="4534"/>
                    <a:pt x="1" y="4736"/>
                    <a:pt x="1" y="4967"/>
                  </a:cubicBezTo>
                  <a:lnTo>
                    <a:pt x="1" y="5616"/>
                  </a:lnTo>
                  <a:cubicBezTo>
                    <a:pt x="1" y="5847"/>
                    <a:pt x="159" y="6049"/>
                    <a:pt x="376" y="6093"/>
                  </a:cubicBezTo>
                  <a:lnTo>
                    <a:pt x="1589" y="6338"/>
                  </a:lnTo>
                  <a:cubicBezTo>
                    <a:pt x="1661" y="6627"/>
                    <a:pt x="1776" y="6915"/>
                    <a:pt x="1935" y="7175"/>
                  </a:cubicBezTo>
                  <a:lnTo>
                    <a:pt x="1256" y="8200"/>
                  </a:lnTo>
                  <a:cubicBezTo>
                    <a:pt x="1127" y="8388"/>
                    <a:pt x="1155" y="8633"/>
                    <a:pt x="1314" y="8807"/>
                  </a:cubicBezTo>
                  <a:lnTo>
                    <a:pt x="1776" y="9268"/>
                  </a:lnTo>
                  <a:cubicBezTo>
                    <a:pt x="1867" y="9360"/>
                    <a:pt x="1992" y="9408"/>
                    <a:pt x="2117" y="9408"/>
                  </a:cubicBezTo>
                  <a:cubicBezTo>
                    <a:pt x="2210" y="9408"/>
                    <a:pt x="2303" y="9381"/>
                    <a:pt x="2382" y="9326"/>
                  </a:cubicBezTo>
                  <a:lnTo>
                    <a:pt x="3407" y="8648"/>
                  </a:lnTo>
                  <a:cubicBezTo>
                    <a:pt x="3667" y="8792"/>
                    <a:pt x="3956" y="8908"/>
                    <a:pt x="4245" y="8994"/>
                  </a:cubicBezTo>
                  <a:lnTo>
                    <a:pt x="4490" y="10192"/>
                  </a:lnTo>
                  <a:cubicBezTo>
                    <a:pt x="4533" y="10423"/>
                    <a:pt x="4735" y="10582"/>
                    <a:pt x="4952" y="10582"/>
                  </a:cubicBezTo>
                  <a:lnTo>
                    <a:pt x="5616" y="10582"/>
                  </a:lnTo>
                  <a:cubicBezTo>
                    <a:pt x="5847" y="10582"/>
                    <a:pt x="6035" y="10423"/>
                    <a:pt x="6078" y="10192"/>
                  </a:cubicBezTo>
                  <a:lnTo>
                    <a:pt x="6323" y="8994"/>
                  </a:lnTo>
                  <a:cubicBezTo>
                    <a:pt x="6612" y="8908"/>
                    <a:pt x="6901" y="8792"/>
                    <a:pt x="7175" y="8648"/>
                  </a:cubicBezTo>
                  <a:lnTo>
                    <a:pt x="8186" y="9326"/>
                  </a:lnTo>
                  <a:cubicBezTo>
                    <a:pt x="8265" y="9381"/>
                    <a:pt x="8358" y="9408"/>
                    <a:pt x="8451" y="9408"/>
                  </a:cubicBezTo>
                  <a:cubicBezTo>
                    <a:pt x="8576" y="9408"/>
                    <a:pt x="8701" y="9360"/>
                    <a:pt x="8792" y="9268"/>
                  </a:cubicBezTo>
                  <a:lnTo>
                    <a:pt x="9254" y="8807"/>
                  </a:lnTo>
                  <a:cubicBezTo>
                    <a:pt x="9413" y="8633"/>
                    <a:pt x="9441" y="8388"/>
                    <a:pt x="9311" y="8200"/>
                  </a:cubicBezTo>
                  <a:lnTo>
                    <a:pt x="8633" y="7175"/>
                  </a:lnTo>
                  <a:cubicBezTo>
                    <a:pt x="8792" y="6915"/>
                    <a:pt x="8907" y="6627"/>
                    <a:pt x="8994" y="6338"/>
                  </a:cubicBezTo>
                  <a:lnTo>
                    <a:pt x="10192" y="6093"/>
                  </a:lnTo>
                  <a:cubicBezTo>
                    <a:pt x="10409" y="6049"/>
                    <a:pt x="10567" y="5847"/>
                    <a:pt x="10582" y="5616"/>
                  </a:cubicBezTo>
                  <a:lnTo>
                    <a:pt x="10582" y="4967"/>
                  </a:lnTo>
                  <a:cubicBezTo>
                    <a:pt x="10567" y="4736"/>
                    <a:pt x="10409" y="4534"/>
                    <a:pt x="10192" y="4490"/>
                  </a:cubicBezTo>
                  <a:lnTo>
                    <a:pt x="8994" y="4259"/>
                  </a:lnTo>
                  <a:cubicBezTo>
                    <a:pt x="8907" y="3956"/>
                    <a:pt x="8792" y="3682"/>
                    <a:pt x="8647" y="3408"/>
                  </a:cubicBezTo>
                  <a:lnTo>
                    <a:pt x="9311" y="2397"/>
                  </a:lnTo>
                  <a:cubicBezTo>
                    <a:pt x="9441" y="2195"/>
                    <a:pt x="9413" y="1950"/>
                    <a:pt x="9254" y="1791"/>
                  </a:cubicBezTo>
                  <a:lnTo>
                    <a:pt x="8792" y="1315"/>
                  </a:lnTo>
                  <a:cubicBezTo>
                    <a:pt x="8701" y="1223"/>
                    <a:pt x="8576" y="1175"/>
                    <a:pt x="8451" y="1175"/>
                  </a:cubicBezTo>
                  <a:cubicBezTo>
                    <a:pt x="8358" y="1175"/>
                    <a:pt x="8265" y="1202"/>
                    <a:pt x="8186" y="1257"/>
                  </a:cubicBezTo>
                  <a:lnTo>
                    <a:pt x="7175" y="1935"/>
                  </a:lnTo>
                  <a:cubicBezTo>
                    <a:pt x="6901" y="1791"/>
                    <a:pt x="6612" y="1675"/>
                    <a:pt x="6323" y="1589"/>
                  </a:cubicBezTo>
                  <a:lnTo>
                    <a:pt x="6078" y="391"/>
                  </a:lnTo>
                  <a:cubicBezTo>
                    <a:pt x="6035" y="160"/>
                    <a:pt x="5847" y="1"/>
                    <a:pt x="56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2"/>
            <p:cNvSpPr/>
            <p:nvPr/>
          </p:nvSpPr>
          <p:spPr>
            <a:xfrm>
              <a:off x="6143480" y="2983301"/>
              <a:ext cx="142321" cy="121821"/>
            </a:xfrm>
            <a:custGeom>
              <a:avLst/>
              <a:gdLst/>
              <a:ahLst/>
              <a:cxnLst/>
              <a:rect l="l" t="t" r="r" b="b"/>
              <a:pathLst>
                <a:path w="5429" h="4647" extrusionOk="0">
                  <a:moveTo>
                    <a:pt x="3104" y="1"/>
                  </a:moveTo>
                  <a:cubicBezTo>
                    <a:pt x="1040" y="1"/>
                    <a:pt x="0" y="2498"/>
                    <a:pt x="1458" y="3956"/>
                  </a:cubicBezTo>
                  <a:cubicBezTo>
                    <a:pt x="1931" y="4433"/>
                    <a:pt x="2515" y="4647"/>
                    <a:pt x="3087" y="4647"/>
                  </a:cubicBezTo>
                  <a:cubicBezTo>
                    <a:pt x="4281" y="4647"/>
                    <a:pt x="5428" y="3720"/>
                    <a:pt x="5428" y="2325"/>
                  </a:cubicBezTo>
                  <a:cubicBezTo>
                    <a:pt x="5428" y="1040"/>
                    <a:pt x="4389" y="1"/>
                    <a:pt x="31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2"/>
            <p:cNvSpPr/>
            <p:nvPr/>
          </p:nvSpPr>
          <p:spPr>
            <a:xfrm>
              <a:off x="6184349" y="3013946"/>
              <a:ext cx="70781" cy="60557"/>
            </a:xfrm>
            <a:custGeom>
              <a:avLst/>
              <a:gdLst/>
              <a:ahLst/>
              <a:cxnLst/>
              <a:rect l="l" t="t" r="r" b="b"/>
              <a:pathLst>
                <a:path w="2700" h="2310" extrusionOk="0">
                  <a:moveTo>
                    <a:pt x="1545" y="1"/>
                  </a:moveTo>
                  <a:cubicBezTo>
                    <a:pt x="520" y="1"/>
                    <a:pt x="0" y="1242"/>
                    <a:pt x="722" y="1964"/>
                  </a:cubicBezTo>
                  <a:cubicBezTo>
                    <a:pt x="961" y="2203"/>
                    <a:pt x="1253" y="2310"/>
                    <a:pt x="1539" y="2310"/>
                  </a:cubicBezTo>
                  <a:cubicBezTo>
                    <a:pt x="2134" y="2310"/>
                    <a:pt x="2700" y="1848"/>
                    <a:pt x="2700" y="1156"/>
                  </a:cubicBezTo>
                  <a:cubicBezTo>
                    <a:pt x="2700" y="506"/>
                    <a:pt x="2180" y="1"/>
                    <a:pt x="15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2"/>
            <p:cNvSpPr/>
            <p:nvPr/>
          </p:nvSpPr>
          <p:spPr>
            <a:xfrm>
              <a:off x="6268368" y="3087374"/>
              <a:ext cx="182404" cy="182797"/>
            </a:xfrm>
            <a:custGeom>
              <a:avLst/>
              <a:gdLst/>
              <a:ahLst/>
              <a:cxnLst/>
              <a:rect l="l" t="t" r="r" b="b"/>
              <a:pathLst>
                <a:path w="6958" h="6973" extrusionOk="0">
                  <a:moveTo>
                    <a:pt x="3262" y="0"/>
                  </a:moveTo>
                  <a:cubicBezTo>
                    <a:pt x="3118" y="0"/>
                    <a:pt x="2988" y="116"/>
                    <a:pt x="2945" y="260"/>
                  </a:cubicBezTo>
                  <a:lnTo>
                    <a:pt x="2801" y="1054"/>
                  </a:lnTo>
                  <a:cubicBezTo>
                    <a:pt x="2598" y="1097"/>
                    <a:pt x="2411" y="1184"/>
                    <a:pt x="2238" y="1285"/>
                  </a:cubicBezTo>
                  <a:lnTo>
                    <a:pt x="1574" y="838"/>
                  </a:lnTo>
                  <a:cubicBezTo>
                    <a:pt x="1518" y="800"/>
                    <a:pt x="1454" y="782"/>
                    <a:pt x="1392" y="782"/>
                  </a:cubicBezTo>
                  <a:cubicBezTo>
                    <a:pt x="1308" y="782"/>
                    <a:pt x="1227" y="815"/>
                    <a:pt x="1169" y="881"/>
                  </a:cubicBezTo>
                  <a:lnTo>
                    <a:pt x="866" y="1184"/>
                  </a:lnTo>
                  <a:cubicBezTo>
                    <a:pt x="765" y="1285"/>
                    <a:pt x="736" y="1458"/>
                    <a:pt x="823" y="1574"/>
                  </a:cubicBezTo>
                  <a:lnTo>
                    <a:pt x="1270" y="2252"/>
                  </a:lnTo>
                  <a:cubicBezTo>
                    <a:pt x="1169" y="2426"/>
                    <a:pt x="1097" y="2613"/>
                    <a:pt x="1039" y="2801"/>
                  </a:cubicBezTo>
                  <a:lnTo>
                    <a:pt x="260" y="2960"/>
                  </a:lnTo>
                  <a:cubicBezTo>
                    <a:pt x="101" y="2988"/>
                    <a:pt x="0" y="3118"/>
                    <a:pt x="0" y="3277"/>
                  </a:cubicBezTo>
                  <a:lnTo>
                    <a:pt x="0" y="3710"/>
                  </a:lnTo>
                  <a:cubicBezTo>
                    <a:pt x="0" y="3855"/>
                    <a:pt x="101" y="3985"/>
                    <a:pt x="260" y="4013"/>
                  </a:cubicBezTo>
                  <a:lnTo>
                    <a:pt x="1039" y="4172"/>
                  </a:lnTo>
                  <a:cubicBezTo>
                    <a:pt x="1097" y="4360"/>
                    <a:pt x="1169" y="4548"/>
                    <a:pt x="1270" y="4735"/>
                  </a:cubicBezTo>
                  <a:lnTo>
                    <a:pt x="823" y="5399"/>
                  </a:lnTo>
                  <a:cubicBezTo>
                    <a:pt x="751" y="5529"/>
                    <a:pt x="765" y="5688"/>
                    <a:pt x="866" y="5803"/>
                  </a:cubicBezTo>
                  <a:lnTo>
                    <a:pt x="1169" y="6107"/>
                  </a:lnTo>
                  <a:cubicBezTo>
                    <a:pt x="1234" y="6163"/>
                    <a:pt x="1312" y="6192"/>
                    <a:pt x="1390" y="6192"/>
                  </a:cubicBezTo>
                  <a:cubicBezTo>
                    <a:pt x="1453" y="6192"/>
                    <a:pt x="1516" y="6174"/>
                    <a:pt x="1574" y="6135"/>
                  </a:cubicBezTo>
                  <a:lnTo>
                    <a:pt x="2238" y="5702"/>
                  </a:lnTo>
                  <a:cubicBezTo>
                    <a:pt x="2411" y="5789"/>
                    <a:pt x="2598" y="5876"/>
                    <a:pt x="2801" y="5919"/>
                  </a:cubicBezTo>
                  <a:lnTo>
                    <a:pt x="2959" y="6713"/>
                  </a:lnTo>
                  <a:cubicBezTo>
                    <a:pt x="2988" y="6857"/>
                    <a:pt x="3118" y="6973"/>
                    <a:pt x="3262" y="6973"/>
                  </a:cubicBezTo>
                  <a:lnTo>
                    <a:pt x="3696" y="6973"/>
                  </a:lnTo>
                  <a:cubicBezTo>
                    <a:pt x="3840" y="6973"/>
                    <a:pt x="3970" y="6857"/>
                    <a:pt x="3999" y="6713"/>
                  </a:cubicBezTo>
                  <a:lnTo>
                    <a:pt x="4157" y="5919"/>
                  </a:lnTo>
                  <a:cubicBezTo>
                    <a:pt x="4360" y="5876"/>
                    <a:pt x="4547" y="5789"/>
                    <a:pt x="4720" y="5702"/>
                  </a:cubicBezTo>
                  <a:lnTo>
                    <a:pt x="5384" y="6135"/>
                  </a:lnTo>
                  <a:cubicBezTo>
                    <a:pt x="5442" y="6174"/>
                    <a:pt x="5505" y="6192"/>
                    <a:pt x="5568" y="6192"/>
                  </a:cubicBezTo>
                  <a:cubicBezTo>
                    <a:pt x="5646" y="6192"/>
                    <a:pt x="5724" y="6163"/>
                    <a:pt x="5789" y="6107"/>
                  </a:cubicBezTo>
                  <a:lnTo>
                    <a:pt x="6092" y="5803"/>
                  </a:lnTo>
                  <a:cubicBezTo>
                    <a:pt x="6193" y="5688"/>
                    <a:pt x="6207" y="5529"/>
                    <a:pt x="6135" y="5399"/>
                  </a:cubicBezTo>
                  <a:lnTo>
                    <a:pt x="5688" y="4735"/>
                  </a:lnTo>
                  <a:cubicBezTo>
                    <a:pt x="5789" y="4548"/>
                    <a:pt x="5861" y="4360"/>
                    <a:pt x="5919" y="4172"/>
                  </a:cubicBezTo>
                  <a:lnTo>
                    <a:pt x="6698" y="4013"/>
                  </a:lnTo>
                  <a:cubicBezTo>
                    <a:pt x="6857" y="3985"/>
                    <a:pt x="6958" y="3855"/>
                    <a:pt x="6958" y="3710"/>
                  </a:cubicBezTo>
                  <a:lnTo>
                    <a:pt x="6958" y="3277"/>
                  </a:lnTo>
                  <a:cubicBezTo>
                    <a:pt x="6958" y="3118"/>
                    <a:pt x="6857" y="2988"/>
                    <a:pt x="6698" y="2960"/>
                  </a:cubicBezTo>
                  <a:lnTo>
                    <a:pt x="5919" y="2801"/>
                  </a:lnTo>
                  <a:cubicBezTo>
                    <a:pt x="5861" y="2613"/>
                    <a:pt x="5774" y="2426"/>
                    <a:pt x="5688" y="2252"/>
                  </a:cubicBezTo>
                  <a:lnTo>
                    <a:pt x="6135" y="1574"/>
                  </a:lnTo>
                  <a:cubicBezTo>
                    <a:pt x="6207" y="1458"/>
                    <a:pt x="6193" y="1285"/>
                    <a:pt x="6092" y="1184"/>
                  </a:cubicBezTo>
                  <a:lnTo>
                    <a:pt x="5789" y="881"/>
                  </a:lnTo>
                  <a:cubicBezTo>
                    <a:pt x="5723" y="815"/>
                    <a:pt x="5643" y="782"/>
                    <a:pt x="5562" y="782"/>
                  </a:cubicBezTo>
                  <a:cubicBezTo>
                    <a:pt x="5501" y="782"/>
                    <a:pt x="5440" y="800"/>
                    <a:pt x="5384" y="838"/>
                  </a:cubicBezTo>
                  <a:lnTo>
                    <a:pt x="4720" y="1285"/>
                  </a:lnTo>
                  <a:cubicBezTo>
                    <a:pt x="4533" y="1184"/>
                    <a:pt x="4360" y="1097"/>
                    <a:pt x="4157" y="1054"/>
                  </a:cubicBezTo>
                  <a:lnTo>
                    <a:pt x="3999" y="260"/>
                  </a:lnTo>
                  <a:cubicBezTo>
                    <a:pt x="3970" y="116"/>
                    <a:pt x="3840" y="0"/>
                    <a:pt x="36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2"/>
            <p:cNvSpPr/>
            <p:nvPr/>
          </p:nvSpPr>
          <p:spPr>
            <a:xfrm>
              <a:off x="6298620" y="3133172"/>
              <a:ext cx="106747" cy="91412"/>
            </a:xfrm>
            <a:custGeom>
              <a:avLst/>
              <a:gdLst/>
              <a:ahLst/>
              <a:cxnLst/>
              <a:rect l="l" t="t" r="r" b="b"/>
              <a:pathLst>
                <a:path w="4072" h="3487" extrusionOk="0">
                  <a:moveTo>
                    <a:pt x="2325" y="0"/>
                  </a:moveTo>
                  <a:cubicBezTo>
                    <a:pt x="780" y="0"/>
                    <a:pt x="1" y="1877"/>
                    <a:pt x="1098" y="2974"/>
                  </a:cubicBezTo>
                  <a:cubicBezTo>
                    <a:pt x="1453" y="3328"/>
                    <a:pt x="1889" y="3487"/>
                    <a:pt x="2317" y="3487"/>
                  </a:cubicBezTo>
                  <a:cubicBezTo>
                    <a:pt x="3212" y="3487"/>
                    <a:pt x="4072" y="2792"/>
                    <a:pt x="4072" y="1747"/>
                  </a:cubicBezTo>
                  <a:cubicBezTo>
                    <a:pt x="4057" y="780"/>
                    <a:pt x="3292" y="0"/>
                    <a:pt x="23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2"/>
            <p:cNvSpPr/>
            <p:nvPr/>
          </p:nvSpPr>
          <p:spPr>
            <a:xfrm>
              <a:off x="6322843" y="3151706"/>
              <a:ext cx="63991" cy="54527"/>
            </a:xfrm>
            <a:custGeom>
              <a:avLst/>
              <a:gdLst/>
              <a:ahLst/>
              <a:cxnLst/>
              <a:rect l="l" t="t" r="r" b="b"/>
              <a:pathLst>
                <a:path w="2441" h="2080" extrusionOk="0">
                  <a:moveTo>
                    <a:pt x="1401" y="0"/>
                  </a:moveTo>
                  <a:cubicBezTo>
                    <a:pt x="477" y="0"/>
                    <a:pt x="1" y="1112"/>
                    <a:pt x="665" y="1776"/>
                  </a:cubicBezTo>
                  <a:cubicBezTo>
                    <a:pt x="874" y="1985"/>
                    <a:pt x="1134" y="2079"/>
                    <a:pt x="1388" y="2079"/>
                  </a:cubicBezTo>
                  <a:cubicBezTo>
                    <a:pt x="1924" y="2079"/>
                    <a:pt x="2440" y="1666"/>
                    <a:pt x="2440" y="1040"/>
                  </a:cubicBezTo>
                  <a:cubicBezTo>
                    <a:pt x="2440" y="462"/>
                    <a:pt x="1978" y="0"/>
                    <a:pt x="14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2" name="Google Shape;432;p32"/>
          <p:cNvGrpSpPr/>
          <p:nvPr/>
        </p:nvGrpSpPr>
        <p:grpSpPr>
          <a:xfrm>
            <a:off x="1783329" y="1448592"/>
            <a:ext cx="613313" cy="415523"/>
            <a:chOff x="4653996" y="2520108"/>
            <a:chExt cx="396607" cy="268704"/>
          </a:xfrm>
        </p:grpSpPr>
        <p:sp>
          <p:nvSpPr>
            <p:cNvPr id="433" name="Google Shape;433;p32"/>
            <p:cNvSpPr/>
            <p:nvPr/>
          </p:nvSpPr>
          <p:spPr>
            <a:xfrm>
              <a:off x="4670643" y="2520108"/>
              <a:ext cx="363707" cy="250930"/>
            </a:xfrm>
            <a:custGeom>
              <a:avLst/>
              <a:gdLst/>
              <a:ahLst/>
              <a:cxnLst/>
              <a:rect l="l" t="t" r="r" b="b"/>
              <a:pathLst>
                <a:path w="13874" h="9572" extrusionOk="0">
                  <a:moveTo>
                    <a:pt x="1314" y="1"/>
                  </a:moveTo>
                  <a:cubicBezTo>
                    <a:pt x="592" y="1"/>
                    <a:pt x="1" y="593"/>
                    <a:pt x="1" y="1314"/>
                  </a:cubicBezTo>
                  <a:lnTo>
                    <a:pt x="1" y="9326"/>
                  </a:lnTo>
                  <a:lnTo>
                    <a:pt x="1" y="9355"/>
                  </a:lnTo>
                  <a:cubicBezTo>
                    <a:pt x="1" y="9470"/>
                    <a:pt x="102" y="9571"/>
                    <a:pt x="217" y="9571"/>
                  </a:cubicBezTo>
                  <a:lnTo>
                    <a:pt x="13642" y="9571"/>
                  </a:lnTo>
                  <a:cubicBezTo>
                    <a:pt x="13772" y="9571"/>
                    <a:pt x="13859" y="9470"/>
                    <a:pt x="13873" y="9355"/>
                  </a:cubicBezTo>
                  <a:lnTo>
                    <a:pt x="13873" y="9326"/>
                  </a:lnTo>
                  <a:lnTo>
                    <a:pt x="13873" y="1329"/>
                  </a:lnTo>
                  <a:cubicBezTo>
                    <a:pt x="13873" y="593"/>
                    <a:pt x="13281" y="1"/>
                    <a:pt x="125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2"/>
            <p:cNvSpPr/>
            <p:nvPr/>
          </p:nvSpPr>
          <p:spPr>
            <a:xfrm>
              <a:off x="4694865" y="2544724"/>
              <a:ext cx="314108" cy="226681"/>
            </a:xfrm>
            <a:custGeom>
              <a:avLst/>
              <a:gdLst/>
              <a:ahLst/>
              <a:cxnLst/>
              <a:rect l="l" t="t" r="r" b="b"/>
              <a:pathLst>
                <a:path w="11982" h="8647" extrusionOk="0">
                  <a:moveTo>
                    <a:pt x="390" y="0"/>
                  </a:moveTo>
                  <a:cubicBezTo>
                    <a:pt x="188" y="0"/>
                    <a:pt x="15" y="173"/>
                    <a:pt x="15" y="390"/>
                  </a:cubicBezTo>
                  <a:lnTo>
                    <a:pt x="15" y="8387"/>
                  </a:lnTo>
                  <a:cubicBezTo>
                    <a:pt x="0" y="8416"/>
                    <a:pt x="0" y="8430"/>
                    <a:pt x="15" y="8459"/>
                  </a:cubicBezTo>
                  <a:cubicBezTo>
                    <a:pt x="29" y="8560"/>
                    <a:pt x="116" y="8647"/>
                    <a:pt x="231" y="8647"/>
                  </a:cubicBezTo>
                  <a:lnTo>
                    <a:pt x="11765" y="8647"/>
                  </a:lnTo>
                  <a:cubicBezTo>
                    <a:pt x="11866" y="8647"/>
                    <a:pt x="11967" y="8560"/>
                    <a:pt x="11982" y="8459"/>
                  </a:cubicBezTo>
                  <a:cubicBezTo>
                    <a:pt x="11982" y="8430"/>
                    <a:pt x="11982" y="8416"/>
                    <a:pt x="11982" y="8387"/>
                  </a:cubicBezTo>
                  <a:lnTo>
                    <a:pt x="11982" y="390"/>
                  </a:lnTo>
                  <a:cubicBezTo>
                    <a:pt x="11982" y="188"/>
                    <a:pt x="11823" y="14"/>
                    <a:pt x="116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2"/>
            <p:cNvSpPr/>
            <p:nvPr/>
          </p:nvSpPr>
          <p:spPr>
            <a:xfrm>
              <a:off x="4775476" y="2618493"/>
              <a:ext cx="69260" cy="30409"/>
            </a:xfrm>
            <a:custGeom>
              <a:avLst/>
              <a:gdLst/>
              <a:ahLst/>
              <a:cxnLst/>
              <a:rect l="l" t="t" r="r" b="b"/>
              <a:pathLst>
                <a:path w="2642" h="1160" extrusionOk="0">
                  <a:moveTo>
                    <a:pt x="996" y="1"/>
                  </a:moveTo>
                  <a:cubicBezTo>
                    <a:pt x="938" y="1"/>
                    <a:pt x="881" y="15"/>
                    <a:pt x="837" y="59"/>
                  </a:cubicBezTo>
                  <a:lnTo>
                    <a:pt x="145" y="780"/>
                  </a:lnTo>
                  <a:cubicBezTo>
                    <a:pt x="0" y="925"/>
                    <a:pt x="101" y="1156"/>
                    <a:pt x="303" y="1156"/>
                  </a:cubicBezTo>
                  <a:cubicBezTo>
                    <a:pt x="314" y="1158"/>
                    <a:pt x="324" y="1160"/>
                    <a:pt x="334" y="1160"/>
                  </a:cubicBezTo>
                  <a:cubicBezTo>
                    <a:pt x="381" y="1160"/>
                    <a:pt x="426" y="1134"/>
                    <a:pt x="462" y="1098"/>
                  </a:cubicBezTo>
                  <a:lnTo>
                    <a:pt x="1097" y="434"/>
                  </a:lnTo>
                  <a:lnTo>
                    <a:pt x="2339" y="448"/>
                  </a:lnTo>
                  <a:cubicBezTo>
                    <a:pt x="2642" y="448"/>
                    <a:pt x="2642" y="1"/>
                    <a:pt x="23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2"/>
            <p:cNvSpPr/>
            <p:nvPr/>
          </p:nvSpPr>
          <p:spPr>
            <a:xfrm>
              <a:off x="4775476" y="2643476"/>
              <a:ext cx="69260" cy="30672"/>
            </a:xfrm>
            <a:custGeom>
              <a:avLst/>
              <a:gdLst/>
              <a:ahLst/>
              <a:cxnLst/>
              <a:rect l="l" t="t" r="r" b="b"/>
              <a:pathLst>
                <a:path w="2642" h="1170" extrusionOk="0">
                  <a:moveTo>
                    <a:pt x="996" y="1"/>
                  </a:moveTo>
                  <a:cubicBezTo>
                    <a:pt x="938" y="1"/>
                    <a:pt x="881" y="30"/>
                    <a:pt x="837" y="73"/>
                  </a:cubicBezTo>
                  <a:lnTo>
                    <a:pt x="145" y="795"/>
                  </a:lnTo>
                  <a:cubicBezTo>
                    <a:pt x="0" y="939"/>
                    <a:pt x="101" y="1170"/>
                    <a:pt x="303" y="1170"/>
                  </a:cubicBezTo>
                  <a:cubicBezTo>
                    <a:pt x="361" y="1170"/>
                    <a:pt x="419" y="1141"/>
                    <a:pt x="448" y="1098"/>
                  </a:cubicBezTo>
                  <a:lnTo>
                    <a:pt x="1083" y="448"/>
                  </a:lnTo>
                  <a:lnTo>
                    <a:pt x="2339" y="463"/>
                  </a:lnTo>
                  <a:cubicBezTo>
                    <a:pt x="2642" y="463"/>
                    <a:pt x="2642" y="15"/>
                    <a:pt x="2339" y="15"/>
                  </a:cubicBezTo>
                  <a:lnTo>
                    <a:pt x="99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2"/>
            <p:cNvSpPr/>
            <p:nvPr/>
          </p:nvSpPr>
          <p:spPr>
            <a:xfrm>
              <a:off x="4775476" y="2668459"/>
              <a:ext cx="69260" cy="30672"/>
            </a:xfrm>
            <a:custGeom>
              <a:avLst/>
              <a:gdLst/>
              <a:ahLst/>
              <a:cxnLst/>
              <a:rect l="l" t="t" r="r" b="b"/>
              <a:pathLst>
                <a:path w="2642" h="1170" extrusionOk="0">
                  <a:moveTo>
                    <a:pt x="996" y="0"/>
                  </a:moveTo>
                  <a:cubicBezTo>
                    <a:pt x="938" y="0"/>
                    <a:pt x="881" y="29"/>
                    <a:pt x="837" y="73"/>
                  </a:cubicBezTo>
                  <a:lnTo>
                    <a:pt x="145" y="794"/>
                  </a:lnTo>
                  <a:cubicBezTo>
                    <a:pt x="0" y="939"/>
                    <a:pt x="101" y="1170"/>
                    <a:pt x="303" y="1170"/>
                  </a:cubicBezTo>
                  <a:cubicBezTo>
                    <a:pt x="361" y="1170"/>
                    <a:pt x="419" y="1141"/>
                    <a:pt x="448" y="1098"/>
                  </a:cubicBezTo>
                  <a:lnTo>
                    <a:pt x="1083" y="448"/>
                  </a:lnTo>
                  <a:lnTo>
                    <a:pt x="2339" y="462"/>
                  </a:lnTo>
                  <a:cubicBezTo>
                    <a:pt x="2642" y="462"/>
                    <a:pt x="2642" y="15"/>
                    <a:pt x="2339" y="15"/>
                  </a:cubicBezTo>
                  <a:lnTo>
                    <a:pt x="99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2"/>
            <p:cNvSpPr/>
            <p:nvPr/>
          </p:nvSpPr>
          <p:spPr>
            <a:xfrm>
              <a:off x="4860229" y="2618126"/>
              <a:ext cx="68893" cy="30672"/>
            </a:xfrm>
            <a:custGeom>
              <a:avLst/>
              <a:gdLst/>
              <a:ahLst/>
              <a:cxnLst/>
              <a:rect l="l" t="t" r="r" b="b"/>
              <a:pathLst>
                <a:path w="2628" h="1170" extrusionOk="0">
                  <a:moveTo>
                    <a:pt x="1646" y="1"/>
                  </a:moveTo>
                  <a:lnTo>
                    <a:pt x="304" y="15"/>
                  </a:lnTo>
                  <a:cubicBezTo>
                    <a:pt x="1" y="15"/>
                    <a:pt x="1" y="462"/>
                    <a:pt x="304" y="462"/>
                  </a:cubicBezTo>
                  <a:lnTo>
                    <a:pt x="1545" y="448"/>
                  </a:lnTo>
                  <a:lnTo>
                    <a:pt x="2180" y="1112"/>
                  </a:lnTo>
                  <a:cubicBezTo>
                    <a:pt x="2224" y="1155"/>
                    <a:pt x="2282" y="1170"/>
                    <a:pt x="2339" y="1170"/>
                  </a:cubicBezTo>
                  <a:cubicBezTo>
                    <a:pt x="2541" y="1170"/>
                    <a:pt x="2628" y="939"/>
                    <a:pt x="2498" y="794"/>
                  </a:cubicBezTo>
                  <a:lnTo>
                    <a:pt x="1805" y="73"/>
                  </a:lnTo>
                  <a:cubicBezTo>
                    <a:pt x="1762" y="29"/>
                    <a:pt x="1704" y="1"/>
                    <a:pt x="16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2"/>
            <p:cNvSpPr/>
            <p:nvPr/>
          </p:nvSpPr>
          <p:spPr>
            <a:xfrm>
              <a:off x="4860229" y="2643476"/>
              <a:ext cx="68893" cy="30672"/>
            </a:xfrm>
            <a:custGeom>
              <a:avLst/>
              <a:gdLst/>
              <a:ahLst/>
              <a:cxnLst/>
              <a:rect l="l" t="t" r="r" b="b"/>
              <a:pathLst>
                <a:path w="2628" h="1170" extrusionOk="0">
                  <a:moveTo>
                    <a:pt x="1646" y="1"/>
                  </a:moveTo>
                  <a:lnTo>
                    <a:pt x="304" y="15"/>
                  </a:lnTo>
                  <a:cubicBezTo>
                    <a:pt x="1" y="15"/>
                    <a:pt x="1" y="448"/>
                    <a:pt x="304" y="448"/>
                  </a:cubicBezTo>
                  <a:lnTo>
                    <a:pt x="1545" y="448"/>
                  </a:lnTo>
                  <a:lnTo>
                    <a:pt x="2180" y="1098"/>
                  </a:lnTo>
                  <a:cubicBezTo>
                    <a:pt x="2224" y="1141"/>
                    <a:pt x="2282" y="1170"/>
                    <a:pt x="2339" y="1170"/>
                  </a:cubicBezTo>
                  <a:cubicBezTo>
                    <a:pt x="2541" y="1170"/>
                    <a:pt x="2628" y="925"/>
                    <a:pt x="2498" y="795"/>
                  </a:cubicBezTo>
                  <a:lnTo>
                    <a:pt x="1805" y="73"/>
                  </a:lnTo>
                  <a:cubicBezTo>
                    <a:pt x="1762" y="15"/>
                    <a:pt x="1704" y="1"/>
                    <a:pt x="16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2"/>
            <p:cNvSpPr/>
            <p:nvPr/>
          </p:nvSpPr>
          <p:spPr>
            <a:xfrm>
              <a:off x="4860229" y="2668354"/>
              <a:ext cx="68893" cy="30776"/>
            </a:xfrm>
            <a:custGeom>
              <a:avLst/>
              <a:gdLst/>
              <a:ahLst/>
              <a:cxnLst/>
              <a:rect l="l" t="t" r="r" b="b"/>
              <a:pathLst>
                <a:path w="2628" h="1174" extrusionOk="0">
                  <a:moveTo>
                    <a:pt x="1677" y="1"/>
                  </a:moveTo>
                  <a:cubicBezTo>
                    <a:pt x="1667" y="1"/>
                    <a:pt x="1657" y="2"/>
                    <a:pt x="1646" y="4"/>
                  </a:cubicBezTo>
                  <a:lnTo>
                    <a:pt x="304" y="19"/>
                  </a:lnTo>
                  <a:cubicBezTo>
                    <a:pt x="1" y="19"/>
                    <a:pt x="1" y="466"/>
                    <a:pt x="304" y="466"/>
                  </a:cubicBezTo>
                  <a:lnTo>
                    <a:pt x="1545" y="452"/>
                  </a:lnTo>
                  <a:lnTo>
                    <a:pt x="2180" y="1102"/>
                  </a:lnTo>
                  <a:cubicBezTo>
                    <a:pt x="2224" y="1145"/>
                    <a:pt x="2282" y="1174"/>
                    <a:pt x="2339" y="1174"/>
                  </a:cubicBezTo>
                  <a:lnTo>
                    <a:pt x="2339" y="1159"/>
                  </a:lnTo>
                  <a:cubicBezTo>
                    <a:pt x="2527" y="1159"/>
                    <a:pt x="2628" y="928"/>
                    <a:pt x="2498" y="784"/>
                  </a:cubicBezTo>
                  <a:lnTo>
                    <a:pt x="1805" y="62"/>
                  </a:lnTo>
                  <a:cubicBezTo>
                    <a:pt x="1770" y="27"/>
                    <a:pt x="1724" y="1"/>
                    <a:pt x="167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2"/>
            <p:cNvSpPr/>
            <p:nvPr/>
          </p:nvSpPr>
          <p:spPr>
            <a:xfrm>
              <a:off x="4825049" y="2584440"/>
              <a:ext cx="54894" cy="33712"/>
            </a:xfrm>
            <a:custGeom>
              <a:avLst/>
              <a:gdLst/>
              <a:ahLst/>
              <a:cxnLst/>
              <a:rect l="l" t="t" r="r" b="b"/>
              <a:pathLst>
                <a:path w="2094" h="1286" extrusionOk="0">
                  <a:moveTo>
                    <a:pt x="1054" y="1"/>
                  </a:moveTo>
                  <a:cubicBezTo>
                    <a:pt x="477" y="1"/>
                    <a:pt x="0" y="477"/>
                    <a:pt x="0" y="1055"/>
                  </a:cubicBezTo>
                  <a:cubicBezTo>
                    <a:pt x="0" y="1184"/>
                    <a:pt x="101" y="1286"/>
                    <a:pt x="231" y="1286"/>
                  </a:cubicBezTo>
                  <a:lnTo>
                    <a:pt x="1877" y="1286"/>
                  </a:lnTo>
                  <a:cubicBezTo>
                    <a:pt x="1992" y="1286"/>
                    <a:pt x="2093" y="1184"/>
                    <a:pt x="2093" y="1069"/>
                  </a:cubicBezTo>
                  <a:lnTo>
                    <a:pt x="2093" y="1055"/>
                  </a:lnTo>
                  <a:cubicBezTo>
                    <a:pt x="2093" y="477"/>
                    <a:pt x="1617" y="1"/>
                    <a:pt x="10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2"/>
            <p:cNvSpPr/>
            <p:nvPr/>
          </p:nvSpPr>
          <p:spPr>
            <a:xfrm>
              <a:off x="4809897" y="2606775"/>
              <a:ext cx="85173" cy="95763"/>
            </a:xfrm>
            <a:custGeom>
              <a:avLst/>
              <a:gdLst/>
              <a:ahLst/>
              <a:cxnLst/>
              <a:rect l="l" t="t" r="r" b="b"/>
              <a:pathLst>
                <a:path w="3249" h="3653" extrusionOk="0">
                  <a:moveTo>
                    <a:pt x="766" y="0"/>
                  </a:moveTo>
                  <a:cubicBezTo>
                    <a:pt x="362" y="0"/>
                    <a:pt x="44" y="318"/>
                    <a:pt x="44" y="722"/>
                  </a:cubicBezTo>
                  <a:lnTo>
                    <a:pt x="44" y="2007"/>
                  </a:lnTo>
                  <a:cubicBezTo>
                    <a:pt x="1" y="2902"/>
                    <a:pt x="723" y="3653"/>
                    <a:pt x="1632" y="3653"/>
                  </a:cubicBezTo>
                  <a:cubicBezTo>
                    <a:pt x="2527" y="3653"/>
                    <a:pt x="3249" y="2902"/>
                    <a:pt x="3220" y="2007"/>
                  </a:cubicBezTo>
                  <a:lnTo>
                    <a:pt x="3220" y="722"/>
                  </a:lnTo>
                  <a:cubicBezTo>
                    <a:pt x="3220" y="318"/>
                    <a:pt x="2902" y="0"/>
                    <a:pt x="24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32"/>
            <p:cNvSpPr/>
            <p:nvPr/>
          </p:nvSpPr>
          <p:spPr>
            <a:xfrm>
              <a:off x="4653996" y="2737326"/>
              <a:ext cx="396607" cy="51486"/>
            </a:xfrm>
            <a:custGeom>
              <a:avLst/>
              <a:gdLst/>
              <a:ahLst/>
              <a:cxnLst/>
              <a:rect l="l" t="t" r="r" b="b"/>
              <a:pathLst>
                <a:path w="15129" h="1964" extrusionOk="0">
                  <a:moveTo>
                    <a:pt x="217" y="1"/>
                  </a:moveTo>
                  <a:cubicBezTo>
                    <a:pt x="101" y="1"/>
                    <a:pt x="0" y="102"/>
                    <a:pt x="0" y="217"/>
                  </a:cubicBezTo>
                  <a:lnTo>
                    <a:pt x="0" y="708"/>
                  </a:lnTo>
                  <a:cubicBezTo>
                    <a:pt x="0" y="1401"/>
                    <a:pt x="563" y="1964"/>
                    <a:pt x="1271" y="1964"/>
                  </a:cubicBezTo>
                  <a:lnTo>
                    <a:pt x="13858" y="1964"/>
                  </a:lnTo>
                  <a:cubicBezTo>
                    <a:pt x="14551" y="1964"/>
                    <a:pt x="15114" y="1401"/>
                    <a:pt x="15114" y="708"/>
                  </a:cubicBezTo>
                  <a:lnTo>
                    <a:pt x="15114" y="217"/>
                  </a:lnTo>
                  <a:cubicBezTo>
                    <a:pt x="15129" y="102"/>
                    <a:pt x="15028" y="15"/>
                    <a:pt x="14927" y="1"/>
                  </a:cubicBezTo>
                  <a:lnTo>
                    <a:pt x="9326" y="1"/>
                  </a:lnTo>
                  <a:cubicBezTo>
                    <a:pt x="9282" y="1"/>
                    <a:pt x="9239" y="15"/>
                    <a:pt x="9196" y="44"/>
                  </a:cubicBezTo>
                  <a:lnTo>
                    <a:pt x="8950" y="217"/>
                  </a:lnTo>
                  <a:lnTo>
                    <a:pt x="6208" y="217"/>
                  </a:lnTo>
                  <a:lnTo>
                    <a:pt x="5977" y="44"/>
                  </a:lnTo>
                  <a:cubicBezTo>
                    <a:pt x="5933" y="15"/>
                    <a:pt x="5890" y="1"/>
                    <a:pt x="58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/>
          <p:cNvSpPr>
            <a:spLocks noGrp="1" noChangeArrowheads="1"/>
          </p:cNvSpPr>
          <p:nvPr>
            <p:ph type="subTitle" idx="2"/>
          </p:nvPr>
        </p:nvSpPr>
        <p:spPr bwMode="auto">
          <a:xfrm>
            <a:off x="885316" y="2784884"/>
            <a:ext cx="238594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</a:t>
            </a:r>
            <a:r>
              <a:rPr kumimoji="0" lang="en-US" altLang="ru-RU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are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optimization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algorithm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that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mimics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natural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evolution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3"/>
          <p:cNvSpPr txBox="1">
            <a:spLocks noGrp="1"/>
          </p:cNvSpPr>
          <p:nvPr>
            <p:ph type="title" idx="9"/>
          </p:nvPr>
        </p:nvSpPr>
        <p:spPr>
          <a:xfrm>
            <a:off x="1164674" y="393863"/>
            <a:ext cx="77040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Historical background</a:t>
            </a:r>
            <a:endParaRPr dirty="0"/>
          </a:p>
        </p:txBody>
      </p:sp>
      <p:sp>
        <p:nvSpPr>
          <p:cNvPr id="449" name="Google Shape;449;p33"/>
          <p:cNvSpPr/>
          <p:nvPr/>
        </p:nvSpPr>
        <p:spPr>
          <a:xfrm>
            <a:off x="4246940" y="1137987"/>
            <a:ext cx="974100" cy="9741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33"/>
          <p:cNvSpPr/>
          <p:nvPr/>
        </p:nvSpPr>
        <p:spPr>
          <a:xfrm>
            <a:off x="7329206" y="1137987"/>
            <a:ext cx="974100" cy="9741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33"/>
          <p:cNvSpPr/>
          <p:nvPr/>
        </p:nvSpPr>
        <p:spPr>
          <a:xfrm>
            <a:off x="1164674" y="1137987"/>
            <a:ext cx="974100" cy="9741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33"/>
          <p:cNvSpPr txBox="1">
            <a:spLocks noGrp="1"/>
          </p:cNvSpPr>
          <p:nvPr>
            <p:ph type="title"/>
          </p:nvPr>
        </p:nvSpPr>
        <p:spPr>
          <a:xfrm>
            <a:off x="1208774" y="1272687"/>
            <a:ext cx="885900" cy="7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453" name="Google Shape;453;p33"/>
          <p:cNvSpPr txBox="1">
            <a:spLocks noGrp="1"/>
          </p:cNvSpPr>
          <p:nvPr>
            <p:ph type="subTitle" idx="1"/>
          </p:nvPr>
        </p:nvSpPr>
        <p:spPr>
          <a:xfrm>
            <a:off x="1063047" y="2137243"/>
            <a:ext cx="2205600" cy="3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/>
              <a:t>Origins</a:t>
            </a:r>
            <a:endParaRPr dirty="0"/>
          </a:p>
        </p:txBody>
      </p:sp>
      <p:sp>
        <p:nvSpPr>
          <p:cNvPr id="454" name="Google Shape;454;p33"/>
          <p:cNvSpPr txBox="1">
            <a:spLocks noGrp="1"/>
          </p:cNvSpPr>
          <p:nvPr>
            <p:ph type="subTitle" idx="2"/>
          </p:nvPr>
        </p:nvSpPr>
        <p:spPr>
          <a:xfrm>
            <a:off x="548924" y="2611983"/>
            <a:ext cx="2205600" cy="16121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>
              <a:spcAft>
                <a:spcPts val="1600"/>
              </a:spcAft>
            </a:pPr>
            <a:r>
              <a:rPr lang="ru-RU" altLang="ru-RU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Developed</a:t>
            </a:r>
            <a:r>
              <a:rPr lang="ru-RU" altLang="ru-RU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ru-RU" altLang="ru-RU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in</a:t>
            </a:r>
            <a:r>
              <a:rPr lang="ru-RU" altLang="ru-RU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ru-RU" altLang="ru-RU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the</a:t>
            </a:r>
            <a:r>
              <a:rPr lang="ru-RU" altLang="ru-RU" sz="1800" dirty="0">
                <a:solidFill>
                  <a:schemeClr val="tx1"/>
                </a:solidFill>
                <a:latin typeface="Arial" panose="020B0604020202020204" pitchFamily="34" charset="0"/>
              </a:rPr>
              <a:t> 1960s </a:t>
            </a:r>
            <a:r>
              <a:rPr lang="ru-RU" altLang="ru-RU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by</a:t>
            </a:r>
            <a:r>
              <a:rPr lang="ru-RU" altLang="ru-RU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ru-RU" altLang="ru-RU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German</a:t>
            </a:r>
            <a:r>
              <a:rPr lang="ru-RU" altLang="ru-RU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ru-RU" altLang="ru-RU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researchers</a:t>
            </a:r>
            <a:r>
              <a:rPr lang="ru-RU" altLang="ru-RU" sz="18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455" name="Google Shape;455;p33"/>
          <p:cNvSpPr txBox="1">
            <a:spLocks noGrp="1"/>
          </p:cNvSpPr>
          <p:nvPr>
            <p:ph type="title" idx="3"/>
          </p:nvPr>
        </p:nvSpPr>
        <p:spPr>
          <a:xfrm>
            <a:off x="4290532" y="1272687"/>
            <a:ext cx="885900" cy="7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456" name="Google Shape;456;p33"/>
          <p:cNvSpPr txBox="1">
            <a:spLocks noGrp="1"/>
          </p:cNvSpPr>
          <p:nvPr>
            <p:ph type="subTitle" idx="4"/>
          </p:nvPr>
        </p:nvSpPr>
        <p:spPr>
          <a:xfrm>
            <a:off x="4144805" y="2137243"/>
            <a:ext cx="2205600" cy="3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/>
              <a:t>Purpose</a:t>
            </a:r>
            <a:endParaRPr dirty="0"/>
          </a:p>
        </p:txBody>
      </p:sp>
      <p:sp>
        <p:nvSpPr>
          <p:cNvPr id="458" name="Google Shape;458;p33"/>
          <p:cNvSpPr txBox="1">
            <a:spLocks noGrp="1"/>
          </p:cNvSpPr>
          <p:nvPr>
            <p:ph type="title" idx="6"/>
          </p:nvPr>
        </p:nvSpPr>
        <p:spPr>
          <a:xfrm>
            <a:off x="7372291" y="1272687"/>
            <a:ext cx="885900" cy="704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459" name="Google Shape;459;p33"/>
          <p:cNvSpPr txBox="1">
            <a:spLocks noGrp="1"/>
          </p:cNvSpPr>
          <p:nvPr>
            <p:ph type="subTitle" idx="7"/>
          </p:nvPr>
        </p:nvSpPr>
        <p:spPr>
          <a:xfrm>
            <a:off x="7329206" y="2137243"/>
            <a:ext cx="2205600" cy="3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/>
              <a:t>Legacy</a:t>
            </a:r>
            <a:endParaRPr dirty="0"/>
          </a:p>
        </p:txBody>
      </p:sp>
      <p:sp>
        <p:nvSpPr>
          <p:cNvPr id="460" name="Google Shape;460;p33"/>
          <p:cNvSpPr txBox="1">
            <a:spLocks noGrp="1"/>
          </p:cNvSpPr>
          <p:nvPr>
            <p:ph type="subTitle" idx="8"/>
          </p:nvPr>
        </p:nvSpPr>
        <p:spPr>
          <a:xfrm>
            <a:off x="6712441" y="2611983"/>
            <a:ext cx="2205600" cy="8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Aft>
                <a:spcPts val="1600"/>
              </a:spcAft>
            </a:pPr>
            <a:r>
              <a:rPr lang="ru-RU" altLang="ru-RU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Pioneered</a:t>
            </a:r>
            <a:r>
              <a:rPr lang="ru-RU" altLang="ru-RU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ru-RU" altLang="ru-RU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modern</a:t>
            </a:r>
            <a:r>
              <a:rPr lang="ru-RU" altLang="ru-RU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ru-RU" altLang="ru-RU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evolutionary</a:t>
            </a:r>
            <a:r>
              <a:rPr lang="ru-RU" altLang="ru-RU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ru-RU" altLang="ru-RU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algorithms</a:t>
            </a:r>
            <a:r>
              <a:rPr lang="ru-RU" altLang="ru-RU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ru-RU" altLang="ru-RU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and</a:t>
            </a:r>
            <a:r>
              <a:rPr lang="ru-RU" altLang="ru-RU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ru-RU" altLang="ru-RU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laid</a:t>
            </a:r>
            <a:r>
              <a:rPr lang="ru-RU" altLang="ru-RU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ru-RU" altLang="ru-RU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the</a:t>
            </a:r>
            <a:r>
              <a:rPr lang="ru-RU" altLang="ru-RU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ru-RU" altLang="ru-RU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groundwork</a:t>
            </a:r>
            <a:r>
              <a:rPr lang="ru-RU" altLang="ru-RU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ru-RU" altLang="ru-RU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for</a:t>
            </a:r>
            <a:r>
              <a:rPr lang="ru-RU" altLang="ru-RU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ru-RU" altLang="ru-RU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future</a:t>
            </a:r>
            <a:r>
              <a:rPr lang="ru-RU" altLang="ru-RU" sz="18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  <a:endParaRPr sz="1800" dirty="0"/>
          </a:p>
        </p:txBody>
      </p:sp>
      <p:sp>
        <p:nvSpPr>
          <p:cNvPr id="2" name="Rectangle 1"/>
          <p:cNvSpPr>
            <a:spLocks noGrp="1" noChangeArrowheads="1"/>
          </p:cNvSpPr>
          <p:nvPr>
            <p:ph type="subTitle" idx="5"/>
          </p:nvPr>
        </p:nvSpPr>
        <p:spPr bwMode="auto">
          <a:xfrm>
            <a:off x="3671672" y="2611983"/>
            <a:ext cx="213071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ctr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1800" dirty="0">
                <a:latin typeface="+mn-lt"/>
              </a:rPr>
              <a:t>C</a:t>
            </a:r>
            <a:r>
              <a:rPr lang="ru-RU" sz="1800" dirty="0" err="1">
                <a:latin typeface="+mn-lt"/>
              </a:rPr>
              <a:t>reated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to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solve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problems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that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were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difficult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to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tackle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with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traditional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 err="1">
                <a:latin typeface="+mn-lt"/>
              </a:rPr>
              <a:t>methods</a:t>
            </a:r>
            <a:r>
              <a:rPr lang="ru-RU" sz="1800" dirty="0">
                <a:latin typeface="+mn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0"/>
          <p:cNvSpPr/>
          <p:nvPr/>
        </p:nvSpPr>
        <p:spPr>
          <a:xfrm>
            <a:off x="720001" y="4431475"/>
            <a:ext cx="7704150" cy="263168"/>
          </a:xfrm>
          <a:custGeom>
            <a:avLst/>
            <a:gdLst/>
            <a:ahLst/>
            <a:cxnLst/>
            <a:rect l="l" t="t" r="r" b="b"/>
            <a:pathLst>
              <a:path w="161716" h="9441" extrusionOk="0">
                <a:moveTo>
                  <a:pt x="80858" y="1"/>
                </a:moveTo>
                <a:cubicBezTo>
                  <a:pt x="36193" y="1"/>
                  <a:pt x="0" y="2136"/>
                  <a:pt x="0" y="4738"/>
                </a:cubicBezTo>
                <a:cubicBezTo>
                  <a:pt x="0" y="7339"/>
                  <a:pt x="36193" y="9441"/>
                  <a:pt x="80858" y="9441"/>
                </a:cubicBezTo>
                <a:cubicBezTo>
                  <a:pt x="125523" y="9441"/>
                  <a:pt x="161716" y="7339"/>
                  <a:pt x="161716" y="4738"/>
                </a:cubicBezTo>
                <a:cubicBezTo>
                  <a:pt x="161716" y="2136"/>
                  <a:pt x="125523" y="1"/>
                  <a:pt x="8085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30"/>
          <p:cNvSpPr txBox="1">
            <a:spLocks noGrp="1"/>
          </p:cNvSpPr>
          <p:nvPr>
            <p:ph type="title"/>
          </p:nvPr>
        </p:nvSpPr>
        <p:spPr>
          <a:xfrm>
            <a:off x="2552700" y="2131350"/>
            <a:ext cx="4242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Fundamental Concepts of ES</a:t>
            </a:r>
            <a:endParaRPr dirty="0"/>
          </a:p>
        </p:txBody>
      </p:sp>
      <p:sp>
        <p:nvSpPr>
          <p:cNvPr id="299" name="Google Shape;299;p30"/>
          <p:cNvSpPr txBox="1">
            <a:spLocks noGrp="1"/>
          </p:cNvSpPr>
          <p:nvPr>
            <p:ph type="title" idx="2"/>
          </p:nvPr>
        </p:nvSpPr>
        <p:spPr>
          <a:xfrm>
            <a:off x="297154" y="142780"/>
            <a:ext cx="923400" cy="69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</a:t>
            </a:r>
            <a:endParaRPr sz="4800" dirty="0"/>
          </a:p>
        </p:txBody>
      </p:sp>
      <p:grpSp>
        <p:nvGrpSpPr>
          <p:cNvPr id="301" name="Google Shape;301;p30"/>
          <p:cNvGrpSpPr/>
          <p:nvPr/>
        </p:nvGrpSpPr>
        <p:grpSpPr>
          <a:xfrm flipH="1">
            <a:off x="1007489" y="540211"/>
            <a:ext cx="1889267" cy="4008760"/>
            <a:chOff x="2319665" y="540000"/>
            <a:chExt cx="1892295" cy="4015184"/>
          </a:xfrm>
        </p:grpSpPr>
        <p:sp>
          <p:nvSpPr>
            <p:cNvPr id="302" name="Google Shape;302;p30"/>
            <p:cNvSpPr/>
            <p:nvPr/>
          </p:nvSpPr>
          <p:spPr>
            <a:xfrm>
              <a:off x="3094252" y="1699525"/>
              <a:ext cx="370096" cy="316186"/>
            </a:xfrm>
            <a:custGeom>
              <a:avLst/>
              <a:gdLst/>
              <a:ahLst/>
              <a:cxnLst/>
              <a:rect l="l" t="t" r="r" b="b"/>
              <a:pathLst>
                <a:path w="13277" h="11343" extrusionOk="0">
                  <a:moveTo>
                    <a:pt x="7606" y="502"/>
                  </a:moveTo>
                  <a:cubicBezTo>
                    <a:pt x="10441" y="502"/>
                    <a:pt x="12776" y="2837"/>
                    <a:pt x="12776" y="5705"/>
                  </a:cubicBezTo>
                  <a:cubicBezTo>
                    <a:pt x="12776" y="8816"/>
                    <a:pt x="10232" y="10876"/>
                    <a:pt x="7574" y="10876"/>
                  </a:cubicBezTo>
                  <a:cubicBezTo>
                    <a:pt x="6298" y="10876"/>
                    <a:pt x="4996" y="10401"/>
                    <a:pt x="3936" y="9341"/>
                  </a:cubicBezTo>
                  <a:cubicBezTo>
                    <a:pt x="667" y="6106"/>
                    <a:pt x="2969" y="502"/>
                    <a:pt x="7606" y="502"/>
                  </a:cubicBezTo>
                  <a:close/>
                  <a:moveTo>
                    <a:pt x="7561" y="1"/>
                  </a:moveTo>
                  <a:cubicBezTo>
                    <a:pt x="6171" y="1"/>
                    <a:pt x="4755" y="517"/>
                    <a:pt x="3603" y="1669"/>
                  </a:cubicBezTo>
                  <a:cubicBezTo>
                    <a:pt x="0" y="5238"/>
                    <a:pt x="2535" y="11343"/>
                    <a:pt x="7606" y="11343"/>
                  </a:cubicBezTo>
                  <a:cubicBezTo>
                    <a:pt x="10708" y="11343"/>
                    <a:pt x="13243" y="8808"/>
                    <a:pt x="13276" y="5705"/>
                  </a:cubicBezTo>
                  <a:cubicBezTo>
                    <a:pt x="13276" y="2272"/>
                    <a:pt x="10477" y="1"/>
                    <a:pt x="75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30"/>
            <p:cNvSpPr/>
            <p:nvPr/>
          </p:nvSpPr>
          <p:spPr>
            <a:xfrm>
              <a:off x="3094252" y="1597221"/>
              <a:ext cx="370096" cy="316214"/>
            </a:xfrm>
            <a:custGeom>
              <a:avLst/>
              <a:gdLst/>
              <a:ahLst/>
              <a:cxnLst/>
              <a:rect l="l" t="t" r="r" b="b"/>
              <a:pathLst>
                <a:path w="13277" h="11344" extrusionOk="0">
                  <a:moveTo>
                    <a:pt x="7606" y="502"/>
                  </a:moveTo>
                  <a:cubicBezTo>
                    <a:pt x="10441" y="502"/>
                    <a:pt x="12776" y="2804"/>
                    <a:pt x="12776" y="5673"/>
                  </a:cubicBezTo>
                  <a:cubicBezTo>
                    <a:pt x="12776" y="8808"/>
                    <a:pt x="10229" y="10875"/>
                    <a:pt x="7569" y="10875"/>
                  </a:cubicBezTo>
                  <a:cubicBezTo>
                    <a:pt x="6295" y="10875"/>
                    <a:pt x="4995" y="10401"/>
                    <a:pt x="3936" y="9342"/>
                  </a:cubicBezTo>
                  <a:cubicBezTo>
                    <a:pt x="667" y="6073"/>
                    <a:pt x="2969" y="502"/>
                    <a:pt x="7606" y="502"/>
                  </a:cubicBezTo>
                  <a:close/>
                  <a:moveTo>
                    <a:pt x="7566" y="1"/>
                  </a:moveTo>
                  <a:cubicBezTo>
                    <a:pt x="6174" y="1"/>
                    <a:pt x="4756" y="516"/>
                    <a:pt x="3603" y="1670"/>
                  </a:cubicBezTo>
                  <a:cubicBezTo>
                    <a:pt x="0" y="5239"/>
                    <a:pt x="2535" y="11344"/>
                    <a:pt x="7606" y="11344"/>
                  </a:cubicBezTo>
                  <a:cubicBezTo>
                    <a:pt x="10708" y="11344"/>
                    <a:pt x="13243" y="8808"/>
                    <a:pt x="13276" y="5673"/>
                  </a:cubicBezTo>
                  <a:cubicBezTo>
                    <a:pt x="13276" y="2264"/>
                    <a:pt x="10480" y="1"/>
                    <a:pt x="75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30"/>
            <p:cNvSpPr/>
            <p:nvPr/>
          </p:nvSpPr>
          <p:spPr>
            <a:xfrm>
              <a:off x="3223485" y="990251"/>
              <a:ext cx="219488" cy="188602"/>
            </a:xfrm>
            <a:custGeom>
              <a:avLst/>
              <a:gdLst/>
              <a:ahLst/>
              <a:cxnLst/>
              <a:rect l="l" t="t" r="r" b="b"/>
              <a:pathLst>
                <a:path w="7874" h="6766" extrusionOk="0">
                  <a:moveTo>
                    <a:pt x="4504" y="294"/>
                  </a:moveTo>
                  <a:cubicBezTo>
                    <a:pt x="6205" y="294"/>
                    <a:pt x="7573" y="1695"/>
                    <a:pt x="7573" y="3396"/>
                  </a:cubicBezTo>
                  <a:cubicBezTo>
                    <a:pt x="7573" y="5246"/>
                    <a:pt x="6062" y="6471"/>
                    <a:pt x="4475" y="6471"/>
                  </a:cubicBezTo>
                  <a:cubicBezTo>
                    <a:pt x="3716" y="6471"/>
                    <a:pt x="2939" y="6191"/>
                    <a:pt x="2302" y="5564"/>
                  </a:cubicBezTo>
                  <a:cubicBezTo>
                    <a:pt x="368" y="3630"/>
                    <a:pt x="1735" y="294"/>
                    <a:pt x="4504" y="294"/>
                  </a:cubicBezTo>
                  <a:close/>
                  <a:moveTo>
                    <a:pt x="4460" y="0"/>
                  </a:moveTo>
                  <a:cubicBezTo>
                    <a:pt x="3633" y="0"/>
                    <a:pt x="2790" y="307"/>
                    <a:pt x="2102" y="995"/>
                  </a:cubicBezTo>
                  <a:cubicBezTo>
                    <a:pt x="1" y="3129"/>
                    <a:pt x="1502" y="6732"/>
                    <a:pt x="4504" y="6765"/>
                  </a:cubicBezTo>
                  <a:cubicBezTo>
                    <a:pt x="6339" y="6732"/>
                    <a:pt x="7873" y="5231"/>
                    <a:pt x="7873" y="3396"/>
                  </a:cubicBezTo>
                  <a:cubicBezTo>
                    <a:pt x="7873" y="1361"/>
                    <a:pt x="6202" y="0"/>
                    <a:pt x="44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30"/>
            <p:cNvSpPr/>
            <p:nvPr/>
          </p:nvSpPr>
          <p:spPr>
            <a:xfrm>
              <a:off x="3204892" y="963686"/>
              <a:ext cx="219460" cy="188184"/>
            </a:xfrm>
            <a:custGeom>
              <a:avLst/>
              <a:gdLst/>
              <a:ahLst/>
              <a:cxnLst/>
              <a:rect l="l" t="t" r="r" b="b"/>
              <a:pathLst>
                <a:path w="7873" h="6751" extrusionOk="0">
                  <a:moveTo>
                    <a:pt x="4504" y="280"/>
                  </a:moveTo>
                  <a:cubicBezTo>
                    <a:pt x="6205" y="280"/>
                    <a:pt x="7573" y="1681"/>
                    <a:pt x="7573" y="3382"/>
                  </a:cubicBezTo>
                  <a:cubicBezTo>
                    <a:pt x="7573" y="5232"/>
                    <a:pt x="6062" y="6456"/>
                    <a:pt x="4475" y="6456"/>
                  </a:cubicBezTo>
                  <a:cubicBezTo>
                    <a:pt x="3716" y="6456"/>
                    <a:pt x="2939" y="6176"/>
                    <a:pt x="2302" y="5550"/>
                  </a:cubicBezTo>
                  <a:cubicBezTo>
                    <a:pt x="368" y="3615"/>
                    <a:pt x="1735" y="280"/>
                    <a:pt x="4504" y="280"/>
                  </a:cubicBezTo>
                  <a:close/>
                  <a:moveTo>
                    <a:pt x="4459" y="1"/>
                  </a:moveTo>
                  <a:cubicBezTo>
                    <a:pt x="3632" y="1"/>
                    <a:pt x="2789" y="304"/>
                    <a:pt x="2102" y="980"/>
                  </a:cubicBezTo>
                  <a:cubicBezTo>
                    <a:pt x="1" y="3115"/>
                    <a:pt x="1502" y="6751"/>
                    <a:pt x="4504" y="6751"/>
                  </a:cubicBezTo>
                  <a:cubicBezTo>
                    <a:pt x="6372" y="6751"/>
                    <a:pt x="7873" y="5217"/>
                    <a:pt x="7873" y="3382"/>
                  </a:cubicBezTo>
                  <a:cubicBezTo>
                    <a:pt x="7873" y="1346"/>
                    <a:pt x="6201" y="1"/>
                    <a:pt x="44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30"/>
            <p:cNvSpPr/>
            <p:nvPr/>
          </p:nvSpPr>
          <p:spPr>
            <a:xfrm>
              <a:off x="2377312" y="727187"/>
              <a:ext cx="752263" cy="659941"/>
            </a:xfrm>
            <a:custGeom>
              <a:avLst/>
              <a:gdLst/>
              <a:ahLst/>
              <a:cxnLst/>
              <a:rect l="l" t="t" r="r" b="b"/>
              <a:pathLst>
                <a:path w="26987" h="23675" extrusionOk="0">
                  <a:moveTo>
                    <a:pt x="2252" y="1"/>
                  </a:moveTo>
                  <a:cubicBezTo>
                    <a:pt x="1533" y="1"/>
                    <a:pt x="366" y="210"/>
                    <a:pt x="1" y="491"/>
                  </a:cubicBezTo>
                  <a:cubicBezTo>
                    <a:pt x="835" y="4594"/>
                    <a:pt x="8073" y="13867"/>
                    <a:pt x="9774" y="15335"/>
                  </a:cubicBezTo>
                  <a:cubicBezTo>
                    <a:pt x="13711" y="18704"/>
                    <a:pt x="24819" y="23674"/>
                    <a:pt x="24819" y="23674"/>
                  </a:cubicBezTo>
                  <a:lnTo>
                    <a:pt x="26987" y="16703"/>
                  </a:lnTo>
                  <a:cubicBezTo>
                    <a:pt x="26987" y="16703"/>
                    <a:pt x="13944" y="12867"/>
                    <a:pt x="13010" y="11265"/>
                  </a:cubicBezTo>
                  <a:cubicBezTo>
                    <a:pt x="11776" y="9131"/>
                    <a:pt x="4404" y="2326"/>
                    <a:pt x="2603" y="24"/>
                  </a:cubicBezTo>
                  <a:cubicBezTo>
                    <a:pt x="2507" y="8"/>
                    <a:pt x="2388" y="1"/>
                    <a:pt x="22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30"/>
            <p:cNvSpPr/>
            <p:nvPr/>
          </p:nvSpPr>
          <p:spPr>
            <a:xfrm>
              <a:off x="2319665" y="644144"/>
              <a:ext cx="139514" cy="121842"/>
            </a:xfrm>
            <a:custGeom>
              <a:avLst/>
              <a:gdLst/>
              <a:ahLst/>
              <a:cxnLst/>
              <a:rect l="l" t="t" r="r" b="b"/>
              <a:pathLst>
                <a:path w="5005" h="4371" extrusionOk="0">
                  <a:moveTo>
                    <a:pt x="3903" y="1"/>
                  </a:moveTo>
                  <a:lnTo>
                    <a:pt x="1" y="234"/>
                  </a:lnTo>
                  <a:cubicBezTo>
                    <a:pt x="568" y="1736"/>
                    <a:pt x="1368" y="3103"/>
                    <a:pt x="2369" y="4371"/>
                  </a:cubicBezTo>
                  <a:lnTo>
                    <a:pt x="5004" y="3503"/>
                  </a:lnTo>
                  <a:lnTo>
                    <a:pt x="390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30"/>
            <p:cNvSpPr/>
            <p:nvPr/>
          </p:nvSpPr>
          <p:spPr>
            <a:xfrm>
              <a:off x="2319665" y="540000"/>
              <a:ext cx="108824" cy="110692"/>
            </a:xfrm>
            <a:custGeom>
              <a:avLst/>
              <a:gdLst/>
              <a:ahLst/>
              <a:cxnLst/>
              <a:rect l="l" t="t" r="r" b="b"/>
              <a:pathLst>
                <a:path w="3904" h="3971" extrusionOk="0">
                  <a:moveTo>
                    <a:pt x="2169" y="1"/>
                  </a:moveTo>
                  <a:lnTo>
                    <a:pt x="234" y="768"/>
                  </a:lnTo>
                  <a:lnTo>
                    <a:pt x="1" y="3970"/>
                  </a:lnTo>
                  <a:lnTo>
                    <a:pt x="3903" y="3704"/>
                  </a:lnTo>
                  <a:lnTo>
                    <a:pt x="216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30"/>
            <p:cNvSpPr/>
            <p:nvPr/>
          </p:nvSpPr>
          <p:spPr>
            <a:xfrm>
              <a:off x="2935248" y="1184630"/>
              <a:ext cx="612776" cy="632177"/>
            </a:xfrm>
            <a:custGeom>
              <a:avLst/>
              <a:gdLst/>
              <a:ahLst/>
              <a:cxnLst/>
              <a:rect l="l" t="t" r="r" b="b"/>
              <a:pathLst>
                <a:path w="21983" h="22679" extrusionOk="0">
                  <a:moveTo>
                    <a:pt x="11925" y="1"/>
                  </a:moveTo>
                  <a:cubicBezTo>
                    <a:pt x="10583" y="1"/>
                    <a:pt x="9240" y="43"/>
                    <a:pt x="7906" y="126"/>
                  </a:cubicBezTo>
                  <a:cubicBezTo>
                    <a:pt x="6738" y="226"/>
                    <a:pt x="5604" y="426"/>
                    <a:pt x="4670" y="593"/>
                  </a:cubicBezTo>
                  <a:cubicBezTo>
                    <a:pt x="3269" y="860"/>
                    <a:pt x="2135" y="1927"/>
                    <a:pt x="1768" y="3295"/>
                  </a:cubicBezTo>
                  <a:cubicBezTo>
                    <a:pt x="767" y="7164"/>
                    <a:pt x="200" y="11134"/>
                    <a:pt x="100" y="15137"/>
                  </a:cubicBezTo>
                  <a:cubicBezTo>
                    <a:pt x="0" y="19106"/>
                    <a:pt x="3136" y="22442"/>
                    <a:pt x="7139" y="22542"/>
                  </a:cubicBezTo>
                  <a:lnTo>
                    <a:pt x="12576" y="22675"/>
                  </a:lnTo>
                  <a:cubicBezTo>
                    <a:pt x="12642" y="22677"/>
                    <a:pt x="12707" y="22678"/>
                    <a:pt x="12773" y="22678"/>
                  </a:cubicBezTo>
                  <a:cubicBezTo>
                    <a:pt x="16224" y="22678"/>
                    <a:pt x="19155" y="20108"/>
                    <a:pt x="19547" y="16671"/>
                  </a:cubicBezTo>
                  <a:cubicBezTo>
                    <a:pt x="19914" y="13736"/>
                    <a:pt x="20515" y="9566"/>
                    <a:pt x="21749" y="3261"/>
                  </a:cubicBezTo>
                  <a:cubicBezTo>
                    <a:pt x="21982" y="1961"/>
                    <a:pt x="21115" y="693"/>
                    <a:pt x="19781" y="526"/>
                  </a:cubicBezTo>
                  <a:cubicBezTo>
                    <a:pt x="18680" y="359"/>
                    <a:pt x="17279" y="193"/>
                    <a:pt x="15945" y="126"/>
                  </a:cubicBezTo>
                  <a:cubicBezTo>
                    <a:pt x="14611" y="43"/>
                    <a:pt x="13268" y="1"/>
                    <a:pt x="119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30"/>
            <p:cNvSpPr/>
            <p:nvPr/>
          </p:nvSpPr>
          <p:spPr>
            <a:xfrm>
              <a:off x="3093304" y="978906"/>
              <a:ext cx="286416" cy="282708"/>
            </a:xfrm>
            <a:custGeom>
              <a:avLst/>
              <a:gdLst/>
              <a:ahLst/>
              <a:cxnLst/>
              <a:rect l="l" t="t" r="r" b="b"/>
              <a:pathLst>
                <a:path w="10275" h="10142" extrusionOk="0">
                  <a:moveTo>
                    <a:pt x="9408" y="1"/>
                  </a:moveTo>
                  <a:lnTo>
                    <a:pt x="4637" y="1268"/>
                  </a:lnTo>
                  <a:cubicBezTo>
                    <a:pt x="5071" y="3270"/>
                    <a:pt x="5138" y="6839"/>
                    <a:pt x="2236" y="7506"/>
                  </a:cubicBezTo>
                  <a:cubicBezTo>
                    <a:pt x="2236" y="7506"/>
                    <a:pt x="1" y="10141"/>
                    <a:pt x="4371" y="10141"/>
                  </a:cubicBezTo>
                  <a:cubicBezTo>
                    <a:pt x="9174" y="10141"/>
                    <a:pt x="10275" y="7506"/>
                    <a:pt x="10275" y="7506"/>
                  </a:cubicBezTo>
                  <a:cubicBezTo>
                    <a:pt x="8507" y="5771"/>
                    <a:pt x="8840" y="2569"/>
                    <a:pt x="94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30"/>
            <p:cNvSpPr/>
            <p:nvPr/>
          </p:nvSpPr>
          <p:spPr>
            <a:xfrm>
              <a:off x="3218857" y="977986"/>
              <a:ext cx="135779" cy="154372"/>
            </a:xfrm>
            <a:custGeom>
              <a:avLst/>
              <a:gdLst/>
              <a:ahLst/>
              <a:cxnLst/>
              <a:rect l="l" t="t" r="r" b="b"/>
              <a:pathLst>
                <a:path w="4871" h="5538" extrusionOk="0">
                  <a:moveTo>
                    <a:pt x="4870" y="0"/>
                  </a:moveTo>
                  <a:lnTo>
                    <a:pt x="133" y="1301"/>
                  </a:lnTo>
                  <a:cubicBezTo>
                    <a:pt x="400" y="2469"/>
                    <a:pt x="534" y="4170"/>
                    <a:pt x="0" y="5537"/>
                  </a:cubicBezTo>
                  <a:cubicBezTo>
                    <a:pt x="434" y="5437"/>
                    <a:pt x="867" y="5304"/>
                    <a:pt x="1301" y="5104"/>
                  </a:cubicBezTo>
                  <a:cubicBezTo>
                    <a:pt x="2935" y="4337"/>
                    <a:pt x="3769" y="3136"/>
                    <a:pt x="4637" y="1368"/>
                  </a:cubicBezTo>
                  <a:cubicBezTo>
                    <a:pt x="4703" y="901"/>
                    <a:pt x="4803" y="434"/>
                    <a:pt x="48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30"/>
            <p:cNvSpPr/>
            <p:nvPr/>
          </p:nvSpPr>
          <p:spPr>
            <a:xfrm>
              <a:off x="3305328" y="933357"/>
              <a:ext cx="126246" cy="102329"/>
            </a:xfrm>
            <a:custGeom>
              <a:avLst/>
              <a:gdLst/>
              <a:ahLst/>
              <a:cxnLst/>
              <a:rect l="l" t="t" r="r" b="b"/>
              <a:pathLst>
                <a:path w="4529" h="3671" extrusionOk="0">
                  <a:moveTo>
                    <a:pt x="1749" y="0"/>
                  </a:moveTo>
                  <a:cubicBezTo>
                    <a:pt x="1577" y="0"/>
                    <a:pt x="1404" y="31"/>
                    <a:pt x="1234" y="100"/>
                  </a:cubicBezTo>
                  <a:cubicBezTo>
                    <a:pt x="267" y="534"/>
                    <a:pt x="0" y="1835"/>
                    <a:pt x="801" y="2602"/>
                  </a:cubicBezTo>
                  <a:cubicBezTo>
                    <a:pt x="1368" y="3236"/>
                    <a:pt x="2202" y="3636"/>
                    <a:pt x="3069" y="3669"/>
                  </a:cubicBezTo>
                  <a:cubicBezTo>
                    <a:pt x="3085" y="3670"/>
                    <a:pt x="3102" y="3670"/>
                    <a:pt x="3118" y="3670"/>
                  </a:cubicBezTo>
                  <a:cubicBezTo>
                    <a:pt x="4213" y="3670"/>
                    <a:pt x="4529" y="2555"/>
                    <a:pt x="3970" y="1601"/>
                  </a:cubicBezTo>
                  <a:cubicBezTo>
                    <a:pt x="3577" y="872"/>
                    <a:pt x="2665" y="0"/>
                    <a:pt x="17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30"/>
            <p:cNvSpPr/>
            <p:nvPr/>
          </p:nvSpPr>
          <p:spPr>
            <a:xfrm>
              <a:off x="3119814" y="722169"/>
              <a:ext cx="326221" cy="381107"/>
            </a:xfrm>
            <a:custGeom>
              <a:avLst/>
              <a:gdLst/>
              <a:ahLst/>
              <a:cxnLst/>
              <a:rect l="l" t="t" r="r" b="b"/>
              <a:pathLst>
                <a:path w="11703" h="13672" extrusionOk="0">
                  <a:moveTo>
                    <a:pt x="6268" y="1"/>
                  </a:moveTo>
                  <a:cubicBezTo>
                    <a:pt x="6002" y="1"/>
                    <a:pt x="5730" y="23"/>
                    <a:pt x="5454" y="71"/>
                  </a:cubicBezTo>
                  <a:cubicBezTo>
                    <a:pt x="1785" y="671"/>
                    <a:pt x="84" y="5641"/>
                    <a:pt x="51" y="8877"/>
                  </a:cubicBezTo>
                  <a:cubicBezTo>
                    <a:pt x="0" y="11568"/>
                    <a:pt x="2149" y="13671"/>
                    <a:pt x="4583" y="13671"/>
                  </a:cubicBezTo>
                  <a:cubicBezTo>
                    <a:pt x="5377" y="13671"/>
                    <a:pt x="6201" y="13447"/>
                    <a:pt x="6989" y="12947"/>
                  </a:cubicBezTo>
                  <a:cubicBezTo>
                    <a:pt x="9124" y="11579"/>
                    <a:pt x="9591" y="9544"/>
                    <a:pt x="10658" y="6175"/>
                  </a:cubicBezTo>
                  <a:cubicBezTo>
                    <a:pt x="11703" y="3102"/>
                    <a:pt x="9379" y="1"/>
                    <a:pt x="62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14" name="Google Shape;314;p30"/>
            <p:cNvGrpSpPr/>
            <p:nvPr/>
          </p:nvGrpSpPr>
          <p:grpSpPr>
            <a:xfrm>
              <a:off x="3194661" y="748986"/>
              <a:ext cx="212047" cy="132546"/>
              <a:chOff x="3194661" y="748986"/>
              <a:chExt cx="212047" cy="132546"/>
            </a:xfrm>
          </p:grpSpPr>
          <p:sp>
            <p:nvSpPr>
              <p:cNvPr id="315" name="Google Shape;315;p30"/>
              <p:cNvSpPr/>
              <p:nvPr/>
            </p:nvSpPr>
            <p:spPr>
              <a:xfrm>
                <a:off x="3194661" y="748986"/>
                <a:ext cx="183222" cy="123235"/>
              </a:xfrm>
              <a:custGeom>
                <a:avLst/>
                <a:gdLst/>
                <a:ahLst/>
                <a:cxnLst/>
                <a:rect l="l" t="t" r="r" b="b"/>
                <a:pathLst>
                  <a:path w="6573" h="4421" extrusionOk="0">
                    <a:moveTo>
                      <a:pt x="2794" y="0"/>
                    </a:moveTo>
                    <a:cubicBezTo>
                      <a:pt x="2774" y="0"/>
                      <a:pt x="2754" y="3"/>
                      <a:pt x="2736" y="9"/>
                    </a:cubicBezTo>
                    <a:cubicBezTo>
                      <a:pt x="2636" y="9"/>
                      <a:pt x="2536" y="76"/>
                      <a:pt x="2469" y="176"/>
                    </a:cubicBezTo>
                    <a:cubicBezTo>
                      <a:pt x="2420" y="127"/>
                      <a:pt x="2336" y="96"/>
                      <a:pt x="2255" y="96"/>
                    </a:cubicBezTo>
                    <a:cubicBezTo>
                      <a:pt x="2225" y="96"/>
                      <a:pt x="2196" y="100"/>
                      <a:pt x="2169" y="109"/>
                    </a:cubicBezTo>
                    <a:cubicBezTo>
                      <a:pt x="2069" y="143"/>
                      <a:pt x="1969" y="209"/>
                      <a:pt x="1902" y="310"/>
                    </a:cubicBezTo>
                    <a:cubicBezTo>
                      <a:pt x="1863" y="270"/>
                      <a:pt x="1801" y="254"/>
                      <a:pt x="1736" y="254"/>
                    </a:cubicBezTo>
                    <a:cubicBezTo>
                      <a:pt x="1691" y="254"/>
                      <a:pt x="1643" y="262"/>
                      <a:pt x="1602" y="276"/>
                    </a:cubicBezTo>
                    <a:cubicBezTo>
                      <a:pt x="1502" y="343"/>
                      <a:pt x="1402" y="443"/>
                      <a:pt x="1402" y="543"/>
                    </a:cubicBezTo>
                    <a:cubicBezTo>
                      <a:pt x="1346" y="529"/>
                      <a:pt x="1297" y="521"/>
                      <a:pt x="1251" y="521"/>
                    </a:cubicBezTo>
                    <a:cubicBezTo>
                      <a:pt x="1185" y="521"/>
                      <a:pt x="1127" y="537"/>
                      <a:pt x="1068" y="576"/>
                    </a:cubicBezTo>
                    <a:cubicBezTo>
                      <a:pt x="968" y="643"/>
                      <a:pt x="901" y="743"/>
                      <a:pt x="901" y="843"/>
                    </a:cubicBezTo>
                    <a:cubicBezTo>
                      <a:pt x="801" y="843"/>
                      <a:pt x="668" y="843"/>
                      <a:pt x="601" y="943"/>
                    </a:cubicBezTo>
                    <a:cubicBezTo>
                      <a:pt x="501" y="1010"/>
                      <a:pt x="434" y="1143"/>
                      <a:pt x="468" y="1277"/>
                    </a:cubicBezTo>
                    <a:cubicBezTo>
                      <a:pt x="301" y="1277"/>
                      <a:pt x="201" y="1344"/>
                      <a:pt x="134" y="1477"/>
                    </a:cubicBezTo>
                    <a:cubicBezTo>
                      <a:pt x="67" y="1610"/>
                      <a:pt x="67" y="1777"/>
                      <a:pt x="168" y="1911"/>
                    </a:cubicBezTo>
                    <a:cubicBezTo>
                      <a:pt x="67" y="1977"/>
                      <a:pt x="1" y="2144"/>
                      <a:pt x="34" y="2278"/>
                    </a:cubicBezTo>
                    <a:cubicBezTo>
                      <a:pt x="34" y="2411"/>
                      <a:pt x="134" y="2544"/>
                      <a:pt x="268" y="2578"/>
                    </a:cubicBezTo>
                    <a:cubicBezTo>
                      <a:pt x="234" y="2711"/>
                      <a:pt x="268" y="2845"/>
                      <a:pt x="368" y="2978"/>
                    </a:cubicBezTo>
                    <a:cubicBezTo>
                      <a:pt x="431" y="3042"/>
                      <a:pt x="508" y="3065"/>
                      <a:pt x="590" y="3065"/>
                    </a:cubicBezTo>
                    <a:cubicBezTo>
                      <a:pt x="637" y="3065"/>
                      <a:pt x="686" y="3057"/>
                      <a:pt x="735" y="3045"/>
                    </a:cubicBezTo>
                    <a:cubicBezTo>
                      <a:pt x="781" y="3207"/>
                      <a:pt x="924" y="3305"/>
                      <a:pt x="1074" y="3305"/>
                    </a:cubicBezTo>
                    <a:cubicBezTo>
                      <a:pt x="1140" y="3305"/>
                      <a:pt x="1207" y="3286"/>
                      <a:pt x="1268" y="3245"/>
                    </a:cubicBezTo>
                    <a:cubicBezTo>
                      <a:pt x="1302" y="3312"/>
                      <a:pt x="1368" y="3412"/>
                      <a:pt x="1468" y="3445"/>
                    </a:cubicBezTo>
                    <a:cubicBezTo>
                      <a:pt x="1569" y="3445"/>
                      <a:pt x="1702" y="3445"/>
                      <a:pt x="1769" y="3378"/>
                    </a:cubicBezTo>
                    <a:cubicBezTo>
                      <a:pt x="1802" y="3478"/>
                      <a:pt x="1902" y="3545"/>
                      <a:pt x="2002" y="3579"/>
                    </a:cubicBezTo>
                    <a:cubicBezTo>
                      <a:pt x="2102" y="3579"/>
                      <a:pt x="2202" y="3579"/>
                      <a:pt x="2269" y="3512"/>
                    </a:cubicBezTo>
                    <a:cubicBezTo>
                      <a:pt x="2336" y="3612"/>
                      <a:pt x="2402" y="3679"/>
                      <a:pt x="2503" y="3712"/>
                    </a:cubicBezTo>
                    <a:cubicBezTo>
                      <a:pt x="2529" y="3721"/>
                      <a:pt x="2556" y="3725"/>
                      <a:pt x="2583" y="3725"/>
                    </a:cubicBezTo>
                    <a:cubicBezTo>
                      <a:pt x="2656" y="3725"/>
                      <a:pt x="2729" y="3694"/>
                      <a:pt x="2803" y="3645"/>
                    </a:cubicBezTo>
                    <a:cubicBezTo>
                      <a:pt x="2836" y="3745"/>
                      <a:pt x="2903" y="3812"/>
                      <a:pt x="3003" y="3845"/>
                    </a:cubicBezTo>
                    <a:cubicBezTo>
                      <a:pt x="3030" y="3854"/>
                      <a:pt x="3057" y="3858"/>
                      <a:pt x="3083" y="3858"/>
                    </a:cubicBezTo>
                    <a:cubicBezTo>
                      <a:pt x="3157" y="3858"/>
                      <a:pt x="3230" y="3827"/>
                      <a:pt x="3303" y="3779"/>
                    </a:cubicBezTo>
                    <a:cubicBezTo>
                      <a:pt x="3336" y="3879"/>
                      <a:pt x="3437" y="3945"/>
                      <a:pt x="3537" y="3979"/>
                    </a:cubicBezTo>
                    <a:cubicBezTo>
                      <a:pt x="3556" y="3989"/>
                      <a:pt x="3581" y="3993"/>
                      <a:pt x="3609" y="3993"/>
                    </a:cubicBezTo>
                    <a:cubicBezTo>
                      <a:pt x="3676" y="3993"/>
                      <a:pt x="3756" y="3969"/>
                      <a:pt x="3803" y="3945"/>
                    </a:cubicBezTo>
                    <a:cubicBezTo>
                      <a:pt x="3837" y="4012"/>
                      <a:pt x="3937" y="4079"/>
                      <a:pt x="4037" y="4112"/>
                    </a:cubicBezTo>
                    <a:cubicBezTo>
                      <a:pt x="4078" y="4126"/>
                      <a:pt x="4120" y="4134"/>
                      <a:pt x="4159" y="4134"/>
                    </a:cubicBezTo>
                    <a:cubicBezTo>
                      <a:pt x="4214" y="4134"/>
                      <a:pt x="4265" y="4118"/>
                      <a:pt x="4304" y="4079"/>
                    </a:cubicBezTo>
                    <a:cubicBezTo>
                      <a:pt x="4368" y="4208"/>
                      <a:pt x="4489" y="4282"/>
                      <a:pt x="4620" y="4282"/>
                    </a:cubicBezTo>
                    <a:cubicBezTo>
                      <a:pt x="4692" y="4282"/>
                      <a:pt x="4767" y="4260"/>
                      <a:pt x="4838" y="4212"/>
                    </a:cubicBezTo>
                    <a:cubicBezTo>
                      <a:pt x="4871" y="4312"/>
                      <a:pt x="4938" y="4379"/>
                      <a:pt x="5038" y="4412"/>
                    </a:cubicBezTo>
                    <a:lnTo>
                      <a:pt x="5071" y="4412"/>
                    </a:lnTo>
                    <a:cubicBezTo>
                      <a:pt x="5094" y="4418"/>
                      <a:pt x="5117" y="4421"/>
                      <a:pt x="5140" y="4421"/>
                    </a:cubicBezTo>
                    <a:cubicBezTo>
                      <a:pt x="5249" y="4421"/>
                      <a:pt x="5355" y="4356"/>
                      <a:pt x="5438" y="4246"/>
                    </a:cubicBezTo>
                    <a:cubicBezTo>
                      <a:pt x="5513" y="4321"/>
                      <a:pt x="5607" y="4358"/>
                      <a:pt x="5705" y="4358"/>
                    </a:cubicBezTo>
                    <a:cubicBezTo>
                      <a:pt x="5738" y="4358"/>
                      <a:pt x="5772" y="4354"/>
                      <a:pt x="5805" y="4346"/>
                    </a:cubicBezTo>
                    <a:cubicBezTo>
                      <a:pt x="5938" y="4279"/>
                      <a:pt x="6005" y="4146"/>
                      <a:pt x="6038" y="4012"/>
                    </a:cubicBezTo>
                    <a:cubicBezTo>
                      <a:pt x="6172" y="4012"/>
                      <a:pt x="6305" y="3945"/>
                      <a:pt x="6372" y="3812"/>
                    </a:cubicBezTo>
                    <a:cubicBezTo>
                      <a:pt x="6472" y="3679"/>
                      <a:pt x="6472" y="3545"/>
                      <a:pt x="6372" y="3412"/>
                    </a:cubicBezTo>
                    <a:cubicBezTo>
                      <a:pt x="6505" y="3312"/>
                      <a:pt x="6572" y="3178"/>
                      <a:pt x="6572" y="3045"/>
                    </a:cubicBezTo>
                    <a:cubicBezTo>
                      <a:pt x="6539" y="2911"/>
                      <a:pt x="6472" y="2778"/>
                      <a:pt x="6372" y="2745"/>
                    </a:cubicBezTo>
                    <a:cubicBezTo>
                      <a:pt x="6439" y="2645"/>
                      <a:pt x="6439" y="2511"/>
                      <a:pt x="6405" y="2411"/>
                    </a:cubicBezTo>
                    <a:cubicBezTo>
                      <a:pt x="6372" y="2278"/>
                      <a:pt x="6272" y="2211"/>
                      <a:pt x="6172" y="2178"/>
                    </a:cubicBezTo>
                    <a:cubicBezTo>
                      <a:pt x="6205" y="2077"/>
                      <a:pt x="6205" y="1944"/>
                      <a:pt x="6172" y="1844"/>
                    </a:cubicBezTo>
                    <a:cubicBezTo>
                      <a:pt x="6105" y="1744"/>
                      <a:pt x="6005" y="1677"/>
                      <a:pt x="5905" y="1677"/>
                    </a:cubicBezTo>
                    <a:cubicBezTo>
                      <a:pt x="5938" y="1577"/>
                      <a:pt x="5905" y="1444"/>
                      <a:pt x="5838" y="1344"/>
                    </a:cubicBezTo>
                    <a:cubicBezTo>
                      <a:pt x="5772" y="1277"/>
                      <a:pt x="5671" y="1210"/>
                      <a:pt x="5538" y="1210"/>
                    </a:cubicBezTo>
                    <a:cubicBezTo>
                      <a:pt x="5571" y="1110"/>
                      <a:pt x="5505" y="977"/>
                      <a:pt x="5438" y="910"/>
                    </a:cubicBezTo>
                    <a:cubicBezTo>
                      <a:pt x="5365" y="861"/>
                      <a:pt x="5291" y="830"/>
                      <a:pt x="5218" y="830"/>
                    </a:cubicBezTo>
                    <a:cubicBezTo>
                      <a:pt x="5191" y="830"/>
                      <a:pt x="5165" y="834"/>
                      <a:pt x="5138" y="843"/>
                    </a:cubicBezTo>
                    <a:cubicBezTo>
                      <a:pt x="5138" y="710"/>
                      <a:pt x="5071" y="610"/>
                      <a:pt x="4971" y="543"/>
                    </a:cubicBezTo>
                    <a:cubicBezTo>
                      <a:pt x="4912" y="504"/>
                      <a:pt x="4854" y="488"/>
                      <a:pt x="4795" y="488"/>
                    </a:cubicBezTo>
                    <a:cubicBezTo>
                      <a:pt x="4754" y="488"/>
                      <a:pt x="4712" y="496"/>
                      <a:pt x="4671" y="510"/>
                    </a:cubicBezTo>
                    <a:cubicBezTo>
                      <a:pt x="4637" y="410"/>
                      <a:pt x="4571" y="310"/>
                      <a:pt x="4471" y="276"/>
                    </a:cubicBezTo>
                    <a:cubicBezTo>
                      <a:pt x="4432" y="251"/>
                      <a:pt x="4389" y="240"/>
                      <a:pt x="4345" y="240"/>
                    </a:cubicBezTo>
                    <a:cubicBezTo>
                      <a:pt x="4273" y="240"/>
                      <a:pt x="4199" y="268"/>
                      <a:pt x="4137" y="310"/>
                    </a:cubicBezTo>
                    <a:cubicBezTo>
                      <a:pt x="4104" y="176"/>
                      <a:pt x="4004" y="109"/>
                      <a:pt x="3904" y="76"/>
                    </a:cubicBezTo>
                    <a:cubicBezTo>
                      <a:pt x="3879" y="68"/>
                      <a:pt x="3851" y="63"/>
                      <a:pt x="3824" y="63"/>
                    </a:cubicBezTo>
                    <a:cubicBezTo>
                      <a:pt x="3741" y="63"/>
                      <a:pt x="3653" y="101"/>
                      <a:pt x="3603" y="176"/>
                    </a:cubicBezTo>
                    <a:cubicBezTo>
                      <a:pt x="3537" y="76"/>
                      <a:pt x="3437" y="9"/>
                      <a:pt x="3336" y="9"/>
                    </a:cubicBezTo>
                    <a:cubicBezTo>
                      <a:pt x="3312" y="3"/>
                      <a:pt x="3289" y="0"/>
                      <a:pt x="3266" y="0"/>
                    </a:cubicBezTo>
                    <a:cubicBezTo>
                      <a:pt x="3167" y="0"/>
                      <a:pt x="3091" y="55"/>
                      <a:pt x="3036" y="109"/>
                    </a:cubicBezTo>
                    <a:cubicBezTo>
                      <a:pt x="2982" y="55"/>
                      <a:pt x="2883" y="0"/>
                      <a:pt x="279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30"/>
              <p:cNvSpPr/>
              <p:nvPr/>
            </p:nvSpPr>
            <p:spPr>
              <a:xfrm>
                <a:off x="3245813" y="761307"/>
                <a:ext cx="160894" cy="120225"/>
              </a:xfrm>
              <a:custGeom>
                <a:avLst/>
                <a:gdLst/>
                <a:ahLst/>
                <a:cxnLst/>
                <a:rect l="l" t="t" r="r" b="b"/>
                <a:pathLst>
                  <a:path w="5772" h="4313" extrusionOk="0">
                    <a:moveTo>
                      <a:pt x="2502" y="1"/>
                    </a:moveTo>
                    <a:cubicBezTo>
                      <a:pt x="2402" y="34"/>
                      <a:pt x="2302" y="101"/>
                      <a:pt x="2269" y="201"/>
                    </a:cubicBezTo>
                    <a:cubicBezTo>
                      <a:pt x="2220" y="152"/>
                      <a:pt x="2135" y="121"/>
                      <a:pt x="2067" y="121"/>
                    </a:cubicBezTo>
                    <a:cubicBezTo>
                      <a:pt x="2042" y="121"/>
                      <a:pt x="2020" y="125"/>
                      <a:pt x="2002" y="134"/>
                    </a:cubicBezTo>
                    <a:cubicBezTo>
                      <a:pt x="1868" y="168"/>
                      <a:pt x="1802" y="234"/>
                      <a:pt x="1768" y="368"/>
                    </a:cubicBezTo>
                    <a:cubicBezTo>
                      <a:pt x="1718" y="335"/>
                      <a:pt x="1668" y="318"/>
                      <a:pt x="1622" y="318"/>
                    </a:cubicBezTo>
                    <a:cubicBezTo>
                      <a:pt x="1577" y="318"/>
                      <a:pt x="1535" y="335"/>
                      <a:pt x="1501" y="368"/>
                    </a:cubicBezTo>
                    <a:cubicBezTo>
                      <a:pt x="1401" y="401"/>
                      <a:pt x="1301" y="501"/>
                      <a:pt x="1301" y="601"/>
                    </a:cubicBezTo>
                    <a:cubicBezTo>
                      <a:pt x="1260" y="588"/>
                      <a:pt x="1218" y="579"/>
                      <a:pt x="1177" y="579"/>
                    </a:cubicBezTo>
                    <a:cubicBezTo>
                      <a:pt x="1118" y="579"/>
                      <a:pt x="1060" y="596"/>
                      <a:pt x="1001" y="635"/>
                    </a:cubicBezTo>
                    <a:cubicBezTo>
                      <a:pt x="934" y="735"/>
                      <a:pt x="868" y="835"/>
                      <a:pt x="834" y="935"/>
                    </a:cubicBezTo>
                    <a:cubicBezTo>
                      <a:pt x="809" y="927"/>
                      <a:pt x="784" y="922"/>
                      <a:pt x="760" y="922"/>
                    </a:cubicBezTo>
                    <a:cubicBezTo>
                      <a:pt x="686" y="922"/>
                      <a:pt x="617" y="960"/>
                      <a:pt x="567" y="1035"/>
                    </a:cubicBezTo>
                    <a:cubicBezTo>
                      <a:pt x="501" y="1102"/>
                      <a:pt x="434" y="1235"/>
                      <a:pt x="434" y="1369"/>
                    </a:cubicBezTo>
                    <a:cubicBezTo>
                      <a:pt x="301" y="1369"/>
                      <a:pt x="201" y="1469"/>
                      <a:pt x="167" y="1569"/>
                    </a:cubicBezTo>
                    <a:cubicBezTo>
                      <a:pt x="100" y="1702"/>
                      <a:pt x="100" y="1869"/>
                      <a:pt x="167" y="2002"/>
                    </a:cubicBezTo>
                    <a:cubicBezTo>
                      <a:pt x="67" y="2102"/>
                      <a:pt x="0" y="2236"/>
                      <a:pt x="0" y="2369"/>
                    </a:cubicBezTo>
                    <a:cubicBezTo>
                      <a:pt x="34" y="2503"/>
                      <a:pt x="100" y="2603"/>
                      <a:pt x="234" y="2670"/>
                    </a:cubicBezTo>
                    <a:cubicBezTo>
                      <a:pt x="167" y="2803"/>
                      <a:pt x="201" y="2936"/>
                      <a:pt x="301" y="3036"/>
                    </a:cubicBezTo>
                    <a:cubicBezTo>
                      <a:pt x="344" y="3101"/>
                      <a:pt x="415" y="3138"/>
                      <a:pt x="486" y="3138"/>
                    </a:cubicBezTo>
                    <a:cubicBezTo>
                      <a:pt x="526" y="3138"/>
                      <a:pt x="565" y="3127"/>
                      <a:pt x="601" y="3103"/>
                    </a:cubicBezTo>
                    <a:cubicBezTo>
                      <a:pt x="634" y="3203"/>
                      <a:pt x="701" y="3303"/>
                      <a:pt x="834" y="3337"/>
                    </a:cubicBezTo>
                    <a:cubicBezTo>
                      <a:pt x="852" y="3346"/>
                      <a:pt x="872" y="3350"/>
                      <a:pt x="894" y="3350"/>
                    </a:cubicBezTo>
                    <a:cubicBezTo>
                      <a:pt x="952" y="3350"/>
                      <a:pt x="1019" y="3319"/>
                      <a:pt x="1068" y="3270"/>
                    </a:cubicBezTo>
                    <a:cubicBezTo>
                      <a:pt x="1101" y="3370"/>
                      <a:pt x="1168" y="3437"/>
                      <a:pt x="1268" y="3470"/>
                    </a:cubicBezTo>
                    <a:cubicBezTo>
                      <a:pt x="1286" y="3479"/>
                      <a:pt x="1306" y="3483"/>
                      <a:pt x="1327" y="3483"/>
                    </a:cubicBezTo>
                    <a:cubicBezTo>
                      <a:pt x="1386" y="3483"/>
                      <a:pt x="1453" y="3452"/>
                      <a:pt x="1501" y="3403"/>
                    </a:cubicBezTo>
                    <a:cubicBezTo>
                      <a:pt x="1535" y="3503"/>
                      <a:pt x="1602" y="3570"/>
                      <a:pt x="1702" y="3570"/>
                    </a:cubicBezTo>
                    <a:cubicBezTo>
                      <a:pt x="1731" y="3580"/>
                      <a:pt x="1757" y="3584"/>
                      <a:pt x="1783" y="3584"/>
                    </a:cubicBezTo>
                    <a:cubicBezTo>
                      <a:pt x="1844" y="3584"/>
                      <a:pt x="1898" y="3560"/>
                      <a:pt x="1968" y="3537"/>
                    </a:cubicBezTo>
                    <a:cubicBezTo>
                      <a:pt x="1968" y="3604"/>
                      <a:pt x="2035" y="3670"/>
                      <a:pt x="2135" y="3704"/>
                    </a:cubicBezTo>
                    <a:cubicBezTo>
                      <a:pt x="2162" y="3713"/>
                      <a:pt x="2189" y="3717"/>
                      <a:pt x="2215" y="3717"/>
                    </a:cubicBezTo>
                    <a:cubicBezTo>
                      <a:pt x="2287" y="3717"/>
                      <a:pt x="2353" y="3686"/>
                      <a:pt x="2402" y="3637"/>
                    </a:cubicBezTo>
                    <a:cubicBezTo>
                      <a:pt x="2435" y="3737"/>
                      <a:pt x="2502" y="3804"/>
                      <a:pt x="2569" y="3837"/>
                    </a:cubicBezTo>
                    <a:cubicBezTo>
                      <a:pt x="2669" y="3837"/>
                      <a:pt x="2769" y="3837"/>
                      <a:pt x="2836" y="3770"/>
                    </a:cubicBezTo>
                    <a:cubicBezTo>
                      <a:pt x="2869" y="3870"/>
                      <a:pt x="2936" y="3937"/>
                      <a:pt x="3036" y="3937"/>
                    </a:cubicBezTo>
                    <a:cubicBezTo>
                      <a:pt x="3054" y="3946"/>
                      <a:pt x="3074" y="3950"/>
                      <a:pt x="3095" y="3950"/>
                    </a:cubicBezTo>
                    <a:cubicBezTo>
                      <a:pt x="3154" y="3950"/>
                      <a:pt x="3221" y="3919"/>
                      <a:pt x="3269" y="3870"/>
                    </a:cubicBezTo>
                    <a:cubicBezTo>
                      <a:pt x="3303" y="3970"/>
                      <a:pt x="3369" y="4037"/>
                      <a:pt x="3470" y="4071"/>
                    </a:cubicBezTo>
                    <a:cubicBezTo>
                      <a:pt x="3496" y="4079"/>
                      <a:pt x="3521" y="4084"/>
                      <a:pt x="3544" y="4084"/>
                    </a:cubicBezTo>
                    <a:cubicBezTo>
                      <a:pt x="3608" y="4084"/>
                      <a:pt x="3663" y="4053"/>
                      <a:pt x="3736" y="4004"/>
                    </a:cubicBezTo>
                    <a:cubicBezTo>
                      <a:pt x="3736" y="4104"/>
                      <a:pt x="3803" y="4171"/>
                      <a:pt x="3903" y="4204"/>
                    </a:cubicBezTo>
                    <a:cubicBezTo>
                      <a:pt x="3964" y="4155"/>
                      <a:pt x="4035" y="4133"/>
                      <a:pt x="4101" y="4133"/>
                    </a:cubicBezTo>
                    <a:cubicBezTo>
                      <a:pt x="4214" y="4133"/>
                      <a:pt x="4316" y="4198"/>
                      <a:pt x="4337" y="4304"/>
                    </a:cubicBezTo>
                    <a:cubicBezTo>
                      <a:pt x="4360" y="4310"/>
                      <a:pt x="4384" y="4313"/>
                      <a:pt x="4407" y="4313"/>
                    </a:cubicBezTo>
                    <a:cubicBezTo>
                      <a:pt x="4515" y="4313"/>
                      <a:pt x="4615" y="4253"/>
                      <a:pt x="4670" y="4171"/>
                    </a:cubicBezTo>
                    <a:cubicBezTo>
                      <a:pt x="4725" y="4226"/>
                      <a:pt x="4791" y="4250"/>
                      <a:pt x="4855" y="4250"/>
                    </a:cubicBezTo>
                    <a:cubicBezTo>
                      <a:pt x="4907" y="4250"/>
                      <a:pt x="4959" y="4234"/>
                      <a:pt x="5004" y="4204"/>
                    </a:cubicBezTo>
                    <a:cubicBezTo>
                      <a:pt x="5104" y="4137"/>
                      <a:pt x="5204" y="4037"/>
                      <a:pt x="5204" y="3870"/>
                    </a:cubicBezTo>
                    <a:cubicBezTo>
                      <a:pt x="5222" y="3875"/>
                      <a:pt x="5240" y="3877"/>
                      <a:pt x="5258" y="3877"/>
                    </a:cubicBezTo>
                    <a:cubicBezTo>
                      <a:pt x="5372" y="3877"/>
                      <a:pt x="5480" y="3790"/>
                      <a:pt x="5538" y="3704"/>
                    </a:cubicBezTo>
                    <a:cubicBezTo>
                      <a:pt x="5638" y="3570"/>
                      <a:pt x="5638" y="3403"/>
                      <a:pt x="5571" y="3237"/>
                    </a:cubicBezTo>
                    <a:cubicBezTo>
                      <a:pt x="5671" y="3170"/>
                      <a:pt x="5771" y="3036"/>
                      <a:pt x="5738" y="2870"/>
                    </a:cubicBezTo>
                    <a:cubicBezTo>
                      <a:pt x="5738" y="2770"/>
                      <a:pt x="5704" y="2636"/>
                      <a:pt x="5604" y="2569"/>
                    </a:cubicBezTo>
                    <a:cubicBezTo>
                      <a:pt x="5638" y="2469"/>
                      <a:pt x="5671" y="2369"/>
                      <a:pt x="5638" y="2236"/>
                    </a:cubicBezTo>
                    <a:cubicBezTo>
                      <a:pt x="5604" y="2136"/>
                      <a:pt x="5538" y="2069"/>
                      <a:pt x="5438" y="2036"/>
                    </a:cubicBezTo>
                    <a:cubicBezTo>
                      <a:pt x="5471" y="1936"/>
                      <a:pt x="5471" y="1836"/>
                      <a:pt x="5438" y="1702"/>
                    </a:cubicBezTo>
                    <a:cubicBezTo>
                      <a:pt x="5404" y="1635"/>
                      <a:pt x="5304" y="1569"/>
                      <a:pt x="5204" y="1535"/>
                    </a:cubicBezTo>
                    <a:cubicBezTo>
                      <a:pt x="5237" y="1435"/>
                      <a:pt x="5204" y="1335"/>
                      <a:pt x="5171" y="1235"/>
                    </a:cubicBezTo>
                    <a:cubicBezTo>
                      <a:pt x="5104" y="1135"/>
                      <a:pt x="5004" y="1102"/>
                      <a:pt x="4904" y="1102"/>
                    </a:cubicBezTo>
                    <a:cubicBezTo>
                      <a:pt x="4937" y="1002"/>
                      <a:pt x="4904" y="902"/>
                      <a:pt x="4837" y="802"/>
                    </a:cubicBezTo>
                    <a:cubicBezTo>
                      <a:pt x="4788" y="753"/>
                      <a:pt x="4704" y="722"/>
                      <a:pt x="4636" y="722"/>
                    </a:cubicBezTo>
                    <a:cubicBezTo>
                      <a:pt x="4611" y="722"/>
                      <a:pt x="4588" y="726"/>
                      <a:pt x="4570" y="735"/>
                    </a:cubicBezTo>
                    <a:cubicBezTo>
                      <a:pt x="4570" y="635"/>
                      <a:pt x="4504" y="535"/>
                      <a:pt x="4437" y="468"/>
                    </a:cubicBezTo>
                    <a:cubicBezTo>
                      <a:pt x="4387" y="435"/>
                      <a:pt x="4337" y="418"/>
                      <a:pt x="4291" y="418"/>
                    </a:cubicBezTo>
                    <a:cubicBezTo>
                      <a:pt x="4245" y="418"/>
                      <a:pt x="4203" y="435"/>
                      <a:pt x="4170" y="468"/>
                    </a:cubicBezTo>
                    <a:cubicBezTo>
                      <a:pt x="4137" y="368"/>
                      <a:pt x="4070" y="268"/>
                      <a:pt x="4003" y="234"/>
                    </a:cubicBezTo>
                    <a:cubicBezTo>
                      <a:pt x="3965" y="209"/>
                      <a:pt x="3927" y="198"/>
                      <a:pt x="3889" y="198"/>
                    </a:cubicBezTo>
                    <a:cubicBezTo>
                      <a:pt x="3827" y="198"/>
                      <a:pt x="3765" y="227"/>
                      <a:pt x="3703" y="268"/>
                    </a:cubicBezTo>
                    <a:cubicBezTo>
                      <a:pt x="3670" y="168"/>
                      <a:pt x="3603" y="68"/>
                      <a:pt x="3503" y="68"/>
                    </a:cubicBezTo>
                    <a:cubicBezTo>
                      <a:pt x="3476" y="59"/>
                      <a:pt x="3449" y="55"/>
                      <a:pt x="3423" y="55"/>
                    </a:cubicBezTo>
                    <a:cubicBezTo>
                      <a:pt x="3352" y="55"/>
                      <a:pt x="3285" y="86"/>
                      <a:pt x="3236" y="134"/>
                    </a:cubicBezTo>
                    <a:cubicBezTo>
                      <a:pt x="3203" y="68"/>
                      <a:pt x="3103" y="1"/>
                      <a:pt x="3003" y="1"/>
                    </a:cubicBezTo>
                    <a:cubicBezTo>
                      <a:pt x="2902" y="1"/>
                      <a:pt x="2802" y="34"/>
                      <a:pt x="2736" y="134"/>
                    </a:cubicBezTo>
                    <a:cubicBezTo>
                      <a:pt x="2702" y="34"/>
                      <a:pt x="2602" y="1"/>
                      <a:pt x="250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17" name="Google Shape;317;p30"/>
            <p:cNvSpPr/>
            <p:nvPr/>
          </p:nvSpPr>
          <p:spPr>
            <a:xfrm>
              <a:off x="3386224" y="1157451"/>
              <a:ext cx="747607" cy="274541"/>
            </a:xfrm>
            <a:custGeom>
              <a:avLst/>
              <a:gdLst/>
              <a:ahLst/>
              <a:cxnLst/>
              <a:rect l="l" t="t" r="r" b="b"/>
              <a:pathLst>
                <a:path w="26820" h="9849" extrusionOk="0">
                  <a:moveTo>
                    <a:pt x="24585" y="0"/>
                  </a:moveTo>
                  <a:cubicBezTo>
                    <a:pt x="22183" y="1735"/>
                    <a:pt x="17279" y="3469"/>
                    <a:pt x="15078" y="4503"/>
                  </a:cubicBezTo>
                  <a:cubicBezTo>
                    <a:pt x="14950" y="4562"/>
                    <a:pt x="14765" y="4588"/>
                    <a:pt x="14530" y="4588"/>
                  </a:cubicBezTo>
                  <a:cubicBezTo>
                    <a:pt x="12617" y="4588"/>
                    <a:pt x="7461" y="2797"/>
                    <a:pt x="4370" y="1668"/>
                  </a:cubicBezTo>
                  <a:cubicBezTo>
                    <a:pt x="4071" y="1556"/>
                    <a:pt x="3761" y="1502"/>
                    <a:pt x="3456" y="1502"/>
                  </a:cubicBezTo>
                  <a:cubicBezTo>
                    <a:pt x="2399" y="1502"/>
                    <a:pt x="1389" y="2142"/>
                    <a:pt x="1001" y="3202"/>
                  </a:cubicBezTo>
                  <a:lnTo>
                    <a:pt x="567" y="4203"/>
                  </a:lnTo>
                  <a:cubicBezTo>
                    <a:pt x="0" y="5704"/>
                    <a:pt x="834" y="7372"/>
                    <a:pt x="2369" y="7772"/>
                  </a:cubicBezTo>
                  <a:cubicBezTo>
                    <a:pt x="5573" y="8619"/>
                    <a:pt x="10749" y="9848"/>
                    <a:pt x="14224" y="9848"/>
                  </a:cubicBezTo>
                  <a:cubicBezTo>
                    <a:pt x="14584" y="9848"/>
                    <a:pt x="14925" y="9835"/>
                    <a:pt x="15245" y="9807"/>
                  </a:cubicBezTo>
                  <a:cubicBezTo>
                    <a:pt x="17446" y="9607"/>
                    <a:pt x="24818" y="5004"/>
                    <a:pt x="26819" y="1268"/>
                  </a:cubicBezTo>
                  <a:cubicBezTo>
                    <a:pt x="26553" y="801"/>
                    <a:pt x="25152" y="100"/>
                    <a:pt x="245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30"/>
            <p:cNvSpPr/>
            <p:nvPr/>
          </p:nvSpPr>
          <p:spPr>
            <a:xfrm>
              <a:off x="4030603" y="1101643"/>
              <a:ext cx="165550" cy="111611"/>
            </a:xfrm>
            <a:custGeom>
              <a:avLst/>
              <a:gdLst/>
              <a:ahLst/>
              <a:cxnLst/>
              <a:rect l="l" t="t" r="r" b="b"/>
              <a:pathLst>
                <a:path w="5939" h="4004" extrusionOk="0">
                  <a:moveTo>
                    <a:pt x="2036" y="1"/>
                  </a:moveTo>
                  <a:cubicBezTo>
                    <a:pt x="2036" y="1"/>
                    <a:pt x="1" y="2136"/>
                    <a:pt x="1335" y="4004"/>
                  </a:cubicBezTo>
                  <a:lnTo>
                    <a:pt x="3537" y="3537"/>
                  </a:lnTo>
                  <a:lnTo>
                    <a:pt x="5938" y="1202"/>
                  </a:lnTo>
                  <a:lnTo>
                    <a:pt x="203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0"/>
            <p:cNvSpPr/>
            <p:nvPr/>
          </p:nvSpPr>
          <p:spPr>
            <a:xfrm>
              <a:off x="4087331" y="1020748"/>
              <a:ext cx="124629" cy="114399"/>
            </a:xfrm>
            <a:custGeom>
              <a:avLst/>
              <a:gdLst/>
              <a:ahLst/>
              <a:cxnLst/>
              <a:rect l="l" t="t" r="r" b="b"/>
              <a:pathLst>
                <a:path w="4471" h="4104" extrusionOk="0">
                  <a:moveTo>
                    <a:pt x="901" y="1"/>
                  </a:moveTo>
                  <a:lnTo>
                    <a:pt x="1" y="2903"/>
                  </a:lnTo>
                  <a:lnTo>
                    <a:pt x="3903" y="4104"/>
                  </a:lnTo>
                  <a:lnTo>
                    <a:pt x="4470" y="901"/>
                  </a:lnTo>
                  <a:lnTo>
                    <a:pt x="90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0"/>
            <p:cNvSpPr/>
            <p:nvPr/>
          </p:nvSpPr>
          <p:spPr>
            <a:xfrm>
              <a:off x="3250469" y="905453"/>
              <a:ext cx="96726" cy="40948"/>
            </a:xfrm>
            <a:custGeom>
              <a:avLst/>
              <a:gdLst/>
              <a:ahLst/>
              <a:cxnLst/>
              <a:rect l="l" t="t" r="r" b="b"/>
              <a:pathLst>
                <a:path w="3470" h="1469" extrusionOk="0">
                  <a:moveTo>
                    <a:pt x="801" y="0"/>
                  </a:moveTo>
                  <a:lnTo>
                    <a:pt x="0" y="1134"/>
                  </a:lnTo>
                  <a:lnTo>
                    <a:pt x="2469" y="1468"/>
                  </a:lnTo>
                  <a:lnTo>
                    <a:pt x="3469" y="734"/>
                  </a:lnTo>
                  <a:lnTo>
                    <a:pt x="8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0"/>
            <p:cNvSpPr/>
            <p:nvPr/>
          </p:nvSpPr>
          <p:spPr>
            <a:xfrm>
              <a:off x="3157475" y="870106"/>
              <a:ext cx="52098" cy="52098"/>
            </a:xfrm>
            <a:custGeom>
              <a:avLst/>
              <a:gdLst/>
              <a:ahLst/>
              <a:cxnLst/>
              <a:rect l="l" t="t" r="r" b="b"/>
              <a:pathLst>
                <a:path w="1869" h="1869" extrusionOk="0">
                  <a:moveTo>
                    <a:pt x="0" y="1"/>
                  </a:moveTo>
                  <a:lnTo>
                    <a:pt x="67" y="935"/>
                  </a:lnTo>
                  <a:lnTo>
                    <a:pt x="1702" y="1869"/>
                  </a:lnTo>
                  <a:lnTo>
                    <a:pt x="1868" y="5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0"/>
            <p:cNvSpPr/>
            <p:nvPr/>
          </p:nvSpPr>
          <p:spPr>
            <a:xfrm>
              <a:off x="3150952" y="968285"/>
              <a:ext cx="127417" cy="43206"/>
            </a:xfrm>
            <a:custGeom>
              <a:avLst/>
              <a:gdLst/>
              <a:ahLst/>
              <a:cxnLst/>
              <a:rect l="l" t="t" r="r" b="b"/>
              <a:pathLst>
                <a:path w="4571" h="1550" extrusionOk="0">
                  <a:moveTo>
                    <a:pt x="143" y="1"/>
                  </a:moveTo>
                  <a:cubicBezTo>
                    <a:pt x="98" y="1"/>
                    <a:pt x="58" y="24"/>
                    <a:pt x="34" y="48"/>
                  </a:cubicBezTo>
                  <a:cubicBezTo>
                    <a:pt x="1" y="115"/>
                    <a:pt x="34" y="181"/>
                    <a:pt x="68" y="215"/>
                  </a:cubicBezTo>
                  <a:cubicBezTo>
                    <a:pt x="1435" y="982"/>
                    <a:pt x="2903" y="1449"/>
                    <a:pt x="4471" y="1549"/>
                  </a:cubicBezTo>
                  <a:cubicBezTo>
                    <a:pt x="4538" y="1549"/>
                    <a:pt x="4571" y="1482"/>
                    <a:pt x="4571" y="1416"/>
                  </a:cubicBezTo>
                  <a:cubicBezTo>
                    <a:pt x="4571" y="1349"/>
                    <a:pt x="4538" y="1282"/>
                    <a:pt x="4471" y="1282"/>
                  </a:cubicBezTo>
                  <a:cubicBezTo>
                    <a:pt x="2970" y="1182"/>
                    <a:pt x="1535" y="748"/>
                    <a:pt x="201" y="15"/>
                  </a:cubicBezTo>
                  <a:cubicBezTo>
                    <a:pt x="182" y="5"/>
                    <a:pt x="162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30"/>
            <p:cNvSpPr/>
            <p:nvPr/>
          </p:nvSpPr>
          <p:spPr>
            <a:xfrm>
              <a:off x="3797226" y="1280746"/>
              <a:ext cx="26983" cy="152894"/>
            </a:xfrm>
            <a:custGeom>
              <a:avLst/>
              <a:gdLst/>
              <a:ahLst/>
              <a:cxnLst/>
              <a:rect l="l" t="t" r="r" b="b"/>
              <a:pathLst>
                <a:path w="968" h="5485" extrusionOk="0">
                  <a:moveTo>
                    <a:pt x="138" y="1"/>
                  </a:moveTo>
                  <a:cubicBezTo>
                    <a:pt x="123" y="1"/>
                    <a:pt x="109" y="5"/>
                    <a:pt x="100" y="14"/>
                  </a:cubicBezTo>
                  <a:cubicBezTo>
                    <a:pt x="34" y="47"/>
                    <a:pt x="0" y="114"/>
                    <a:pt x="34" y="180"/>
                  </a:cubicBezTo>
                  <a:cubicBezTo>
                    <a:pt x="300" y="914"/>
                    <a:pt x="867" y="3416"/>
                    <a:pt x="467" y="5351"/>
                  </a:cubicBezTo>
                  <a:cubicBezTo>
                    <a:pt x="467" y="5384"/>
                    <a:pt x="501" y="5451"/>
                    <a:pt x="567" y="5484"/>
                  </a:cubicBezTo>
                  <a:lnTo>
                    <a:pt x="601" y="5484"/>
                  </a:lnTo>
                  <a:cubicBezTo>
                    <a:pt x="634" y="5484"/>
                    <a:pt x="701" y="5451"/>
                    <a:pt x="701" y="5384"/>
                  </a:cubicBezTo>
                  <a:cubicBezTo>
                    <a:pt x="968" y="3616"/>
                    <a:pt x="801" y="1782"/>
                    <a:pt x="234" y="80"/>
                  </a:cubicBezTo>
                  <a:cubicBezTo>
                    <a:pt x="234" y="31"/>
                    <a:pt x="180" y="1"/>
                    <a:pt x="1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30"/>
            <p:cNvSpPr/>
            <p:nvPr/>
          </p:nvSpPr>
          <p:spPr>
            <a:xfrm>
              <a:off x="3444791" y="1195892"/>
              <a:ext cx="79081" cy="198693"/>
            </a:xfrm>
            <a:custGeom>
              <a:avLst/>
              <a:gdLst/>
              <a:ahLst/>
              <a:cxnLst/>
              <a:rect l="l" t="t" r="r" b="b"/>
              <a:pathLst>
                <a:path w="2837" h="7128" extrusionOk="0">
                  <a:moveTo>
                    <a:pt x="1521" y="0"/>
                  </a:moveTo>
                  <a:cubicBezTo>
                    <a:pt x="1486" y="0"/>
                    <a:pt x="1455" y="16"/>
                    <a:pt x="1435" y="55"/>
                  </a:cubicBezTo>
                  <a:cubicBezTo>
                    <a:pt x="268" y="1590"/>
                    <a:pt x="1" y="3658"/>
                    <a:pt x="768" y="5459"/>
                  </a:cubicBezTo>
                  <a:cubicBezTo>
                    <a:pt x="1202" y="6427"/>
                    <a:pt x="1936" y="7060"/>
                    <a:pt x="2703" y="7127"/>
                  </a:cubicBezTo>
                  <a:cubicBezTo>
                    <a:pt x="2736" y="7127"/>
                    <a:pt x="2803" y="7060"/>
                    <a:pt x="2836" y="7027"/>
                  </a:cubicBezTo>
                  <a:cubicBezTo>
                    <a:pt x="2836" y="6960"/>
                    <a:pt x="2769" y="6894"/>
                    <a:pt x="2703" y="6894"/>
                  </a:cubicBezTo>
                  <a:cubicBezTo>
                    <a:pt x="2036" y="6827"/>
                    <a:pt x="1402" y="6260"/>
                    <a:pt x="1002" y="5393"/>
                  </a:cubicBezTo>
                  <a:cubicBezTo>
                    <a:pt x="268" y="3658"/>
                    <a:pt x="501" y="1690"/>
                    <a:pt x="1602" y="189"/>
                  </a:cubicBezTo>
                  <a:cubicBezTo>
                    <a:pt x="1669" y="122"/>
                    <a:pt x="1635" y="55"/>
                    <a:pt x="1602" y="22"/>
                  </a:cubicBezTo>
                  <a:cubicBezTo>
                    <a:pt x="1574" y="8"/>
                    <a:pt x="1547" y="0"/>
                    <a:pt x="15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30"/>
            <p:cNvSpPr/>
            <p:nvPr/>
          </p:nvSpPr>
          <p:spPr>
            <a:xfrm>
              <a:off x="2965912" y="1188086"/>
              <a:ext cx="162762" cy="155347"/>
            </a:xfrm>
            <a:custGeom>
              <a:avLst/>
              <a:gdLst/>
              <a:ahLst/>
              <a:cxnLst/>
              <a:rect l="l" t="t" r="r" b="b"/>
              <a:pathLst>
                <a:path w="5839" h="5573" extrusionOk="0">
                  <a:moveTo>
                    <a:pt x="5615" y="1"/>
                  </a:moveTo>
                  <a:cubicBezTo>
                    <a:pt x="2754" y="1"/>
                    <a:pt x="430" y="3128"/>
                    <a:pt x="1" y="5439"/>
                  </a:cubicBezTo>
                  <a:cubicBezTo>
                    <a:pt x="1" y="5506"/>
                    <a:pt x="34" y="5539"/>
                    <a:pt x="101" y="5573"/>
                  </a:cubicBezTo>
                  <a:lnTo>
                    <a:pt x="134" y="5573"/>
                  </a:lnTo>
                  <a:cubicBezTo>
                    <a:pt x="168" y="5573"/>
                    <a:pt x="234" y="5539"/>
                    <a:pt x="234" y="5472"/>
                  </a:cubicBezTo>
                  <a:cubicBezTo>
                    <a:pt x="663" y="3261"/>
                    <a:pt x="2888" y="234"/>
                    <a:pt x="5616" y="234"/>
                  </a:cubicBezTo>
                  <a:cubicBezTo>
                    <a:pt x="5646" y="234"/>
                    <a:pt x="5675" y="235"/>
                    <a:pt x="5705" y="235"/>
                  </a:cubicBezTo>
                  <a:cubicBezTo>
                    <a:pt x="5772" y="235"/>
                    <a:pt x="5838" y="202"/>
                    <a:pt x="5838" y="135"/>
                  </a:cubicBezTo>
                  <a:cubicBezTo>
                    <a:pt x="5838" y="69"/>
                    <a:pt x="5772" y="2"/>
                    <a:pt x="5705" y="2"/>
                  </a:cubicBezTo>
                  <a:cubicBezTo>
                    <a:pt x="5675" y="1"/>
                    <a:pt x="5645" y="1"/>
                    <a:pt x="56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30"/>
            <p:cNvSpPr/>
            <p:nvPr/>
          </p:nvSpPr>
          <p:spPr>
            <a:xfrm>
              <a:off x="4052012" y="1163946"/>
              <a:ext cx="80921" cy="40001"/>
            </a:xfrm>
            <a:custGeom>
              <a:avLst/>
              <a:gdLst/>
              <a:ahLst/>
              <a:cxnLst/>
              <a:rect l="l" t="t" r="r" b="b"/>
              <a:pathLst>
                <a:path w="2903" h="1435" extrusionOk="0">
                  <a:moveTo>
                    <a:pt x="133" y="1"/>
                  </a:moveTo>
                  <a:cubicBezTo>
                    <a:pt x="33" y="34"/>
                    <a:pt x="0" y="101"/>
                    <a:pt x="33" y="167"/>
                  </a:cubicBezTo>
                  <a:cubicBezTo>
                    <a:pt x="167" y="968"/>
                    <a:pt x="1334" y="1168"/>
                    <a:pt x="2302" y="1335"/>
                  </a:cubicBezTo>
                  <a:lnTo>
                    <a:pt x="2735" y="1435"/>
                  </a:lnTo>
                  <a:lnTo>
                    <a:pt x="2769" y="1435"/>
                  </a:lnTo>
                  <a:cubicBezTo>
                    <a:pt x="2835" y="1402"/>
                    <a:pt x="2869" y="1368"/>
                    <a:pt x="2902" y="1335"/>
                  </a:cubicBezTo>
                  <a:cubicBezTo>
                    <a:pt x="2902" y="1268"/>
                    <a:pt x="2869" y="1201"/>
                    <a:pt x="2802" y="1168"/>
                  </a:cubicBezTo>
                  <a:cubicBezTo>
                    <a:pt x="2669" y="1168"/>
                    <a:pt x="2502" y="1135"/>
                    <a:pt x="2335" y="1101"/>
                  </a:cubicBezTo>
                  <a:cubicBezTo>
                    <a:pt x="1468" y="935"/>
                    <a:pt x="367" y="768"/>
                    <a:pt x="267" y="101"/>
                  </a:cubicBezTo>
                  <a:cubicBezTo>
                    <a:pt x="234" y="34"/>
                    <a:pt x="167" y="1"/>
                    <a:pt x="1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30"/>
            <p:cNvSpPr/>
            <p:nvPr/>
          </p:nvSpPr>
          <p:spPr>
            <a:xfrm>
              <a:off x="2667445" y="1044163"/>
              <a:ext cx="81311" cy="134692"/>
            </a:xfrm>
            <a:custGeom>
              <a:avLst/>
              <a:gdLst/>
              <a:ahLst/>
              <a:cxnLst/>
              <a:rect l="l" t="t" r="r" b="b"/>
              <a:pathLst>
                <a:path w="2917" h="4832" extrusionOk="0">
                  <a:moveTo>
                    <a:pt x="2732" y="0"/>
                  </a:moveTo>
                  <a:cubicBezTo>
                    <a:pt x="2710" y="0"/>
                    <a:pt x="2688" y="8"/>
                    <a:pt x="2669" y="28"/>
                  </a:cubicBezTo>
                  <a:cubicBezTo>
                    <a:pt x="1335" y="962"/>
                    <a:pt x="0" y="2963"/>
                    <a:pt x="67" y="4698"/>
                  </a:cubicBezTo>
                  <a:cubicBezTo>
                    <a:pt x="67" y="4765"/>
                    <a:pt x="134" y="4831"/>
                    <a:pt x="200" y="4831"/>
                  </a:cubicBezTo>
                  <a:cubicBezTo>
                    <a:pt x="267" y="4798"/>
                    <a:pt x="334" y="4765"/>
                    <a:pt x="334" y="4698"/>
                  </a:cubicBezTo>
                  <a:cubicBezTo>
                    <a:pt x="267" y="3030"/>
                    <a:pt x="1568" y="1095"/>
                    <a:pt x="2836" y="195"/>
                  </a:cubicBezTo>
                  <a:cubicBezTo>
                    <a:pt x="2916" y="141"/>
                    <a:pt x="2824" y="0"/>
                    <a:pt x="27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30"/>
            <p:cNvSpPr/>
            <p:nvPr/>
          </p:nvSpPr>
          <p:spPr>
            <a:xfrm>
              <a:off x="2380100" y="734685"/>
              <a:ext cx="81311" cy="33227"/>
            </a:xfrm>
            <a:custGeom>
              <a:avLst/>
              <a:gdLst/>
              <a:ahLst/>
              <a:cxnLst/>
              <a:rect l="l" t="t" r="r" b="b"/>
              <a:pathLst>
                <a:path w="2917" h="1192" extrusionOk="0">
                  <a:moveTo>
                    <a:pt x="2767" y="0"/>
                  </a:moveTo>
                  <a:cubicBezTo>
                    <a:pt x="2734" y="0"/>
                    <a:pt x="2699" y="16"/>
                    <a:pt x="2669" y="55"/>
                  </a:cubicBezTo>
                  <a:cubicBezTo>
                    <a:pt x="2316" y="599"/>
                    <a:pt x="1474" y="944"/>
                    <a:pt x="669" y="944"/>
                  </a:cubicBezTo>
                  <a:cubicBezTo>
                    <a:pt x="487" y="944"/>
                    <a:pt x="307" y="926"/>
                    <a:pt x="134" y="889"/>
                  </a:cubicBezTo>
                  <a:cubicBezTo>
                    <a:pt x="116" y="880"/>
                    <a:pt x="101" y="876"/>
                    <a:pt x="87" y="876"/>
                  </a:cubicBezTo>
                  <a:cubicBezTo>
                    <a:pt x="50" y="876"/>
                    <a:pt x="25" y="907"/>
                    <a:pt x="1" y="956"/>
                  </a:cubicBezTo>
                  <a:cubicBezTo>
                    <a:pt x="1" y="1023"/>
                    <a:pt x="34" y="1089"/>
                    <a:pt x="101" y="1123"/>
                  </a:cubicBezTo>
                  <a:cubicBezTo>
                    <a:pt x="301" y="1156"/>
                    <a:pt x="501" y="1189"/>
                    <a:pt x="701" y="1189"/>
                  </a:cubicBezTo>
                  <a:cubicBezTo>
                    <a:pt x="734" y="1191"/>
                    <a:pt x="766" y="1191"/>
                    <a:pt x="798" y="1191"/>
                  </a:cubicBezTo>
                  <a:cubicBezTo>
                    <a:pt x="1597" y="1191"/>
                    <a:pt x="2357" y="798"/>
                    <a:pt x="2870" y="189"/>
                  </a:cubicBezTo>
                  <a:cubicBezTo>
                    <a:pt x="2917" y="94"/>
                    <a:pt x="2847" y="0"/>
                    <a:pt x="27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30"/>
            <p:cNvSpPr/>
            <p:nvPr/>
          </p:nvSpPr>
          <p:spPr>
            <a:xfrm>
              <a:off x="3020771" y="1293206"/>
              <a:ext cx="356159" cy="413804"/>
            </a:xfrm>
            <a:custGeom>
              <a:avLst/>
              <a:gdLst/>
              <a:ahLst/>
              <a:cxnLst/>
              <a:rect l="l" t="t" r="r" b="b"/>
              <a:pathLst>
                <a:path w="12777" h="14845" extrusionOk="0">
                  <a:moveTo>
                    <a:pt x="7406" y="0"/>
                  </a:moveTo>
                  <a:cubicBezTo>
                    <a:pt x="4137" y="0"/>
                    <a:pt x="1035" y="3303"/>
                    <a:pt x="501" y="7406"/>
                  </a:cubicBezTo>
                  <a:cubicBezTo>
                    <a:pt x="1" y="11508"/>
                    <a:pt x="2236" y="14844"/>
                    <a:pt x="5538" y="14844"/>
                  </a:cubicBezTo>
                  <a:cubicBezTo>
                    <a:pt x="6005" y="14844"/>
                    <a:pt x="6506" y="14778"/>
                    <a:pt x="6939" y="14644"/>
                  </a:cubicBezTo>
                  <a:cubicBezTo>
                    <a:pt x="9675" y="13877"/>
                    <a:pt x="12010" y="10941"/>
                    <a:pt x="12477" y="7439"/>
                  </a:cubicBezTo>
                  <a:cubicBezTo>
                    <a:pt x="12777" y="5504"/>
                    <a:pt x="12310" y="3536"/>
                    <a:pt x="11176" y="1935"/>
                  </a:cubicBezTo>
                  <a:cubicBezTo>
                    <a:pt x="10308" y="734"/>
                    <a:pt x="8907" y="0"/>
                    <a:pt x="740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30"/>
            <p:cNvSpPr/>
            <p:nvPr/>
          </p:nvSpPr>
          <p:spPr>
            <a:xfrm>
              <a:off x="3092385" y="1336776"/>
              <a:ext cx="281761" cy="364661"/>
            </a:xfrm>
            <a:custGeom>
              <a:avLst/>
              <a:gdLst/>
              <a:ahLst/>
              <a:cxnLst/>
              <a:rect l="l" t="t" r="r" b="b"/>
              <a:pathLst>
                <a:path w="10108" h="13082" extrusionOk="0">
                  <a:moveTo>
                    <a:pt x="6719" y="1"/>
                  </a:moveTo>
                  <a:cubicBezTo>
                    <a:pt x="3538" y="1"/>
                    <a:pt x="693" y="2823"/>
                    <a:pt x="334" y="6410"/>
                  </a:cubicBezTo>
                  <a:cubicBezTo>
                    <a:pt x="0" y="9612"/>
                    <a:pt x="1768" y="12381"/>
                    <a:pt x="4404" y="13081"/>
                  </a:cubicBezTo>
                  <a:cubicBezTo>
                    <a:pt x="4937" y="12914"/>
                    <a:pt x="5438" y="12681"/>
                    <a:pt x="5938" y="12414"/>
                  </a:cubicBezTo>
                  <a:cubicBezTo>
                    <a:pt x="7939" y="11146"/>
                    <a:pt x="9541" y="8678"/>
                    <a:pt x="9908" y="5876"/>
                  </a:cubicBezTo>
                  <a:cubicBezTo>
                    <a:pt x="10108" y="4508"/>
                    <a:pt x="9941" y="3141"/>
                    <a:pt x="9474" y="1840"/>
                  </a:cubicBezTo>
                  <a:cubicBezTo>
                    <a:pt x="9274" y="1306"/>
                    <a:pt x="8974" y="806"/>
                    <a:pt x="8640" y="339"/>
                  </a:cubicBezTo>
                  <a:cubicBezTo>
                    <a:pt x="8073" y="138"/>
                    <a:pt x="7506" y="5"/>
                    <a:pt x="6939" y="5"/>
                  </a:cubicBezTo>
                  <a:cubicBezTo>
                    <a:pt x="6865" y="2"/>
                    <a:pt x="6792" y="1"/>
                    <a:pt x="67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30"/>
            <p:cNvSpPr/>
            <p:nvPr/>
          </p:nvSpPr>
          <p:spPr>
            <a:xfrm>
              <a:off x="3184431" y="1388040"/>
              <a:ext cx="188797" cy="294778"/>
            </a:xfrm>
            <a:custGeom>
              <a:avLst/>
              <a:gdLst/>
              <a:ahLst/>
              <a:cxnLst/>
              <a:rect l="l" t="t" r="r" b="b"/>
              <a:pathLst>
                <a:path w="6773" h="10575" extrusionOk="0">
                  <a:moveTo>
                    <a:pt x="6139" y="1"/>
                  </a:moveTo>
                  <a:cubicBezTo>
                    <a:pt x="6038" y="34"/>
                    <a:pt x="5938" y="34"/>
                    <a:pt x="5838" y="34"/>
                  </a:cubicBezTo>
                  <a:cubicBezTo>
                    <a:pt x="2603" y="368"/>
                    <a:pt x="1" y="3170"/>
                    <a:pt x="68" y="6272"/>
                  </a:cubicBezTo>
                  <a:cubicBezTo>
                    <a:pt x="68" y="8040"/>
                    <a:pt x="1068" y="9708"/>
                    <a:pt x="2636" y="10575"/>
                  </a:cubicBezTo>
                  <a:cubicBezTo>
                    <a:pt x="4637" y="9307"/>
                    <a:pt x="6239" y="6839"/>
                    <a:pt x="6606" y="4037"/>
                  </a:cubicBezTo>
                  <a:cubicBezTo>
                    <a:pt x="6772" y="2669"/>
                    <a:pt x="6639" y="1302"/>
                    <a:pt x="61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30"/>
            <p:cNvSpPr/>
            <p:nvPr/>
          </p:nvSpPr>
          <p:spPr>
            <a:xfrm>
              <a:off x="3082154" y="1410313"/>
              <a:ext cx="201815" cy="165159"/>
            </a:xfrm>
            <a:custGeom>
              <a:avLst/>
              <a:gdLst/>
              <a:ahLst/>
              <a:cxnLst/>
              <a:rect l="l" t="t" r="r" b="b"/>
              <a:pathLst>
                <a:path w="7240" h="5925" extrusionOk="0">
                  <a:moveTo>
                    <a:pt x="2753" y="1"/>
                  </a:moveTo>
                  <a:cubicBezTo>
                    <a:pt x="2265" y="1"/>
                    <a:pt x="1733" y="201"/>
                    <a:pt x="1268" y="603"/>
                  </a:cubicBezTo>
                  <a:cubicBezTo>
                    <a:pt x="334" y="1403"/>
                    <a:pt x="1" y="2704"/>
                    <a:pt x="568" y="3538"/>
                  </a:cubicBezTo>
                  <a:lnTo>
                    <a:pt x="1935" y="5473"/>
                  </a:lnTo>
                  <a:cubicBezTo>
                    <a:pt x="2141" y="5772"/>
                    <a:pt x="2462" y="5924"/>
                    <a:pt x="2792" y="5924"/>
                  </a:cubicBezTo>
                  <a:cubicBezTo>
                    <a:pt x="3051" y="5924"/>
                    <a:pt x="3316" y="5830"/>
                    <a:pt x="3536" y="5640"/>
                  </a:cubicBezTo>
                  <a:lnTo>
                    <a:pt x="6005" y="3538"/>
                  </a:lnTo>
                  <a:cubicBezTo>
                    <a:pt x="6939" y="2704"/>
                    <a:pt x="7239" y="1403"/>
                    <a:pt x="6672" y="603"/>
                  </a:cubicBezTo>
                  <a:cubicBezTo>
                    <a:pt x="6392" y="203"/>
                    <a:pt x="5957" y="7"/>
                    <a:pt x="5474" y="7"/>
                  </a:cubicBezTo>
                  <a:cubicBezTo>
                    <a:pt x="5150" y="7"/>
                    <a:pt x="4805" y="95"/>
                    <a:pt x="4470" y="269"/>
                  </a:cubicBezTo>
                  <a:cubicBezTo>
                    <a:pt x="4345" y="325"/>
                    <a:pt x="4208" y="351"/>
                    <a:pt x="4072" y="351"/>
                  </a:cubicBezTo>
                  <a:cubicBezTo>
                    <a:pt x="3881" y="351"/>
                    <a:pt x="3692" y="300"/>
                    <a:pt x="3536" y="202"/>
                  </a:cubicBezTo>
                  <a:cubicBezTo>
                    <a:pt x="3304" y="68"/>
                    <a:pt x="3036" y="1"/>
                    <a:pt x="27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30"/>
            <p:cNvSpPr/>
            <p:nvPr/>
          </p:nvSpPr>
          <p:spPr>
            <a:xfrm>
              <a:off x="2986373" y="1735234"/>
              <a:ext cx="371964" cy="329761"/>
            </a:xfrm>
            <a:custGeom>
              <a:avLst/>
              <a:gdLst/>
              <a:ahLst/>
              <a:cxnLst/>
              <a:rect l="l" t="t" r="r" b="b"/>
              <a:pathLst>
                <a:path w="13344" h="11830" extrusionOk="0">
                  <a:moveTo>
                    <a:pt x="5015" y="1"/>
                  </a:moveTo>
                  <a:cubicBezTo>
                    <a:pt x="4524" y="1"/>
                    <a:pt x="4031" y="7"/>
                    <a:pt x="3537" y="21"/>
                  </a:cubicBezTo>
                  <a:cubicBezTo>
                    <a:pt x="2369" y="55"/>
                    <a:pt x="1335" y="889"/>
                    <a:pt x="1035" y="2056"/>
                  </a:cubicBezTo>
                  <a:cubicBezTo>
                    <a:pt x="1" y="6292"/>
                    <a:pt x="835" y="11830"/>
                    <a:pt x="835" y="11830"/>
                  </a:cubicBezTo>
                  <a:lnTo>
                    <a:pt x="13344" y="11830"/>
                  </a:lnTo>
                  <a:cubicBezTo>
                    <a:pt x="12877" y="8961"/>
                    <a:pt x="12743" y="6059"/>
                    <a:pt x="13010" y="3157"/>
                  </a:cubicBezTo>
                  <a:cubicBezTo>
                    <a:pt x="13110" y="1689"/>
                    <a:pt x="12043" y="422"/>
                    <a:pt x="10575" y="255"/>
                  </a:cubicBezTo>
                  <a:cubicBezTo>
                    <a:pt x="8727" y="96"/>
                    <a:pt x="6880" y="1"/>
                    <a:pt x="50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30"/>
            <p:cNvSpPr/>
            <p:nvPr/>
          </p:nvSpPr>
          <p:spPr>
            <a:xfrm>
              <a:off x="2986373" y="1735234"/>
              <a:ext cx="371964" cy="329761"/>
            </a:xfrm>
            <a:custGeom>
              <a:avLst/>
              <a:gdLst/>
              <a:ahLst/>
              <a:cxnLst/>
              <a:rect l="l" t="t" r="r" b="b"/>
              <a:pathLst>
                <a:path w="13344" h="11830" extrusionOk="0">
                  <a:moveTo>
                    <a:pt x="5015" y="1"/>
                  </a:moveTo>
                  <a:cubicBezTo>
                    <a:pt x="4524" y="1"/>
                    <a:pt x="4031" y="7"/>
                    <a:pt x="3537" y="21"/>
                  </a:cubicBezTo>
                  <a:cubicBezTo>
                    <a:pt x="2369" y="55"/>
                    <a:pt x="1335" y="889"/>
                    <a:pt x="1035" y="2056"/>
                  </a:cubicBezTo>
                  <a:cubicBezTo>
                    <a:pt x="1" y="6292"/>
                    <a:pt x="835" y="11830"/>
                    <a:pt x="835" y="11830"/>
                  </a:cubicBezTo>
                  <a:lnTo>
                    <a:pt x="13344" y="11830"/>
                  </a:lnTo>
                  <a:cubicBezTo>
                    <a:pt x="12877" y="8961"/>
                    <a:pt x="12743" y="6059"/>
                    <a:pt x="13010" y="3157"/>
                  </a:cubicBezTo>
                  <a:cubicBezTo>
                    <a:pt x="13110" y="1689"/>
                    <a:pt x="12043" y="422"/>
                    <a:pt x="10575" y="255"/>
                  </a:cubicBezTo>
                  <a:cubicBezTo>
                    <a:pt x="8727" y="96"/>
                    <a:pt x="6880" y="1"/>
                    <a:pt x="50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30"/>
            <p:cNvSpPr/>
            <p:nvPr/>
          </p:nvSpPr>
          <p:spPr>
            <a:xfrm>
              <a:off x="2916683" y="2064978"/>
              <a:ext cx="441651" cy="2490130"/>
            </a:xfrm>
            <a:custGeom>
              <a:avLst/>
              <a:gdLst/>
              <a:ahLst/>
              <a:cxnLst/>
              <a:rect l="l" t="t" r="r" b="b"/>
              <a:pathLst>
                <a:path w="15844" h="89332" extrusionOk="0">
                  <a:moveTo>
                    <a:pt x="2608" y="0"/>
                  </a:moveTo>
                  <a:cubicBezTo>
                    <a:pt x="1167" y="0"/>
                    <a:pt x="0" y="1188"/>
                    <a:pt x="99" y="2636"/>
                  </a:cubicBezTo>
                  <a:cubicBezTo>
                    <a:pt x="366" y="9641"/>
                    <a:pt x="1267" y="28721"/>
                    <a:pt x="3401" y="38595"/>
                  </a:cubicBezTo>
                  <a:cubicBezTo>
                    <a:pt x="4669" y="51804"/>
                    <a:pt x="6670" y="89331"/>
                    <a:pt x="6670" y="89331"/>
                  </a:cubicBezTo>
                  <a:lnTo>
                    <a:pt x="15844" y="89331"/>
                  </a:lnTo>
                  <a:cubicBezTo>
                    <a:pt x="15844" y="89331"/>
                    <a:pt x="12908" y="47568"/>
                    <a:pt x="10006" y="38595"/>
                  </a:cubicBezTo>
                  <a:cubicBezTo>
                    <a:pt x="12975" y="30556"/>
                    <a:pt x="12208" y="1"/>
                    <a:pt x="12208" y="1"/>
                  </a:cubicBezTo>
                  <a:lnTo>
                    <a:pt x="2668" y="1"/>
                  </a:lnTo>
                  <a:cubicBezTo>
                    <a:pt x="2648" y="0"/>
                    <a:pt x="2628" y="0"/>
                    <a:pt x="26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30"/>
            <p:cNvSpPr/>
            <p:nvPr/>
          </p:nvSpPr>
          <p:spPr>
            <a:xfrm>
              <a:off x="3182591" y="2364393"/>
              <a:ext cx="75346" cy="611856"/>
            </a:xfrm>
            <a:custGeom>
              <a:avLst/>
              <a:gdLst/>
              <a:ahLst/>
              <a:cxnLst/>
              <a:rect l="l" t="t" r="r" b="b"/>
              <a:pathLst>
                <a:path w="2703" h="21950" extrusionOk="0">
                  <a:moveTo>
                    <a:pt x="33" y="1"/>
                  </a:moveTo>
                  <a:cubicBezTo>
                    <a:pt x="33" y="1"/>
                    <a:pt x="0" y="13644"/>
                    <a:pt x="1701" y="21950"/>
                  </a:cubicBezTo>
                  <a:cubicBezTo>
                    <a:pt x="2335" y="16946"/>
                    <a:pt x="2602" y="10342"/>
                    <a:pt x="2702" y="4371"/>
                  </a:cubicBezTo>
                  <a:lnTo>
                    <a:pt x="3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30"/>
            <p:cNvSpPr/>
            <p:nvPr/>
          </p:nvSpPr>
          <p:spPr>
            <a:xfrm>
              <a:off x="3061693" y="2064978"/>
              <a:ext cx="820138" cy="2490130"/>
            </a:xfrm>
            <a:custGeom>
              <a:avLst/>
              <a:gdLst/>
              <a:ahLst/>
              <a:cxnLst/>
              <a:rect l="l" t="t" r="r" b="b"/>
              <a:pathLst>
                <a:path w="29422" h="89332" extrusionOk="0">
                  <a:moveTo>
                    <a:pt x="1" y="1"/>
                  </a:moveTo>
                  <a:cubicBezTo>
                    <a:pt x="1" y="1"/>
                    <a:pt x="6539" y="30556"/>
                    <a:pt x="11109" y="38595"/>
                  </a:cubicBezTo>
                  <a:cubicBezTo>
                    <a:pt x="13077" y="57742"/>
                    <a:pt x="20248" y="89331"/>
                    <a:pt x="20248" y="89331"/>
                  </a:cubicBezTo>
                  <a:lnTo>
                    <a:pt x="29422" y="89331"/>
                  </a:lnTo>
                  <a:cubicBezTo>
                    <a:pt x="29422" y="89331"/>
                    <a:pt x="22050" y="50470"/>
                    <a:pt x="18314" y="38595"/>
                  </a:cubicBezTo>
                  <a:cubicBezTo>
                    <a:pt x="18447" y="28721"/>
                    <a:pt x="14911" y="9641"/>
                    <a:pt x="13777" y="2636"/>
                  </a:cubicBezTo>
                  <a:cubicBezTo>
                    <a:pt x="13510" y="1135"/>
                    <a:pt x="12209" y="1"/>
                    <a:pt x="106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30"/>
            <p:cNvSpPr/>
            <p:nvPr/>
          </p:nvSpPr>
          <p:spPr>
            <a:xfrm>
              <a:off x="3345302" y="3025219"/>
              <a:ext cx="220408" cy="228129"/>
            </a:xfrm>
            <a:custGeom>
              <a:avLst/>
              <a:gdLst/>
              <a:ahLst/>
              <a:cxnLst/>
              <a:rect l="l" t="t" r="r" b="b"/>
              <a:pathLst>
                <a:path w="7907" h="8184" extrusionOk="0">
                  <a:moveTo>
                    <a:pt x="3482" y="0"/>
                  </a:moveTo>
                  <a:cubicBezTo>
                    <a:pt x="3153" y="0"/>
                    <a:pt x="2823" y="57"/>
                    <a:pt x="2502" y="179"/>
                  </a:cubicBezTo>
                  <a:cubicBezTo>
                    <a:pt x="768" y="812"/>
                    <a:pt x="1" y="3081"/>
                    <a:pt x="801" y="5249"/>
                  </a:cubicBezTo>
                  <a:cubicBezTo>
                    <a:pt x="1460" y="7032"/>
                    <a:pt x="2953" y="8184"/>
                    <a:pt x="4446" y="8184"/>
                  </a:cubicBezTo>
                  <a:cubicBezTo>
                    <a:pt x="4768" y="8184"/>
                    <a:pt x="5091" y="8130"/>
                    <a:pt x="5404" y="8017"/>
                  </a:cubicBezTo>
                  <a:cubicBezTo>
                    <a:pt x="7139" y="7384"/>
                    <a:pt x="7906" y="5082"/>
                    <a:pt x="7106" y="2914"/>
                  </a:cubicBezTo>
                  <a:cubicBezTo>
                    <a:pt x="6450" y="1166"/>
                    <a:pt x="4968" y="0"/>
                    <a:pt x="34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30"/>
            <p:cNvSpPr/>
            <p:nvPr/>
          </p:nvSpPr>
          <p:spPr>
            <a:xfrm>
              <a:off x="3345302" y="3025219"/>
              <a:ext cx="220408" cy="228129"/>
            </a:xfrm>
            <a:custGeom>
              <a:avLst/>
              <a:gdLst/>
              <a:ahLst/>
              <a:cxnLst/>
              <a:rect l="l" t="t" r="r" b="b"/>
              <a:pathLst>
                <a:path w="7907" h="8184" extrusionOk="0">
                  <a:moveTo>
                    <a:pt x="3482" y="0"/>
                  </a:moveTo>
                  <a:cubicBezTo>
                    <a:pt x="3153" y="0"/>
                    <a:pt x="2823" y="57"/>
                    <a:pt x="2502" y="179"/>
                  </a:cubicBezTo>
                  <a:cubicBezTo>
                    <a:pt x="768" y="812"/>
                    <a:pt x="1" y="3081"/>
                    <a:pt x="801" y="5249"/>
                  </a:cubicBezTo>
                  <a:cubicBezTo>
                    <a:pt x="1460" y="7032"/>
                    <a:pt x="2953" y="8184"/>
                    <a:pt x="4446" y="8184"/>
                  </a:cubicBezTo>
                  <a:cubicBezTo>
                    <a:pt x="4768" y="8184"/>
                    <a:pt x="5091" y="8130"/>
                    <a:pt x="5404" y="8017"/>
                  </a:cubicBezTo>
                  <a:cubicBezTo>
                    <a:pt x="7139" y="7384"/>
                    <a:pt x="7906" y="5082"/>
                    <a:pt x="7106" y="2914"/>
                  </a:cubicBezTo>
                  <a:cubicBezTo>
                    <a:pt x="6450" y="1166"/>
                    <a:pt x="4968" y="0"/>
                    <a:pt x="34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30"/>
            <p:cNvSpPr/>
            <p:nvPr/>
          </p:nvSpPr>
          <p:spPr>
            <a:xfrm>
              <a:off x="3564741" y="4466820"/>
              <a:ext cx="178567" cy="88364"/>
            </a:xfrm>
            <a:custGeom>
              <a:avLst/>
              <a:gdLst/>
              <a:ahLst/>
              <a:cxnLst/>
              <a:rect l="l" t="t" r="r" b="b"/>
              <a:pathLst>
                <a:path w="6406" h="3170" extrusionOk="0">
                  <a:moveTo>
                    <a:pt x="3136" y="0"/>
                  </a:moveTo>
                  <a:cubicBezTo>
                    <a:pt x="1402" y="0"/>
                    <a:pt x="1" y="1435"/>
                    <a:pt x="101" y="3169"/>
                  </a:cubicBezTo>
                  <a:lnTo>
                    <a:pt x="6405" y="3169"/>
                  </a:lnTo>
                  <a:cubicBezTo>
                    <a:pt x="6339" y="1401"/>
                    <a:pt x="4871" y="34"/>
                    <a:pt x="3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30"/>
            <p:cNvSpPr/>
            <p:nvPr/>
          </p:nvSpPr>
          <p:spPr>
            <a:xfrm>
              <a:off x="2982665" y="3028202"/>
              <a:ext cx="187850" cy="223223"/>
            </a:xfrm>
            <a:custGeom>
              <a:avLst/>
              <a:gdLst/>
              <a:ahLst/>
              <a:cxnLst/>
              <a:rect l="l" t="t" r="r" b="b"/>
              <a:pathLst>
                <a:path w="6739" h="8008" extrusionOk="0">
                  <a:moveTo>
                    <a:pt x="3295" y="1"/>
                  </a:moveTo>
                  <a:cubicBezTo>
                    <a:pt x="3154" y="1"/>
                    <a:pt x="3012" y="13"/>
                    <a:pt x="2869" y="38"/>
                  </a:cubicBezTo>
                  <a:cubicBezTo>
                    <a:pt x="1168" y="338"/>
                    <a:pt x="0" y="2340"/>
                    <a:pt x="267" y="4541"/>
                  </a:cubicBezTo>
                  <a:cubicBezTo>
                    <a:pt x="545" y="6545"/>
                    <a:pt x="1933" y="8007"/>
                    <a:pt x="3484" y="8007"/>
                  </a:cubicBezTo>
                  <a:cubicBezTo>
                    <a:pt x="3612" y="8007"/>
                    <a:pt x="3741" y="7997"/>
                    <a:pt x="3870" y="7977"/>
                  </a:cubicBezTo>
                  <a:cubicBezTo>
                    <a:pt x="5604" y="7677"/>
                    <a:pt x="6738" y="5676"/>
                    <a:pt x="6472" y="3474"/>
                  </a:cubicBezTo>
                  <a:cubicBezTo>
                    <a:pt x="6197" y="1457"/>
                    <a:pt x="4830" y="1"/>
                    <a:pt x="32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30"/>
            <p:cNvSpPr/>
            <p:nvPr/>
          </p:nvSpPr>
          <p:spPr>
            <a:xfrm>
              <a:off x="2982665" y="3028202"/>
              <a:ext cx="187850" cy="223223"/>
            </a:xfrm>
            <a:custGeom>
              <a:avLst/>
              <a:gdLst/>
              <a:ahLst/>
              <a:cxnLst/>
              <a:rect l="l" t="t" r="r" b="b"/>
              <a:pathLst>
                <a:path w="6739" h="8008" extrusionOk="0">
                  <a:moveTo>
                    <a:pt x="3295" y="1"/>
                  </a:moveTo>
                  <a:cubicBezTo>
                    <a:pt x="3154" y="1"/>
                    <a:pt x="3012" y="13"/>
                    <a:pt x="2869" y="38"/>
                  </a:cubicBezTo>
                  <a:cubicBezTo>
                    <a:pt x="1168" y="338"/>
                    <a:pt x="0" y="2340"/>
                    <a:pt x="267" y="4541"/>
                  </a:cubicBezTo>
                  <a:cubicBezTo>
                    <a:pt x="545" y="6545"/>
                    <a:pt x="1933" y="8007"/>
                    <a:pt x="3484" y="8007"/>
                  </a:cubicBezTo>
                  <a:cubicBezTo>
                    <a:pt x="3612" y="8007"/>
                    <a:pt x="3741" y="7997"/>
                    <a:pt x="3870" y="7977"/>
                  </a:cubicBezTo>
                  <a:cubicBezTo>
                    <a:pt x="5604" y="7677"/>
                    <a:pt x="6738" y="5676"/>
                    <a:pt x="6472" y="3474"/>
                  </a:cubicBezTo>
                  <a:cubicBezTo>
                    <a:pt x="6197" y="1457"/>
                    <a:pt x="4830" y="1"/>
                    <a:pt x="32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30"/>
            <p:cNvSpPr/>
            <p:nvPr/>
          </p:nvSpPr>
          <p:spPr>
            <a:xfrm>
              <a:off x="3016144" y="4466820"/>
              <a:ext cx="175752" cy="88364"/>
            </a:xfrm>
            <a:custGeom>
              <a:avLst/>
              <a:gdLst/>
              <a:ahLst/>
              <a:cxnLst/>
              <a:rect l="l" t="t" r="r" b="b"/>
              <a:pathLst>
                <a:path w="6305" h="3170" extrusionOk="0">
                  <a:moveTo>
                    <a:pt x="3136" y="0"/>
                  </a:moveTo>
                  <a:cubicBezTo>
                    <a:pt x="1401" y="0"/>
                    <a:pt x="0" y="1401"/>
                    <a:pt x="0" y="3169"/>
                  </a:cubicBezTo>
                  <a:lnTo>
                    <a:pt x="6305" y="3169"/>
                  </a:lnTo>
                  <a:cubicBezTo>
                    <a:pt x="6305" y="1401"/>
                    <a:pt x="4904" y="0"/>
                    <a:pt x="3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30"/>
            <p:cNvSpPr/>
            <p:nvPr/>
          </p:nvSpPr>
          <p:spPr>
            <a:xfrm>
              <a:off x="3166785" y="2106820"/>
              <a:ext cx="250150" cy="320144"/>
            </a:xfrm>
            <a:custGeom>
              <a:avLst/>
              <a:gdLst/>
              <a:ahLst/>
              <a:cxnLst/>
              <a:rect l="l" t="t" r="r" b="b"/>
              <a:pathLst>
                <a:path w="8974" h="11485" extrusionOk="0">
                  <a:moveTo>
                    <a:pt x="8840" y="1"/>
                  </a:moveTo>
                  <a:cubicBezTo>
                    <a:pt x="7372" y="1"/>
                    <a:pt x="5604" y="935"/>
                    <a:pt x="3970" y="2569"/>
                  </a:cubicBezTo>
                  <a:cubicBezTo>
                    <a:pt x="2035" y="4504"/>
                    <a:pt x="0" y="7806"/>
                    <a:pt x="0" y="11376"/>
                  </a:cubicBezTo>
                  <a:cubicBezTo>
                    <a:pt x="0" y="11442"/>
                    <a:pt x="33" y="11476"/>
                    <a:pt x="100" y="11476"/>
                  </a:cubicBezTo>
                  <a:cubicBezTo>
                    <a:pt x="112" y="11482"/>
                    <a:pt x="125" y="11485"/>
                    <a:pt x="136" y="11485"/>
                  </a:cubicBezTo>
                  <a:cubicBezTo>
                    <a:pt x="189" y="11485"/>
                    <a:pt x="234" y="11430"/>
                    <a:pt x="234" y="11376"/>
                  </a:cubicBezTo>
                  <a:cubicBezTo>
                    <a:pt x="234" y="7873"/>
                    <a:pt x="2268" y="4637"/>
                    <a:pt x="4170" y="2769"/>
                  </a:cubicBezTo>
                  <a:cubicBezTo>
                    <a:pt x="5771" y="1168"/>
                    <a:pt x="7472" y="268"/>
                    <a:pt x="8840" y="268"/>
                  </a:cubicBezTo>
                  <a:cubicBezTo>
                    <a:pt x="8906" y="268"/>
                    <a:pt x="8973" y="201"/>
                    <a:pt x="8973" y="134"/>
                  </a:cubicBezTo>
                  <a:cubicBezTo>
                    <a:pt x="8973" y="68"/>
                    <a:pt x="8906" y="1"/>
                    <a:pt x="88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30"/>
            <p:cNvSpPr/>
            <p:nvPr/>
          </p:nvSpPr>
          <p:spPr>
            <a:xfrm>
              <a:off x="2950106" y="2207926"/>
              <a:ext cx="177647" cy="211348"/>
            </a:xfrm>
            <a:custGeom>
              <a:avLst/>
              <a:gdLst/>
              <a:ahLst/>
              <a:cxnLst/>
              <a:rect l="l" t="t" r="r" b="b"/>
              <a:pathLst>
                <a:path w="6373" h="7582" extrusionOk="0">
                  <a:moveTo>
                    <a:pt x="137" y="1"/>
                  </a:moveTo>
                  <a:cubicBezTo>
                    <a:pt x="125" y="1"/>
                    <a:pt x="113" y="4"/>
                    <a:pt x="101" y="10"/>
                  </a:cubicBezTo>
                  <a:cubicBezTo>
                    <a:pt x="34" y="10"/>
                    <a:pt x="1" y="76"/>
                    <a:pt x="1" y="143"/>
                  </a:cubicBezTo>
                  <a:cubicBezTo>
                    <a:pt x="368" y="2445"/>
                    <a:pt x="3270" y="6314"/>
                    <a:pt x="6172" y="7582"/>
                  </a:cubicBezTo>
                  <a:lnTo>
                    <a:pt x="6205" y="7582"/>
                  </a:lnTo>
                  <a:cubicBezTo>
                    <a:pt x="6339" y="7582"/>
                    <a:pt x="6372" y="7415"/>
                    <a:pt x="6272" y="7348"/>
                  </a:cubicBezTo>
                  <a:cubicBezTo>
                    <a:pt x="3503" y="6147"/>
                    <a:pt x="568" y="2311"/>
                    <a:pt x="234" y="110"/>
                  </a:cubicBezTo>
                  <a:cubicBezTo>
                    <a:pt x="234" y="55"/>
                    <a:pt x="190" y="1"/>
                    <a:pt x="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30"/>
            <p:cNvSpPr/>
            <p:nvPr/>
          </p:nvSpPr>
          <p:spPr>
            <a:xfrm>
              <a:off x="3618040" y="4464590"/>
              <a:ext cx="172686" cy="20850"/>
            </a:xfrm>
            <a:custGeom>
              <a:avLst/>
              <a:gdLst/>
              <a:ahLst/>
              <a:cxnLst/>
              <a:rect l="l" t="t" r="r" b="b"/>
              <a:pathLst>
                <a:path w="6195" h="748" extrusionOk="0">
                  <a:moveTo>
                    <a:pt x="2797" y="0"/>
                  </a:moveTo>
                  <a:cubicBezTo>
                    <a:pt x="1612" y="0"/>
                    <a:pt x="577" y="157"/>
                    <a:pt x="124" y="314"/>
                  </a:cubicBezTo>
                  <a:cubicBezTo>
                    <a:pt x="0" y="345"/>
                    <a:pt x="48" y="518"/>
                    <a:pt x="161" y="518"/>
                  </a:cubicBezTo>
                  <a:cubicBezTo>
                    <a:pt x="170" y="518"/>
                    <a:pt x="180" y="517"/>
                    <a:pt x="190" y="514"/>
                  </a:cubicBezTo>
                  <a:cubicBezTo>
                    <a:pt x="627" y="392"/>
                    <a:pt x="1649" y="242"/>
                    <a:pt x="2815" y="242"/>
                  </a:cubicBezTo>
                  <a:cubicBezTo>
                    <a:pt x="3877" y="242"/>
                    <a:pt x="5058" y="366"/>
                    <a:pt x="6028" y="748"/>
                  </a:cubicBezTo>
                  <a:lnTo>
                    <a:pt x="6061" y="748"/>
                  </a:lnTo>
                  <a:cubicBezTo>
                    <a:pt x="6095" y="748"/>
                    <a:pt x="6161" y="714"/>
                    <a:pt x="6161" y="681"/>
                  </a:cubicBezTo>
                  <a:cubicBezTo>
                    <a:pt x="6195" y="614"/>
                    <a:pt x="6161" y="547"/>
                    <a:pt x="6095" y="514"/>
                  </a:cubicBezTo>
                  <a:cubicBezTo>
                    <a:pt x="5091" y="132"/>
                    <a:pt x="3881" y="0"/>
                    <a:pt x="2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30"/>
            <p:cNvSpPr/>
            <p:nvPr/>
          </p:nvSpPr>
          <p:spPr>
            <a:xfrm>
              <a:off x="3104483" y="4461524"/>
              <a:ext cx="136699" cy="39722"/>
            </a:xfrm>
            <a:custGeom>
              <a:avLst/>
              <a:gdLst/>
              <a:ahLst/>
              <a:cxnLst/>
              <a:rect l="l" t="t" r="r" b="b"/>
              <a:pathLst>
                <a:path w="4904" h="1425" extrusionOk="0">
                  <a:moveTo>
                    <a:pt x="1234" y="0"/>
                  </a:moveTo>
                  <a:cubicBezTo>
                    <a:pt x="813" y="0"/>
                    <a:pt x="441" y="58"/>
                    <a:pt x="134" y="157"/>
                  </a:cubicBezTo>
                  <a:cubicBezTo>
                    <a:pt x="0" y="190"/>
                    <a:pt x="67" y="391"/>
                    <a:pt x="200" y="391"/>
                  </a:cubicBezTo>
                  <a:cubicBezTo>
                    <a:pt x="478" y="301"/>
                    <a:pt x="827" y="247"/>
                    <a:pt x="1228" y="247"/>
                  </a:cubicBezTo>
                  <a:cubicBezTo>
                    <a:pt x="2175" y="247"/>
                    <a:pt x="3415" y="548"/>
                    <a:pt x="4703" y="1391"/>
                  </a:cubicBezTo>
                  <a:cubicBezTo>
                    <a:pt x="4737" y="1391"/>
                    <a:pt x="4737" y="1425"/>
                    <a:pt x="4770" y="1425"/>
                  </a:cubicBezTo>
                  <a:cubicBezTo>
                    <a:pt x="4804" y="1425"/>
                    <a:pt x="4837" y="1391"/>
                    <a:pt x="4870" y="1358"/>
                  </a:cubicBezTo>
                  <a:cubicBezTo>
                    <a:pt x="4904" y="1291"/>
                    <a:pt x="4904" y="1225"/>
                    <a:pt x="4837" y="1191"/>
                  </a:cubicBezTo>
                  <a:cubicBezTo>
                    <a:pt x="3501" y="324"/>
                    <a:pt x="2230" y="0"/>
                    <a:pt x="12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8" name="Google Shape;348;p30"/>
          <p:cNvGrpSpPr/>
          <p:nvPr/>
        </p:nvGrpSpPr>
        <p:grpSpPr>
          <a:xfrm>
            <a:off x="6594914" y="684471"/>
            <a:ext cx="1541597" cy="3864500"/>
            <a:chOff x="3973904" y="1061474"/>
            <a:chExt cx="1391082" cy="3487186"/>
          </a:xfrm>
        </p:grpSpPr>
        <p:sp>
          <p:nvSpPr>
            <p:cNvPr id="349" name="Google Shape;349;p30"/>
            <p:cNvSpPr/>
            <p:nvPr/>
          </p:nvSpPr>
          <p:spPr>
            <a:xfrm>
              <a:off x="4091986" y="1942241"/>
              <a:ext cx="85576" cy="126608"/>
            </a:xfrm>
            <a:custGeom>
              <a:avLst/>
              <a:gdLst/>
              <a:ahLst/>
              <a:cxnLst/>
              <a:rect l="l" t="t" r="r" b="b"/>
              <a:pathLst>
                <a:path w="3070" h="4542" extrusionOk="0">
                  <a:moveTo>
                    <a:pt x="768" y="1"/>
                  </a:moveTo>
                  <a:lnTo>
                    <a:pt x="0" y="3470"/>
                  </a:lnTo>
                  <a:cubicBezTo>
                    <a:pt x="0" y="3470"/>
                    <a:pt x="1218" y="4541"/>
                    <a:pt x="2425" y="4541"/>
                  </a:cubicBezTo>
                  <a:cubicBezTo>
                    <a:pt x="2631" y="4541"/>
                    <a:pt x="2837" y="4510"/>
                    <a:pt x="3036" y="4437"/>
                  </a:cubicBezTo>
                  <a:lnTo>
                    <a:pt x="3069" y="3003"/>
                  </a:lnTo>
                  <a:lnTo>
                    <a:pt x="768" y="1"/>
                  </a:ln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30"/>
            <p:cNvSpPr/>
            <p:nvPr/>
          </p:nvSpPr>
          <p:spPr>
            <a:xfrm>
              <a:off x="4021321" y="1921780"/>
              <a:ext cx="92071" cy="126497"/>
            </a:xfrm>
            <a:custGeom>
              <a:avLst/>
              <a:gdLst/>
              <a:ahLst/>
              <a:cxnLst/>
              <a:rect l="l" t="t" r="r" b="b"/>
              <a:pathLst>
                <a:path w="3303" h="4538" extrusionOk="0">
                  <a:moveTo>
                    <a:pt x="467" y="1"/>
                  </a:moveTo>
                  <a:lnTo>
                    <a:pt x="0" y="2903"/>
                  </a:lnTo>
                  <a:lnTo>
                    <a:pt x="3002" y="4537"/>
                  </a:lnTo>
                  <a:lnTo>
                    <a:pt x="3303" y="735"/>
                  </a:lnTo>
                  <a:lnTo>
                    <a:pt x="467" y="1"/>
                  </a:ln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0"/>
            <p:cNvSpPr/>
            <p:nvPr/>
          </p:nvSpPr>
          <p:spPr>
            <a:xfrm>
              <a:off x="3973904" y="1882558"/>
              <a:ext cx="193090" cy="100629"/>
            </a:xfrm>
            <a:custGeom>
              <a:avLst/>
              <a:gdLst/>
              <a:ahLst/>
              <a:cxnLst/>
              <a:rect l="l" t="t" r="r" b="b"/>
              <a:pathLst>
                <a:path w="6927" h="3610" extrusionOk="0">
                  <a:moveTo>
                    <a:pt x="6631" y="0"/>
                  </a:moveTo>
                  <a:cubicBezTo>
                    <a:pt x="6592" y="0"/>
                    <a:pt x="6549" y="12"/>
                    <a:pt x="6505" y="40"/>
                  </a:cubicBezTo>
                  <a:lnTo>
                    <a:pt x="167" y="3209"/>
                  </a:lnTo>
                  <a:cubicBezTo>
                    <a:pt x="67" y="3276"/>
                    <a:pt x="0" y="3409"/>
                    <a:pt x="67" y="3509"/>
                  </a:cubicBezTo>
                  <a:cubicBezTo>
                    <a:pt x="100" y="3576"/>
                    <a:pt x="167" y="3609"/>
                    <a:pt x="267" y="3609"/>
                  </a:cubicBezTo>
                  <a:lnTo>
                    <a:pt x="334" y="3609"/>
                  </a:lnTo>
                  <a:lnTo>
                    <a:pt x="6705" y="407"/>
                  </a:lnTo>
                  <a:cubicBezTo>
                    <a:pt x="6927" y="296"/>
                    <a:pt x="6826" y="0"/>
                    <a:pt x="66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30"/>
            <p:cNvSpPr/>
            <p:nvPr/>
          </p:nvSpPr>
          <p:spPr>
            <a:xfrm>
              <a:off x="4119890" y="1687455"/>
              <a:ext cx="591396" cy="496342"/>
            </a:xfrm>
            <a:custGeom>
              <a:avLst/>
              <a:gdLst/>
              <a:ahLst/>
              <a:cxnLst/>
              <a:rect l="l" t="t" r="r" b="b"/>
              <a:pathLst>
                <a:path w="21216" h="17806" extrusionOk="0">
                  <a:moveTo>
                    <a:pt x="16612" y="1"/>
                  </a:moveTo>
                  <a:cubicBezTo>
                    <a:pt x="16278" y="568"/>
                    <a:pt x="16045" y="1035"/>
                    <a:pt x="15778" y="1535"/>
                  </a:cubicBezTo>
                  <a:cubicBezTo>
                    <a:pt x="15511" y="2036"/>
                    <a:pt x="15244" y="2536"/>
                    <a:pt x="14977" y="3036"/>
                  </a:cubicBezTo>
                  <a:cubicBezTo>
                    <a:pt x="14477" y="4037"/>
                    <a:pt x="13977" y="5004"/>
                    <a:pt x="13476" y="6005"/>
                  </a:cubicBezTo>
                  <a:cubicBezTo>
                    <a:pt x="12509" y="8006"/>
                    <a:pt x="11575" y="10041"/>
                    <a:pt x="10674" y="12076"/>
                  </a:cubicBezTo>
                  <a:lnTo>
                    <a:pt x="10541" y="12443"/>
                  </a:lnTo>
                  <a:cubicBezTo>
                    <a:pt x="10508" y="12476"/>
                    <a:pt x="10508" y="12510"/>
                    <a:pt x="10474" y="12543"/>
                  </a:cubicBezTo>
                  <a:cubicBezTo>
                    <a:pt x="10441" y="12610"/>
                    <a:pt x="10408" y="12643"/>
                    <a:pt x="10374" y="12676"/>
                  </a:cubicBezTo>
                  <a:cubicBezTo>
                    <a:pt x="10307" y="12743"/>
                    <a:pt x="10207" y="12777"/>
                    <a:pt x="10107" y="12777"/>
                  </a:cubicBezTo>
                  <a:cubicBezTo>
                    <a:pt x="9971" y="12790"/>
                    <a:pt x="9835" y="12797"/>
                    <a:pt x="9699" y="12797"/>
                  </a:cubicBezTo>
                  <a:cubicBezTo>
                    <a:pt x="9169" y="12797"/>
                    <a:pt x="8644" y="12696"/>
                    <a:pt x="8139" y="12510"/>
                  </a:cubicBezTo>
                  <a:cubicBezTo>
                    <a:pt x="7272" y="12209"/>
                    <a:pt x="6438" y="11843"/>
                    <a:pt x="5637" y="11376"/>
                  </a:cubicBezTo>
                  <a:cubicBezTo>
                    <a:pt x="5237" y="11142"/>
                    <a:pt x="4804" y="10875"/>
                    <a:pt x="4403" y="10608"/>
                  </a:cubicBezTo>
                  <a:lnTo>
                    <a:pt x="3803" y="10175"/>
                  </a:lnTo>
                  <a:cubicBezTo>
                    <a:pt x="3636" y="10041"/>
                    <a:pt x="3403" y="9874"/>
                    <a:pt x="3269" y="9774"/>
                  </a:cubicBezTo>
                  <a:lnTo>
                    <a:pt x="0" y="14611"/>
                  </a:lnTo>
                  <a:cubicBezTo>
                    <a:pt x="334" y="14778"/>
                    <a:pt x="567" y="14878"/>
                    <a:pt x="834" y="15045"/>
                  </a:cubicBezTo>
                  <a:cubicBezTo>
                    <a:pt x="1101" y="15178"/>
                    <a:pt x="1368" y="15312"/>
                    <a:pt x="1635" y="15445"/>
                  </a:cubicBezTo>
                  <a:cubicBezTo>
                    <a:pt x="2168" y="15712"/>
                    <a:pt x="2735" y="15979"/>
                    <a:pt x="3269" y="16212"/>
                  </a:cubicBezTo>
                  <a:cubicBezTo>
                    <a:pt x="4403" y="16713"/>
                    <a:pt x="5604" y="17113"/>
                    <a:pt x="6805" y="17413"/>
                  </a:cubicBezTo>
                  <a:cubicBezTo>
                    <a:pt x="7472" y="17580"/>
                    <a:pt x="8139" y="17713"/>
                    <a:pt x="8840" y="17780"/>
                  </a:cubicBezTo>
                  <a:cubicBezTo>
                    <a:pt x="9040" y="17797"/>
                    <a:pt x="9240" y="17805"/>
                    <a:pt x="9440" y="17805"/>
                  </a:cubicBezTo>
                  <a:cubicBezTo>
                    <a:pt x="10041" y="17805"/>
                    <a:pt x="10641" y="17730"/>
                    <a:pt x="11241" y="17580"/>
                  </a:cubicBezTo>
                  <a:cubicBezTo>
                    <a:pt x="12709" y="17246"/>
                    <a:pt x="13943" y="16312"/>
                    <a:pt x="14677" y="15011"/>
                  </a:cubicBezTo>
                  <a:cubicBezTo>
                    <a:pt x="14811" y="14811"/>
                    <a:pt x="14911" y="14611"/>
                    <a:pt x="14977" y="14411"/>
                  </a:cubicBezTo>
                  <a:lnTo>
                    <a:pt x="15144" y="14011"/>
                  </a:lnTo>
                  <a:cubicBezTo>
                    <a:pt x="15578" y="13077"/>
                    <a:pt x="16012" y="12109"/>
                    <a:pt x="16479" y="11142"/>
                  </a:cubicBezTo>
                  <a:cubicBezTo>
                    <a:pt x="16912" y="10208"/>
                    <a:pt x="17413" y="9274"/>
                    <a:pt x="17913" y="8340"/>
                  </a:cubicBezTo>
                  <a:cubicBezTo>
                    <a:pt x="18413" y="7439"/>
                    <a:pt x="18947" y="6539"/>
                    <a:pt x="19514" y="5638"/>
                  </a:cubicBezTo>
                  <a:cubicBezTo>
                    <a:pt x="19781" y="5204"/>
                    <a:pt x="20081" y="4771"/>
                    <a:pt x="20348" y="4337"/>
                  </a:cubicBezTo>
                  <a:cubicBezTo>
                    <a:pt x="20615" y="3870"/>
                    <a:pt x="20948" y="3437"/>
                    <a:pt x="21215" y="3070"/>
                  </a:cubicBezTo>
                  <a:lnTo>
                    <a:pt x="166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0"/>
            <p:cNvSpPr/>
            <p:nvPr/>
          </p:nvSpPr>
          <p:spPr>
            <a:xfrm>
              <a:off x="4812633" y="1206234"/>
              <a:ext cx="234345" cy="339044"/>
            </a:xfrm>
            <a:custGeom>
              <a:avLst/>
              <a:gdLst/>
              <a:ahLst/>
              <a:cxnLst/>
              <a:rect l="l" t="t" r="r" b="b"/>
              <a:pathLst>
                <a:path w="8407" h="12163" extrusionOk="0">
                  <a:moveTo>
                    <a:pt x="3761" y="0"/>
                  </a:moveTo>
                  <a:cubicBezTo>
                    <a:pt x="3206" y="0"/>
                    <a:pt x="2805" y="344"/>
                    <a:pt x="2369" y="1019"/>
                  </a:cubicBezTo>
                  <a:cubicBezTo>
                    <a:pt x="1635" y="2120"/>
                    <a:pt x="0" y="7690"/>
                    <a:pt x="334" y="9992"/>
                  </a:cubicBezTo>
                  <a:cubicBezTo>
                    <a:pt x="551" y="11544"/>
                    <a:pt x="1571" y="12163"/>
                    <a:pt x="2768" y="12163"/>
                  </a:cubicBezTo>
                  <a:cubicBezTo>
                    <a:pt x="4324" y="12163"/>
                    <a:pt x="6180" y="11120"/>
                    <a:pt x="6972" y="9725"/>
                  </a:cubicBezTo>
                  <a:cubicBezTo>
                    <a:pt x="8406" y="7257"/>
                    <a:pt x="6605" y="1286"/>
                    <a:pt x="5171" y="485"/>
                  </a:cubicBezTo>
                  <a:cubicBezTo>
                    <a:pt x="4589" y="160"/>
                    <a:pt x="4139" y="0"/>
                    <a:pt x="37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0"/>
            <p:cNvSpPr/>
            <p:nvPr/>
          </p:nvSpPr>
          <p:spPr>
            <a:xfrm>
              <a:off x="4952319" y="1061474"/>
              <a:ext cx="268520" cy="205913"/>
            </a:xfrm>
            <a:custGeom>
              <a:avLst/>
              <a:gdLst/>
              <a:ahLst/>
              <a:cxnLst/>
              <a:rect l="l" t="t" r="r" b="b"/>
              <a:pathLst>
                <a:path w="9633" h="7387" extrusionOk="0">
                  <a:moveTo>
                    <a:pt x="5349" y="0"/>
                  </a:moveTo>
                  <a:cubicBezTo>
                    <a:pt x="2379" y="0"/>
                    <a:pt x="1" y="4006"/>
                    <a:pt x="326" y="5244"/>
                  </a:cubicBezTo>
                  <a:cubicBezTo>
                    <a:pt x="627" y="6479"/>
                    <a:pt x="1127" y="6912"/>
                    <a:pt x="2328" y="7146"/>
                  </a:cubicBezTo>
                  <a:cubicBezTo>
                    <a:pt x="2787" y="7245"/>
                    <a:pt x="3529" y="7386"/>
                    <a:pt x="4359" y="7386"/>
                  </a:cubicBezTo>
                  <a:cubicBezTo>
                    <a:pt x="5756" y="7386"/>
                    <a:pt x="7402" y="6986"/>
                    <a:pt x="8365" y="5311"/>
                  </a:cubicBezTo>
                  <a:cubicBezTo>
                    <a:pt x="9633" y="3176"/>
                    <a:pt x="8165" y="141"/>
                    <a:pt x="5563" y="7"/>
                  </a:cubicBezTo>
                  <a:cubicBezTo>
                    <a:pt x="5492" y="3"/>
                    <a:pt x="5420" y="0"/>
                    <a:pt x="53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0"/>
            <p:cNvSpPr/>
            <p:nvPr/>
          </p:nvSpPr>
          <p:spPr>
            <a:xfrm>
              <a:off x="4699179" y="1209969"/>
              <a:ext cx="123709" cy="177201"/>
            </a:xfrm>
            <a:custGeom>
              <a:avLst/>
              <a:gdLst/>
              <a:ahLst/>
              <a:cxnLst/>
              <a:rect l="l" t="t" r="r" b="b"/>
              <a:pathLst>
                <a:path w="4438" h="6357" extrusionOk="0">
                  <a:moveTo>
                    <a:pt x="3048" y="1"/>
                  </a:moveTo>
                  <a:cubicBezTo>
                    <a:pt x="2280" y="1"/>
                    <a:pt x="1390" y="395"/>
                    <a:pt x="935" y="985"/>
                  </a:cubicBezTo>
                  <a:cubicBezTo>
                    <a:pt x="1" y="2186"/>
                    <a:pt x="568" y="5455"/>
                    <a:pt x="1235" y="5988"/>
                  </a:cubicBezTo>
                  <a:cubicBezTo>
                    <a:pt x="1548" y="6239"/>
                    <a:pt x="1794" y="6357"/>
                    <a:pt x="2017" y="6357"/>
                  </a:cubicBezTo>
                  <a:cubicBezTo>
                    <a:pt x="2268" y="6357"/>
                    <a:pt x="2488" y="6205"/>
                    <a:pt x="2736" y="5922"/>
                  </a:cubicBezTo>
                  <a:cubicBezTo>
                    <a:pt x="3203" y="5355"/>
                    <a:pt x="4437" y="2586"/>
                    <a:pt x="4437" y="1318"/>
                  </a:cubicBezTo>
                  <a:cubicBezTo>
                    <a:pt x="4437" y="378"/>
                    <a:pt x="3801" y="1"/>
                    <a:pt x="30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30"/>
            <p:cNvSpPr/>
            <p:nvPr/>
          </p:nvSpPr>
          <p:spPr>
            <a:xfrm>
              <a:off x="4712197" y="4225053"/>
              <a:ext cx="104169" cy="225035"/>
            </a:xfrm>
            <a:custGeom>
              <a:avLst/>
              <a:gdLst/>
              <a:ahLst/>
              <a:cxnLst/>
              <a:rect l="l" t="t" r="r" b="b"/>
              <a:pathLst>
                <a:path w="3737" h="8073" extrusionOk="0">
                  <a:moveTo>
                    <a:pt x="1" y="1"/>
                  </a:moveTo>
                  <a:lnTo>
                    <a:pt x="234" y="8073"/>
                  </a:lnTo>
                  <a:lnTo>
                    <a:pt x="3737" y="8073"/>
                  </a:lnTo>
                  <a:lnTo>
                    <a:pt x="3503" y="1"/>
                  </a:ln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0"/>
            <p:cNvSpPr/>
            <p:nvPr/>
          </p:nvSpPr>
          <p:spPr>
            <a:xfrm>
              <a:off x="5165040" y="4185079"/>
              <a:ext cx="156239" cy="231558"/>
            </a:xfrm>
            <a:custGeom>
              <a:avLst/>
              <a:gdLst/>
              <a:ahLst/>
              <a:cxnLst/>
              <a:rect l="l" t="t" r="r" b="b"/>
              <a:pathLst>
                <a:path w="5605" h="8307" extrusionOk="0">
                  <a:moveTo>
                    <a:pt x="3436" y="0"/>
                  </a:moveTo>
                  <a:lnTo>
                    <a:pt x="1" y="467"/>
                  </a:lnTo>
                  <a:lnTo>
                    <a:pt x="2169" y="8306"/>
                  </a:lnTo>
                  <a:lnTo>
                    <a:pt x="5605" y="7872"/>
                  </a:lnTo>
                  <a:lnTo>
                    <a:pt x="3436" y="0"/>
                  </a:ln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0"/>
            <p:cNvSpPr/>
            <p:nvPr/>
          </p:nvSpPr>
          <p:spPr>
            <a:xfrm>
              <a:off x="5091727" y="4368948"/>
              <a:ext cx="273259" cy="167807"/>
            </a:xfrm>
            <a:custGeom>
              <a:avLst/>
              <a:gdLst/>
              <a:ahLst/>
              <a:cxnLst/>
              <a:rect l="l" t="t" r="r" b="b"/>
              <a:pathLst>
                <a:path w="9803" h="6020" extrusionOk="0">
                  <a:moveTo>
                    <a:pt x="8136" y="0"/>
                  </a:moveTo>
                  <a:cubicBezTo>
                    <a:pt x="8114" y="0"/>
                    <a:pt x="8091" y="3"/>
                    <a:pt x="8068" y="9"/>
                  </a:cubicBezTo>
                  <a:lnTo>
                    <a:pt x="4332" y="1110"/>
                  </a:lnTo>
                  <a:cubicBezTo>
                    <a:pt x="4098" y="1176"/>
                    <a:pt x="3931" y="1310"/>
                    <a:pt x="3831" y="1477"/>
                  </a:cubicBezTo>
                  <a:cubicBezTo>
                    <a:pt x="3131" y="2477"/>
                    <a:pt x="2931" y="3378"/>
                    <a:pt x="496" y="4679"/>
                  </a:cubicBezTo>
                  <a:cubicBezTo>
                    <a:pt x="0" y="4941"/>
                    <a:pt x="294" y="6019"/>
                    <a:pt x="1334" y="6019"/>
                  </a:cubicBezTo>
                  <a:cubicBezTo>
                    <a:pt x="1484" y="6019"/>
                    <a:pt x="1649" y="5997"/>
                    <a:pt x="1830" y="5947"/>
                  </a:cubicBezTo>
                  <a:cubicBezTo>
                    <a:pt x="3231" y="5546"/>
                    <a:pt x="4665" y="5013"/>
                    <a:pt x="5699" y="4712"/>
                  </a:cubicBezTo>
                  <a:cubicBezTo>
                    <a:pt x="7367" y="4245"/>
                    <a:pt x="8001" y="4145"/>
                    <a:pt x="9335" y="3778"/>
                  </a:cubicBezTo>
                  <a:cubicBezTo>
                    <a:pt x="9636" y="3678"/>
                    <a:pt x="9802" y="3345"/>
                    <a:pt x="9702" y="3044"/>
                  </a:cubicBezTo>
                  <a:lnTo>
                    <a:pt x="8401" y="176"/>
                  </a:lnTo>
                  <a:cubicBezTo>
                    <a:pt x="8346" y="65"/>
                    <a:pt x="8245" y="0"/>
                    <a:pt x="8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0"/>
            <p:cNvSpPr/>
            <p:nvPr/>
          </p:nvSpPr>
          <p:spPr>
            <a:xfrm>
              <a:off x="4550405" y="4438749"/>
              <a:ext cx="295726" cy="109911"/>
            </a:xfrm>
            <a:custGeom>
              <a:avLst/>
              <a:gdLst/>
              <a:ahLst/>
              <a:cxnLst/>
              <a:rect l="l" t="t" r="r" b="b"/>
              <a:pathLst>
                <a:path w="10609" h="3943" extrusionOk="0">
                  <a:moveTo>
                    <a:pt x="5848" y="0"/>
                  </a:moveTo>
                  <a:cubicBezTo>
                    <a:pt x="5652" y="0"/>
                    <a:pt x="5482" y="91"/>
                    <a:pt x="5338" y="207"/>
                  </a:cubicBezTo>
                  <a:cubicBezTo>
                    <a:pt x="4437" y="974"/>
                    <a:pt x="3336" y="1775"/>
                    <a:pt x="601" y="2375"/>
                  </a:cubicBezTo>
                  <a:cubicBezTo>
                    <a:pt x="0" y="2509"/>
                    <a:pt x="101" y="3943"/>
                    <a:pt x="1535" y="3943"/>
                  </a:cubicBezTo>
                  <a:cubicBezTo>
                    <a:pt x="3003" y="3943"/>
                    <a:pt x="5204" y="3843"/>
                    <a:pt x="6272" y="3843"/>
                  </a:cubicBezTo>
                  <a:cubicBezTo>
                    <a:pt x="8006" y="3843"/>
                    <a:pt x="8640" y="3943"/>
                    <a:pt x="10008" y="3943"/>
                  </a:cubicBezTo>
                  <a:cubicBezTo>
                    <a:pt x="10341" y="3943"/>
                    <a:pt x="10608" y="3676"/>
                    <a:pt x="10575" y="3342"/>
                  </a:cubicBezTo>
                  <a:lnTo>
                    <a:pt x="10141" y="240"/>
                  </a:lnTo>
                  <a:cubicBezTo>
                    <a:pt x="10112" y="95"/>
                    <a:pt x="10007" y="0"/>
                    <a:pt x="9892" y="0"/>
                  </a:cubicBezTo>
                  <a:cubicBezTo>
                    <a:pt x="9875" y="0"/>
                    <a:pt x="9858" y="2"/>
                    <a:pt x="9841" y="7"/>
                  </a:cubicBezTo>
                  <a:lnTo>
                    <a:pt x="5938" y="7"/>
                  </a:lnTo>
                  <a:cubicBezTo>
                    <a:pt x="5907" y="2"/>
                    <a:pt x="5877" y="0"/>
                    <a:pt x="58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0"/>
            <p:cNvSpPr/>
            <p:nvPr/>
          </p:nvSpPr>
          <p:spPr>
            <a:xfrm>
              <a:off x="4712197" y="4225053"/>
              <a:ext cx="101381" cy="115319"/>
            </a:xfrm>
            <a:custGeom>
              <a:avLst/>
              <a:gdLst/>
              <a:ahLst/>
              <a:cxnLst/>
              <a:rect l="l" t="t" r="r" b="b"/>
              <a:pathLst>
                <a:path w="3637" h="4137" extrusionOk="0">
                  <a:moveTo>
                    <a:pt x="1" y="1"/>
                  </a:moveTo>
                  <a:lnTo>
                    <a:pt x="134" y="4137"/>
                  </a:lnTo>
                  <a:lnTo>
                    <a:pt x="3637" y="4137"/>
                  </a:lnTo>
                  <a:lnTo>
                    <a:pt x="3503" y="1"/>
                  </a:lnTo>
                  <a:close/>
                </a:path>
              </a:pathLst>
            </a:custGeom>
            <a:solidFill>
              <a:srgbClr val="1A2327">
                <a:alpha val="1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0"/>
            <p:cNvSpPr/>
            <p:nvPr/>
          </p:nvSpPr>
          <p:spPr>
            <a:xfrm>
              <a:off x="5165040" y="4185079"/>
              <a:ext cx="127417" cy="125549"/>
            </a:xfrm>
            <a:custGeom>
              <a:avLst/>
              <a:gdLst/>
              <a:ahLst/>
              <a:cxnLst/>
              <a:rect l="l" t="t" r="r" b="b"/>
              <a:pathLst>
                <a:path w="4571" h="4504" extrusionOk="0">
                  <a:moveTo>
                    <a:pt x="3436" y="0"/>
                  </a:moveTo>
                  <a:lnTo>
                    <a:pt x="1" y="467"/>
                  </a:lnTo>
                  <a:lnTo>
                    <a:pt x="1101" y="4503"/>
                  </a:lnTo>
                  <a:lnTo>
                    <a:pt x="4570" y="4070"/>
                  </a:lnTo>
                  <a:lnTo>
                    <a:pt x="3436" y="0"/>
                  </a:lnTo>
                  <a:close/>
                </a:path>
              </a:pathLst>
            </a:custGeom>
            <a:solidFill>
              <a:srgbClr val="1A2327">
                <a:alpha val="1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0"/>
            <p:cNvSpPr/>
            <p:nvPr/>
          </p:nvSpPr>
          <p:spPr>
            <a:xfrm>
              <a:off x="4553192" y="1646784"/>
              <a:ext cx="557918" cy="615341"/>
            </a:xfrm>
            <a:custGeom>
              <a:avLst/>
              <a:gdLst/>
              <a:ahLst/>
              <a:cxnLst/>
              <a:rect l="l" t="t" r="r" b="b"/>
              <a:pathLst>
                <a:path w="20015" h="22075" extrusionOk="0">
                  <a:moveTo>
                    <a:pt x="10779" y="0"/>
                  </a:moveTo>
                  <a:cubicBezTo>
                    <a:pt x="9707" y="0"/>
                    <a:pt x="8640" y="42"/>
                    <a:pt x="7573" y="125"/>
                  </a:cubicBezTo>
                  <a:cubicBezTo>
                    <a:pt x="4804" y="359"/>
                    <a:pt x="1668" y="1026"/>
                    <a:pt x="1668" y="1026"/>
                  </a:cubicBezTo>
                  <a:cubicBezTo>
                    <a:pt x="1668" y="1026"/>
                    <a:pt x="1" y="1593"/>
                    <a:pt x="3336" y="22074"/>
                  </a:cubicBezTo>
                  <a:lnTo>
                    <a:pt x="17513" y="22074"/>
                  </a:lnTo>
                  <a:cubicBezTo>
                    <a:pt x="17280" y="16304"/>
                    <a:pt x="17246" y="12734"/>
                    <a:pt x="20015" y="926"/>
                  </a:cubicBezTo>
                  <a:cubicBezTo>
                    <a:pt x="18013" y="492"/>
                    <a:pt x="16012" y="226"/>
                    <a:pt x="14011" y="125"/>
                  </a:cubicBezTo>
                  <a:cubicBezTo>
                    <a:pt x="12926" y="42"/>
                    <a:pt x="11851" y="0"/>
                    <a:pt x="107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0"/>
            <p:cNvSpPr/>
            <p:nvPr/>
          </p:nvSpPr>
          <p:spPr>
            <a:xfrm>
              <a:off x="4701966" y="1448475"/>
              <a:ext cx="240868" cy="259461"/>
            </a:xfrm>
            <a:custGeom>
              <a:avLst/>
              <a:gdLst/>
              <a:ahLst/>
              <a:cxnLst/>
              <a:rect l="l" t="t" r="r" b="b"/>
              <a:pathLst>
                <a:path w="8641" h="9308" extrusionOk="0">
                  <a:moveTo>
                    <a:pt x="8006" y="1"/>
                  </a:moveTo>
                  <a:lnTo>
                    <a:pt x="4070" y="3370"/>
                  </a:lnTo>
                  <a:cubicBezTo>
                    <a:pt x="4471" y="4971"/>
                    <a:pt x="4537" y="6672"/>
                    <a:pt x="2236" y="7239"/>
                  </a:cubicBezTo>
                  <a:cubicBezTo>
                    <a:pt x="2236" y="7239"/>
                    <a:pt x="1" y="9308"/>
                    <a:pt x="4237" y="9308"/>
                  </a:cubicBezTo>
                  <a:cubicBezTo>
                    <a:pt x="8073" y="9308"/>
                    <a:pt x="8640" y="7239"/>
                    <a:pt x="8640" y="7239"/>
                  </a:cubicBezTo>
                  <a:cubicBezTo>
                    <a:pt x="7206" y="5872"/>
                    <a:pt x="7606" y="2069"/>
                    <a:pt x="8006" y="1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0"/>
            <p:cNvSpPr/>
            <p:nvPr/>
          </p:nvSpPr>
          <p:spPr>
            <a:xfrm>
              <a:off x="4815421" y="1486609"/>
              <a:ext cx="67904" cy="87444"/>
            </a:xfrm>
            <a:custGeom>
              <a:avLst/>
              <a:gdLst/>
              <a:ahLst/>
              <a:cxnLst/>
              <a:rect l="l" t="t" r="r" b="b"/>
              <a:pathLst>
                <a:path w="2436" h="3137" extrusionOk="0">
                  <a:moveTo>
                    <a:pt x="2335" y="1"/>
                  </a:moveTo>
                  <a:lnTo>
                    <a:pt x="0" y="2002"/>
                  </a:lnTo>
                  <a:cubicBezTo>
                    <a:pt x="100" y="2369"/>
                    <a:pt x="167" y="2736"/>
                    <a:pt x="200" y="3136"/>
                  </a:cubicBezTo>
                  <a:cubicBezTo>
                    <a:pt x="1068" y="3003"/>
                    <a:pt x="2269" y="2035"/>
                    <a:pt x="2369" y="1135"/>
                  </a:cubicBezTo>
                  <a:cubicBezTo>
                    <a:pt x="2435" y="734"/>
                    <a:pt x="2402" y="367"/>
                    <a:pt x="2335" y="1"/>
                  </a:cubicBezTo>
                  <a:close/>
                </a:path>
              </a:pathLst>
            </a:custGeom>
            <a:solidFill>
              <a:srgbClr val="1A2327">
                <a:alpha val="1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0"/>
            <p:cNvSpPr/>
            <p:nvPr/>
          </p:nvSpPr>
          <p:spPr>
            <a:xfrm>
              <a:off x="4685241" y="1181368"/>
              <a:ext cx="314681" cy="365330"/>
            </a:xfrm>
            <a:custGeom>
              <a:avLst/>
              <a:gdLst/>
              <a:ahLst/>
              <a:cxnLst/>
              <a:rect l="l" t="t" r="r" b="b"/>
              <a:pathLst>
                <a:path w="11289" h="13106" extrusionOk="0">
                  <a:moveTo>
                    <a:pt x="5946" y="1"/>
                  </a:moveTo>
                  <a:cubicBezTo>
                    <a:pt x="5616" y="1"/>
                    <a:pt x="5278" y="36"/>
                    <a:pt x="4937" y="109"/>
                  </a:cubicBezTo>
                  <a:cubicBezTo>
                    <a:pt x="1368" y="877"/>
                    <a:pt x="0" y="5847"/>
                    <a:pt x="200" y="9049"/>
                  </a:cubicBezTo>
                  <a:cubicBezTo>
                    <a:pt x="340" y="11516"/>
                    <a:pt x="2314" y="13106"/>
                    <a:pt x="4526" y="13106"/>
                  </a:cubicBezTo>
                  <a:cubicBezTo>
                    <a:pt x="5484" y="13106"/>
                    <a:pt x="6488" y="12807"/>
                    <a:pt x="7406" y="12151"/>
                  </a:cubicBezTo>
                  <a:cubicBezTo>
                    <a:pt x="9440" y="10684"/>
                    <a:pt x="9707" y="9249"/>
                    <a:pt x="10508" y="5880"/>
                  </a:cubicBezTo>
                  <a:cubicBezTo>
                    <a:pt x="11288" y="2819"/>
                    <a:pt x="8909" y="1"/>
                    <a:pt x="5946" y="1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0"/>
            <p:cNvSpPr/>
            <p:nvPr/>
          </p:nvSpPr>
          <p:spPr>
            <a:xfrm>
              <a:off x="4909335" y="1135513"/>
              <a:ext cx="177898" cy="172686"/>
            </a:xfrm>
            <a:custGeom>
              <a:avLst/>
              <a:gdLst/>
              <a:ahLst/>
              <a:cxnLst/>
              <a:rect l="l" t="t" r="r" b="b"/>
              <a:pathLst>
                <a:path w="6382" h="6195" extrusionOk="0">
                  <a:moveTo>
                    <a:pt x="1961" y="1"/>
                  </a:moveTo>
                  <a:cubicBezTo>
                    <a:pt x="1428" y="1"/>
                    <a:pt x="991" y="118"/>
                    <a:pt x="768" y="320"/>
                  </a:cubicBezTo>
                  <a:cubicBezTo>
                    <a:pt x="67" y="921"/>
                    <a:pt x="0" y="1421"/>
                    <a:pt x="367" y="2188"/>
                  </a:cubicBezTo>
                  <a:cubicBezTo>
                    <a:pt x="734" y="2955"/>
                    <a:pt x="3002" y="5591"/>
                    <a:pt x="4170" y="6091"/>
                  </a:cubicBezTo>
                  <a:cubicBezTo>
                    <a:pt x="4340" y="6161"/>
                    <a:pt x="4498" y="6194"/>
                    <a:pt x="4645" y="6194"/>
                  </a:cubicBezTo>
                  <a:cubicBezTo>
                    <a:pt x="6027" y="6194"/>
                    <a:pt x="6382" y="3308"/>
                    <a:pt x="5538" y="1921"/>
                  </a:cubicBezTo>
                  <a:cubicBezTo>
                    <a:pt x="4674" y="535"/>
                    <a:pt x="3099" y="1"/>
                    <a:pt x="19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0"/>
            <p:cNvSpPr/>
            <p:nvPr/>
          </p:nvSpPr>
          <p:spPr>
            <a:xfrm>
              <a:off x="4806110" y="1141757"/>
              <a:ext cx="255753" cy="248896"/>
            </a:xfrm>
            <a:custGeom>
              <a:avLst/>
              <a:gdLst/>
              <a:ahLst/>
              <a:cxnLst/>
              <a:rect l="l" t="t" r="r" b="b"/>
              <a:pathLst>
                <a:path w="9175" h="8929" extrusionOk="0">
                  <a:moveTo>
                    <a:pt x="2822" y="0"/>
                  </a:moveTo>
                  <a:cubicBezTo>
                    <a:pt x="2043" y="0"/>
                    <a:pt x="1401" y="173"/>
                    <a:pt x="1068" y="463"/>
                  </a:cubicBezTo>
                  <a:cubicBezTo>
                    <a:pt x="67" y="1397"/>
                    <a:pt x="1" y="2031"/>
                    <a:pt x="534" y="3165"/>
                  </a:cubicBezTo>
                  <a:cubicBezTo>
                    <a:pt x="1035" y="4299"/>
                    <a:pt x="4304" y="8068"/>
                    <a:pt x="5972" y="8769"/>
                  </a:cubicBezTo>
                  <a:cubicBezTo>
                    <a:pt x="6230" y="8878"/>
                    <a:pt x="6470" y="8929"/>
                    <a:pt x="6691" y="8929"/>
                  </a:cubicBezTo>
                  <a:cubicBezTo>
                    <a:pt x="8699" y="8929"/>
                    <a:pt x="9175" y="4781"/>
                    <a:pt x="7973" y="2798"/>
                  </a:cubicBezTo>
                  <a:cubicBezTo>
                    <a:pt x="6707" y="763"/>
                    <a:pt x="4460" y="0"/>
                    <a:pt x="28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0"/>
            <p:cNvSpPr/>
            <p:nvPr/>
          </p:nvSpPr>
          <p:spPr>
            <a:xfrm>
              <a:off x="4568998" y="2262117"/>
              <a:ext cx="366389" cy="2055893"/>
            </a:xfrm>
            <a:custGeom>
              <a:avLst/>
              <a:gdLst/>
              <a:ahLst/>
              <a:cxnLst/>
              <a:rect l="l" t="t" r="r" b="b"/>
              <a:pathLst>
                <a:path w="13144" h="73754" extrusionOk="0">
                  <a:moveTo>
                    <a:pt x="2769" y="0"/>
                  </a:moveTo>
                  <a:cubicBezTo>
                    <a:pt x="2769" y="0"/>
                    <a:pt x="1" y="26853"/>
                    <a:pt x="234" y="37494"/>
                  </a:cubicBezTo>
                  <a:cubicBezTo>
                    <a:pt x="468" y="48535"/>
                    <a:pt x="4537" y="73753"/>
                    <a:pt x="4537" y="73753"/>
                  </a:cubicBezTo>
                  <a:lnTo>
                    <a:pt x="9241" y="73753"/>
                  </a:lnTo>
                  <a:cubicBezTo>
                    <a:pt x="9241" y="73753"/>
                    <a:pt x="8507" y="49169"/>
                    <a:pt x="8907" y="38328"/>
                  </a:cubicBezTo>
                  <a:cubicBezTo>
                    <a:pt x="9407" y="26486"/>
                    <a:pt x="13143" y="0"/>
                    <a:pt x="13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0"/>
            <p:cNvSpPr/>
            <p:nvPr/>
          </p:nvSpPr>
          <p:spPr>
            <a:xfrm>
              <a:off x="4672223" y="4267814"/>
              <a:ext cx="172964" cy="54914"/>
            </a:xfrm>
            <a:custGeom>
              <a:avLst/>
              <a:gdLst/>
              <a:ahLst/>
              <a:cxnLst/>
              <a:rect l="l" t="t" r="r" b="b"/>
              <a:pathLst>
                <a:path w="6205" h="1970" extrusionOk="0">
                  <a:moveTo>
                    <a:pt x="6205" y="1"/>
                  </a:moveTo>
                  <a:lnTo>
                    <a:pt x="0" y="201"/>
                  </a:lnTo>
                  <a:lnTo>
                    <a:pt x="434" y="1969"/>
                  </a:lnTo>
                  <a:lnTo>
                    <a:pt x="5938" y="1969"/>
                  </a:lnTo>
                  <a:lnTo>
                    <a:pt x="62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30"/>
            <p:cNvSpPr/>
            <p:nvPr/>
          </p:nvSpPr>
          <p:spPr>
            <a:xfrm>
              <a:off x="4718719" y="2401830"/>
              <a:ext cx="182275" cy="729712"/>
            </a:xfrm>
            <a:custGeom>
              <a:avLst/>
              <a:gdLst/>
              <a:ahLst/>
              <a:cxnLst/>
              <a:rect l="l" t="t" r="r" b="b"/>
              <a:pathLst>
                <a:path w="6539" h="26178" extrusionOk="0">
                  <a:moveTo>
                    <a:pt x="4977" y="1"/>
                  </a:moveTo>
                  <a:cubicBezTo>
                    <a:pt x="4564" y="1"/>
                    <a:pt x="4076" y="501"/>
                    <a:pt x="3503" y="1660"/>
                  </a:cubicBezTo>
                  <a:cubicBezTo>
                    <a:pt x="0" y="8665"/>
                    <a:pt x="2802" y="21407"/>
                    <a:pt x="4036" y="26177"/>
                  </a:cubicBezTo>
                  <a:cubicBezTo>
                    <a:pt x="4637" y="19039"/>
                    <a:pt x="5704" y="10333"/>
                    <a:pt x="6538" y="3895"/>
                  </a:cubicBezTo>
                  <a:cubicBezTo>
                    <a:pt x="6217" y="1604"/>
                    <a:pt x="5717" y="1"/>
                    <a:pt x="497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30"/>
            <p:cNvSpPr/>
            <p:nvPr/>
          </p:nvSpPr>
          <p:spPr>
            <a:xfrm>
              <a:off x="4750331" y="2261197"/>
              <a:ext cx="550475" cy="2030777"/>
            </a:xfrm>
            <a:custGeom>
              <a:avLst/>
              <a:gdLst/>
              <a:ahLst/>
              <a:cxnLst/>
              <a:rect l="l" t="t" r="r" b="b"/>
              <a:pathLst>
                <a:path w="19748" h="72853" extrusionOk="0">
                  <a:moveTo>
                    <a:pt x="10408" y="0"/>
                  </a:moveTo>
                  <a:lnTo>
                    <a:pt x="0" y="33"/>
                  </a:lnTo>
                  <a:cubicBezTo>
                    <a:pt x="0" y="33"/>
                    <a:pt x="3203" y="27953"/>
                    <a:pt x="5638" y="36893"/>
                  </a:cubicBezTo>
                  <a:cubicBezTo>
                    <a:pt x="8506" y="47534"/>
                    <a:pt x="15044" y="72852"/>
                    <a:pt x="15044" y="72852"/>
                  </a:cubicBezTo>
                  <a:lnTo>
                    <a:pt x="19748" y="72218"/>
                  </a:lnTo>
                  <a:cubicBezTo>
                    <a:pt x="19748" y="72218"/>
                    <a:pt x="15545" y="44098"/>
                    <a:pt x="14177" y="38227"/>
                  </a:cubicBezTo>
                  <a:cubicBezTo>
                    <a:pt x="11208" y="25719"/>
                    <a:pt x="14177" y="7839"/>
                    <a:pt x="104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30"/>
            <p:cNvSpPr/>
            <p:nvPr/>
          </p:nvSpPr>
          <p:spPr>
            <a:xfrm>
              <a:off x="5129694" y="4217610"/>
              <a:ext cx="190665" cy="82789"/>
            </a:xfrm>
            <a:custGeom>
              <a:avLst/>
              <a:gdLst/>
              <a:ahLst/>
              <a:cxnLst/>
              <a:rect l="l" t="t" r="r" b="b"/>
              <a:pathLst>
                <a:path w="6840" h="2970" extrusionOk="0">
                  <a:moveTo>
                    <a:pt x="6839" y="1"/>
                  </a:moveTo>
                  <a:lnTo>
                    <a:pt x="1" y="1235"/>
                  </a:lnTo>
                  <a:lnTo>
                    <a:pt x="868" y="2969"/>
                  </a:lnTo>
                  <a:lnTo>
                    <a:pt x="6739" y="2202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30"/>
            <p:cNvSpPr/>
            <p:nvPr/>
          </p:nvSpPr>
          <p:spPr>
            <a:xfrm>
              <a:off x="4809846" y="1331229"/>
              <a:ext cx="21408" cy="28126"/>
            </a:xfrm>
            <a:custGeom>
              <a:avLst/>
              <a:gdLst/>
              <a:ahLst/>
              <a:cxnLst/>
              <a:rect l="l" t="t" r="r" b="b"/>
              <a:pathLst>
                <a:path w="768" h="1009" extrusionOk="0">
                  <a:moveTo>
                    <a:pt x="430" y="0"/>
                  </a:moveTo>
                  <a:cubicBezTo>
                    <a:pt x="272" y="0"/>
                    <a:pt x="98" y="190"/>
                    <a:pt x="67" y="438"/>
                  </a:cubicBezTo>
                  <a:cubicBezTo>
                    <a:pt x="0" y="704"/>
                    <a:pt x="134" y="971"/>
                    <a:pt x="300" y="1005"/>
                  </a:cubicBezTo>
                  <a:cubicBezTo>
                    <a:pt x="315" y="1007"/>
                    <a:pt x="329" y="1008"/>
                    <a:pt x="344" y="1008"/>
                  </a:cubicBezTo>
                  <a:cubicBezTo>
                    <a:pt x="524" y="1008"/>
                    <a:pt x="672" y="816"/>
                    <a:pt x="734" y="538"/>
                  </a:cubicBezTo>
                  <a:cubicBezTo>
                    <a:pt x="767" y="271"/>
                    <a:pt x="667" y="4"/>
                    <a:pt x="467" y="4"/>
                  </a:cubicBezTo>
                  <a:cubicBezTo>
                    <a:pt x="455" y="1"/>
                    <a:pt x="442" y="0"/>
                    <a:pt x="4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30"/>
            <p:cNvSpPr/>
            <p:nvPr/>
          </p:nvSpPr>
          <p:spPr>
            <a:xfrm>
              <a:off x="4723347" y="1315424"/>
              <a:ext cx="20488" cy="28126"/>
            </a:xfrm>
            <a:custGeom>
              <a:avLst/>
              <a:gdLst/>
              <a:ahLst/>
              <a:cxnLst/>
              <a:rect l="l" t="t" r="r" b="b"/>
              <a:pathLst>
                <a:path w="735" h="1009" extrusionOk="0">
                  <a:moveTo>
                    <a:pt x="424" y="0"/>
                  </a:moveTo>
                  <a:cubicBezTo>
                    <a:pt x="239" y="0"/>
                    <a:pt x="65" y="190"/>
                    <a:pt x="34" y="437"/>
                  </a:cubicBezTo>
                  <a:cubicBezTo>
                    <a:pt x="1" y="738"/>
                    <a:pt x="101" y="971"/>
                    <a:pt x="268" y="1005"/>
                  </a:cubicBezTo>
                  <a:cubicBezTo>
                    <a:pt x="282" y="1007"/>
                    <a:pt x="297" y="1008"/>
                    <a:pt x="311" y="1008"/>
                  </a:cubicBezTo>
                  <a:cubicBezTo>
                    <a:pt x="492" y="1008"/>
                    <a:pt x="640" y="818"/>
                    <a:pt x="701" y="571"/>
                  </a:cubicBezTo>
                  <a:cubicBezTo>
                    <a:pt x="735" y="271"/>
                    <a:pt x="635" y="37"/>
                    <a:pt x="468" y="4"/>
                  </a:cubicBezTo>
                  <a:cubicBezTo>
                    <a:pt x="453" y="1"/>
                    <a:pt x="439" y="0"/>
                    <a:pt x="4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30"/>
            <p:cNvSpPr/>
            <p:nvPr/>
          </p:nvSpPr>
          <p:spPr>
            <a:xfrm>
              <a:off x="4720559" y="1308064"/>
              <a:ext cx="17701" cy="10397"/>
            </a:xfrm>
            <a:custGeom>
              <a:avLst/>
              <a:gdLst/>
              <a:ahLst/>
              <a:cxnLst/>
              <a:rect l="l" t="t" r="r" b="b"/>
              <a:pathLst>
                <a:path w="635" h="373" extrusionOk="0">
                  <a:moveTo>
                    <a:pt x="1" y="1"/>
                  </a:moveTo>
                  <a:cubicBezTo>
                    <a:pt x="1" y="1"/>
                    <a:pt x="176" y="373"/>
                    <a:pt x="437" y="373"/>
                  </a:cubicBezTo>
                  <a:cubicBezTo>
                    <a:pt x="498" y="373"/>
                    <a:pt x="565" y="352"/>
                    <a:pt x="635" y="30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30"/>
            <p:cNvSpPr/>
            <p:nvPr/>
          </p:nvSpPr>
          <p:spPr>
            <a:xfrm>
              <a:off x="4727082" y="1348066"/>
              <a:ext cx="36293" cy="55025"/>
            </a:xfrm>
            <a:custGeom>
              <a:avLst/>
              <a:gdLst/>
              <a:ahLst/>
              <a:cxnLst/>
              <a:rect l="l" t="t" r="r" b="b"/>
              <a:pathLst>
                <a:path w="1302" h="1974" extrusionOk="0">
                  <a:moveTo>
                    <a:pt x="1301" y="0"/>
                  </a:moveTo>
                  <a:cubicBezTo>
                    <a:pt x="934" y="601"/>
                    <a:pt x="501" y="1134"/>
                    <a:pt x="0" y="1601"/>
                  </a:cubicBezTo>
                  <a:cubicBezTo>
                    <a:pt x="240" y="1841"/>
                    <a:pt x="534" y="1973"/>
                    <a:pt x="858" y="1973"/>
                  </a:cubicBezTo>
                  <a:cubicBezTo>
                    <a:pt x="894" y="1973"/>
                    <a:pt x="931" y="1972"/>
                    <a:pt x="968" y="1968"/>
                  </a:cubicBezTo>
                  <a:lnTo>
                    <a:pt x="1301" y="0"/>
                  </a:lnTo>
                  <a:close/>
                </a:path>
              </a:pathLst>
            </a:custGeom>
            <a:solidFill>
              <a:srgbClr val="ED84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30"/>
            <p:cNvSpPr/>
            <p:nvPr/>
          </p:nvSpPr>
          <p:spPr>
            <a:xfrm>
              <a:off x="4773579" y="1418035"/>
              <a:ext cx="61381" cy="21185"/>
            </a:xfrm>
            <a:custGeom>
              <a:avLst/>
              <a:gdLst/>
              <a:ahLst/>
              <a:cxnLst/>
              <a:rect l="l" t="t" r="r" b="b"/>
              <a:pathLst>
                <a:path w="2202" h="760" extrusionOk="0">
                  <a:moveTo>
                    <a:pt x="2102" y="0"/>
                  </a:moveTo>
                  <a:cubicBezTo>
                    <a:pt x="2077" y="0"/>
                    <a:pt x="2052" y="9"/>
                    <a:pt x="2035" y="25"/>
                  </a:cubicBezTo>
                  <a:cubicBezTo>
                    <a:pt x="1637" y="397"/>
                    <a:pt x="1091" y="600"/>
                    <a:pt x="531" y="600"/>
                  </a:cubicBezTo>
                  <a:cubicBezTo>
                    <a:pt x="388" y="600"/>
                    <a:pt x="243" y="586"/>
                    <a:pt x="100" y="559"/>
                  </a:cubicBezTo>
                  <a:cubicBezTo>
                    <a:pt x="67" y="559"/>
                    <a:pt x="34" y="593"/>
                    <a:pt x="0" y="626"/>
                  </a:cubicBezTo>
                  <a:cubicBezTo>
                    <a:pt x="0" y="659"/>
                    <a:pt x="34" y="726"/>
                    <a:pt x="67" y="726"/>
                  </a:cubicBezTo>
                  <a:cubicBezTo>
                    <a:pt x="234" y="759"/>
                    <a:pt x="400" y="759"/>
                    <a:pt x="534" y="759"/>
                  </a:cubicBezTo>
                  <a:cubicBezTo>
                    <a:pt x="1134" y="759"/>
                    <a:pt x="1735" y="526"/>
                    <a:pt x="2168" y="126"/>
                  </a:cubicBezTo>
                  <a:cubicBezTo>
                    <a:pt x="2202" y="92"/>
                    <a:pt x="2202" y="59"/>
                    <a:pt x="2168" y="25"/>
                  </a:cubicBezTo>
                  <a:cubicBezTo>
                    <a:pt x="2152" y="9"/>
                    <a:pt x="2127" y="0"/>
                    <a:pt x="21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0"/>
            <p:cNvSpPr/>
            <p:nvPr/>
          </p:nvSpPr>
          <p:spPr>
            <a:xfrm>
              <a:off x="4921210" y="1361670"/>
              <a:ext cx="89507" cy="83095"/>
            </a:xfrm>
            <a:custGeom>
              <a:avLst/>
              <a:gdLst/>
              <a:ahLst/>
              <a:cxnLst/>
              <a:rect l="l" t="t" r="r" b="b"/>
              <a:pathLst>
                <a:path w="3211" h="2981" extrusionOk="0">
                  <a:moveTo>
                    <a:pt x="1853" y="0"/>
                  </a:moveTo>
                  <a:cubicBezTo>
                    <a:pt x="1085" y="0"/>
                    <a:pt x="427" y="893"/>
                    <a:pt x="208" y="1580"/>
                  </a:cubicBezTo>
                  <a:cubicBezTo>
                    <a:pt x="0" y="2294"/>
                    <a:pt x="269" y="2980"/>
                    <a:pt x="943" y="2980"/>
                  </a:cubicBezTo>
                  <a:cubicBezTo>
                    <a:pt x="1025" y="2980"/>
                    <a:pt x="1114" y="2970"/>
                    <a:pt x="1209" y="2948"/>
                  </a:cubicBezTo>
                  <a:cubicBezTo>
                    <a:pt x="1843" y="2748"/>
                    <a:pt x="2410" y="2348"/>
                    <a:pt x="2743" y="1781"/>
                  </a:cubicBezTo>
                  <a:cubicBezTo>
                    <a:pt x="3210" y="1080"/>
                    <a:pt x="2810" y="146"/>
                    <a:pt x="2009" y="13"/>
                  </a:cubicBezTo>
                  <a:cubicBezTo>
                    <a:pt x="1957" y="4"/>
                    <a:pt x="1905" y="0"/>
                    <a:pt x="1853" y="0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30"/>
            <p:cNvSpPr/>
            <p:nvPr/>
          </p:nvSpPr>
          <p:spPr>
            <a:xfrm>
              <a:off x="4827491" y="1288300"/>
              <a:ext cx="40029" cy="31889"/>
            </a:xfrm>
            <a:custGeom>
              <a:avLst/>
              <a:gdLst/>
              <a:ahLst/>
              <a:cxnLst/>
              <a:rect l="l" t="t" r="r" b="b"/>
              <a:pathLst>
                <a:path w="1436" h="1144" extrusionOk="0">
                  <a:moveTo>
                    <a:pt x="151" y="1"/>
                  </a:moveTo>
                  <a:cubicBezTo>
                    <a:pt x="79" y="1"/>
                    <a:pt x="34" y="61"/>
                    <a:pt x="34" y="143"/>
                  </a:cubicBezTo>
                  <a:cubicBezTo>
                    <a:pt x="1" y="243"/>
                    <a:pt x="68" y="310"/>
                    <a:pt x="168" y="310"/>
                  </a:cubicBezTo>
                  <a:cubicBezTo>
                    <a:pt x="568" y="410"/>
                    <a:pt x="935" y="677"/>
                    <a:pt x="1102" y="1044"/>
                  </a:cubicBezTo>
                  <a:cubicBezTo>
                    <a:pt x="1135" y="1110"/>
                    <a:pt x="1168" y="1110"/>
                    <a:pt x="1202" y="1144"/>
                  </a:cubicBezTo>
                  <a:lnTo>
                    <a:pt x="1335" y="1144"/>
                  </a:lnTo>
                  <a:cubicBezTo>
                    <a:pt x="1402" y="1077"/>
                    <a:pt x="1435" y="977"/>
                    <a:pt x="1402" y="910"/>
                  </a:cubicBezTo>
                  <a:cubicBezTo>
                    <a:pt x="1168" y="410"/>
                    <a:pt x="735" y="76"/>
                    <a:pt x="201" y="9"/>
                  </a:cubicBezTo>
                  <a:cubicBezTo>
                    <a:pt x="183" y="4"/>
                    <a:pt x="167" y="1"/>
                    <a:pt x="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0"/>
            <p:cNvSpPr/>
            <p:nvPr/>
          </p:nvSpPr>
          <p:spPr>
            <a:xfrm>
              <a:off x="4705701" y="1261233"/>
              <a:ext cx="45576" cy="22690"/>
            </a:xfrm>
            <a:custGeom>
              <a:avLst/>
              <a:gdLst/>
              <a:ahLst/>
              <a:cxnLst/>
              <a:rect l="l" t="t" r="r" b="b"/>
              <a:pathLst>
                <a:path w="1635" h="814" extrusionOk="0">
                  <a:moveTo>
                    <a:pt x="1298" y="0"/>
                  </a:moveTo>
                  <a:cubicBezTo>
                    <a:pt x="835" y="0"/>
                    <a:pt x="387" y="197"/>
                    <a:pt x="67" y="547"/>
                  </a:cubicBezTo>
                  <a:cubicBezTo>
                    <a:pt x="0" y="614"/>
                    <a:pt x="0" y="714"/>
                    <a:pt x="67" y="780"/>
                  </a:cubicBezTo>
                  <a:cubicBezTo>
                    <a:pt x="100" y="814"/>
                    <a:pt x="134" y="814"/>
                    <a:pt x="200" y="814"/>
                  </a:cubicBezTo>
                  <a:cubicBezTo>
                    <a:pt x="234" y="814"/>
                    <a:pt x="267" y="780"/>
                    <a:pt x="300" y="747"/>
                  </a:cubicBezTo>
                  <a:cubicBezTo>
                    <a:pt x="556" y="491"/>
                    <a:pt x="885" y="332"/>
                    <a:pt x="1245" y="332"/>
                  </a:cubicBezTo>
                  <a:cubicBezTo>
                    <a:pt x="1307" y="332"/>
                    <a:pt x="1371" y="337"/>
                    <a:pt x="1434" y="347"/>
                  </a:cubicBezTo>
                  <a:cubicBezTo>
                    <a:pt x="1501" y="347"/>
                    <a:pt x="1601" y="313"/>
                    <a:pt x="1635" y="213"/>
                  </a:cubicBezTo>
                  <a:cubicBezTo>
                    <a:pt x="1635" y="113"/>
                    <a:pt x="1568" y="46"/>
                    <a:pt x="1501" y="13"/>
                  </a:cubicBezTo>
                  <a:cubicBezTo>
                    <a:pt x="1433" y="5"/>
                    <a:pt x="1366" y="0"/>
                    <a:pt x="12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30"/>
            <p:cNvSpPr/>
            <p:nvPr/>
          </p:nvSpPr>
          <p:spPr>
            <a:xfrm>
              <a:off x="5157597" y="4404072"/>
              <a:ext cx="52098" cy="23108"/>
            </a:xfrm>
            <a:custGeom>
              <a:avLst/>
              <a:gdLst/>
              <a:ahLst/>
              <a:cxnLst/>
              <a:rect l="l" t="t" r="r" b="b"/>
              <a:pathLst>
                <a:path w="1869" h="829" extrusionOk="0">
                  <a:moveTo>
                    <a:pt x="550" y="154"/>
                  </a:moveTo>
                  <a:cubicBezTo>
                    <a:pt x="842" y="154"/>
                    <a:pt x="1257" y="228"/>
                    <a:pt x="1568" y="317"/>
                  </a:cubicBezTo>
                  <a:lnTo>
                    <a:pt x="1568" y="350"/>
                  </a:lnTo>
                  <a:cubicBezTo>
                    <a:pt x="1171" y="549"/>
                    <a:pt x="811" y="655"/>
                    <a:pt x="570" y="655"/>
                  </a:cubicBezTo>
                  <a:cubicBezTo>
                    <a:pt x="487" y="655"/>
                    <a:pt x="419" y="642"/>
                    <a:pt x="368" y="617"/>
                  </a:cubicBezTo>
                  <a:cubicBezTo>
                    <a:pt x="268" y="550"/>
                    <a:pt x="201" y="450"/>
                    <a:pt x="201" y="350"/>
                  </a:cubicBezTo>
                  <a:cubicBezTo>
                    <a:pt x="201" y="317"/>
                    <a:pt x="201" y="250"/>
                    <a:pt x="234" y="217"/>
                  </a:cubicBezTo>
                  <a:cubicBezTo>
                    <a:pt x="290" y="172"/>
                    <a:pt x="405" y="154"/>
                    <a:pt x="550" y="154"/>
                  </a:cubicBezTo>
                  <a:close/>
                  <a:moveTo>
                    <a:pt x="582" y="0"/>
                  </a:moveTo>
                  <a:cubicBezTo>
                    <a:pt x="393" y="0"/>
                    <a:pt x="229" y="32"/>
                    <a:pt x="134" y="117"/>
                  </a:cubicBezTo>
                  <a:cubicBezTo>
                    <a:pt x="67" y="183"/>
                    <a:pt x="1" y="283"/>
                    <a:pt x="34" y="383"/>
                  </a:cubicBezTo>
                  <a:cubicBezTo>
                    <a:pt x="34" y="517"/>
                    <a:pt x="134" y="650"/>
                    <a:pt x="234" y="750"/>
                  </a:cubicBezTo>
                  <a:lnTo>
                    <a:pt x="268" y="784"/>
                  </a:lnTo>
                  <a:cubicBezTo>
                    <a:pt x="343" y="815"/>
                    <a:pt x="430" y="829"/>
                    <a:pt x="524" y="829"/>
                  </a:cubicBezTo>
                  <a:cubicBezTo>
                    <a:pt x="932" y="829"/>
                    <a:pt x="1477" y="573"/>
                    <a:pt x="1802" y="383"/>
                  </a:cubicBezTo>
                  <a:cubicBezTo>
                    <a:pt x="1835" y="350"/>
                    <a:pt x="1869" y="350"/>
                    <a:pt x="1869" y="317"/>
                  </a:cubicBezTo>
                  <a:cubicBezTo>
                    <a:pt x="1869" y="283"/>
                    <a:pt x="1835" y="250"/>
                    <a:pt x="1802" y="250"/>
                  </a:cubicBezTo>
                  <a:cubicBezTo>
                    <a:pt x="1706" y="202"/>
                    <a:pt x="1062" y="0"/>
                    <a:pt x="5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0"/>
            <p:cNvSpPr/>
            <p:nvPr/>
          </p:nvSpPr>
          <p:spPr>
            <a:xfrm>
              <a:off x="5172483" y="4376865"/>
              <a:ext cx="37213" cy="37910"/>
            </a:xfrm>
            <a:custGeom>
              <a:avLst/>
              <a:gdLst/>
              <a:ahLst/>
              <a:cxnLst/>
              <a:rect l="l" t="t" r="r" b="b"/>
              <a:pathLst>
                <a:path w="1335" h="1360" extrusionOk="0">
                  <a:moveTo>
                    <a:pt x="397" y="167"/>
                  </a:moveTo>
                  <a:cubicBezTo>
                    <a:pt x="434" y="167"/>
                    <a:pt x="467" y="175"/>
                    <a:pt x="501" y="192"/>
                  </a:cubicBezTo>
                  <a:cubicBezTo>
                    <a:pt x="534" y="192"/>
                    <a:pt x="534" y="192"/>
                    <a:pt x="567" y="225"/>
                  </a:cubicBezTo>
                  <a:cubicBezTo>
                    <a:pt x="834" y="459"/>
                    <a:pt x="1034" y="792"/>
                    <a:pt x="1135" y="1159"/>
                  </a:cubicBezTo>
                  <a:cubicBezTo>
                    <a:pt x="734" y="992"/>
                    <a:pt x="201" y="559"/>
                    <a:pt x="167" y="325"/>
                  </a:cubicBezTo>
                  <a:cubicBezTo>
                    <a:pt x="167" y="292"/>
                    <a:pt x="167" y="225"/>
                    <a:pt x="267" y="192"/>
                  </a:cubicBezTo>
                  <a:cubicBezTo>
                    <a:pt x="317" y="175"/>
                    <a:pt x="359" y="167"/>
                    <a:pt x="397" y="167"/>
                  </a:cubicBezTo>
                  <a:close/>
                  <a:moveTo>
                    <a:pt x="397" y="0"/>
                  </a:moveTo>
                  <a:cubicBezTo>
                    <a:pt x="334" y="0"/>
                    <a:pt x="267" y="8"/>
                    <a:pt x="201" y="25"/>
                  </a:cubicBezTo>
                  <a:cubicBezTo>
                    <a:pt x="67" y="58"/>
                    <a:pt x="0" y="192"/>
                    <a:pt x="0" y="325"/>
                  </a:cubicBezTo>
                  <a:cubicBezTo>
                    <a:pt x="34" y="592"/>
                    <a:pt x="367" y="892"/>
                    <a:pt x="701" y="1126"/>
                  </a:cubicBezTo>
                  <a:cubicBezTo>
                    <a:pt x="868" y="1226"/>
                    <a:pt x="1068" y="1293"/>
                    <a:pt x="1268" y="1359"/>
                  </a:cubicBezTo>
                  <a:cubicBezTo>
                    <a:pt x="1268" y="1359"/>
                    <a:pt x="1301" y="1359"/>
                    <a:pt x="1335" y="1326"/>
                  </a:cubicBezTo>
                  <a:cubicBezTo>
                    <a:pt x="1335" y="1326"/>
                    <a:pt x="1335" y="1293"/>
                    <a:pt x="1335" y="1259"/>
                  </a:cubicBezTo>
                  <a:cubicBezTo>
                    <a:pt x="1335" y="1226"/>
                    <a:pt x="1034" y="259"/>
                    <a:pt x="567" y="25"/>
                  </a:cubicBezTo>
                  <a:cubicBezTo>
                    <a:pt x="517" y="8"/>
                    <a:pt x="459" y="0"/>
                    <a:pt x="3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0"/>
            <p:cNvSpPr/>
            <p:nvPr/>
          </p:nvSpPr>
          <p:spPr>
            <a:xfrm>
              <a:off x="4651762" y="4430219"/>
              <a:ext cx="60461" cy="25478"/>
            </a:xfrm>
            <a:custGeom>
              <a:avLst/>
              <a:gdLst/>
              <a:ahLst/>
              <a:cxnLst/>
              <a:rect l="l" t="t" r="r" b="b"/>
              <a:pathLst>
                <a:path w="2169" h="914" extrusionOk="0">
                  <a:moveTo>
                    <a:pt x="367" y="179"/>
                  </a:moveTo>
                  <a:cubicBezTo>
                    <a:pt x="868" y="246"/>
                    <a:pt x="1368" y="413"/>
                    <a:pt x="1835" y="680"/>
                  </a:cubicBezTo>
                  <a:cubicBezTo>
                    <a:pt x="1547" y="717"/>
                    <a:pt x="1283" y="736"/>
                    <a:pt x="1055" y="736"/>
                  </a:cubicBezTo>
                  <a:cubicBezTo>
                    <a:pt x="674" y="736"/>
                    <a:pt x="392" y="684"/>
                    <a:pt x="267" y="580"/>
                  </a:cubicBezTo>
                  <a:cubicBezTo>
                    <a:pt x="201" y="513"/>
                    <a:pt x="167" y="413"/>
                    <a:pt x="167" y="313"/>
                  </a:cubicBezTo>
                  <a:cubicBezTo>
                    <a:pt x="167" y="279"/>
                    <a:pt x="201" y="246"/>
                    <a:pt x="234" y="213"/>
                  </a:cubicBezTo>
                  <a:cubicBezTo>
                    <a:pt x="267" y="179"/>
                    <a:pt x="334" y="179"/>
                    <a:pt x="367" y="179"/>
                  </a:cubicBezTo>
                  <a:close/>
                  <a:moveTo>
                    <a:pt x="381" y="0"/>
                  </a:moveTo>
                  <a:cubicBezTo>
                    <a:pt x="295" y="0"/>
                    <a:pt x="222" y="14"/>
                    <a:pt x="167" y="46"/>
                  </a:cubicBezTo>
                  <a:cubicBezTo>
                    <a:pt x="67" y="113"/>
                    <a:pt x="34" y="179"/>
                    <a:pt x="34" y="279"/>
                  </a:cubicBezTo>
                  <a:cubicBezTo>
                    <a:pt x="0" y="446"/>
                    <a:pt x="67" y="580"/>
                    <a:pt x="167" y="680"/>
                  </a:cubicBezTo>
                  <a:cubicBezTo>
                    <a:pt x="401" y="846"/>
                    <a:pt x="701" y="913"/>
                    <a:pt x="1001" y="913"/>
                  </a:cubicBezTo>
                  <a:cubicBezTo>
                    <a:pt x="1368" y="880"/>
                    <a:pt x="1735" y="846"/>
                    <a:pt x="2102" y="780"/>
                  </a:cubicBezTo>
                  <a:cubicBezTo>
                    <a:pt x="2135" y="746"/>
                    <a:pt x="2169" y="746"/>
                    <a:pt x="2169" y="713"/>
                  </a:cubicBezTo>
                  <a:cubicBezTo>
                    <a:pt x="2169" y="680"/>
                    <a:pt x="2169" y="613"/>
                    <a:pt x="2135" y="613"/>
                  </a:cubicBezTo>
                  <a:cubicBezTo>
                    <a:pt x="1991" y="555"/>
                    <a:pt x="927" y="0"/>
                    <a:pt x="3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30"/>
            <p:cNvSpPr/>
            <p:nvPr/>
          </p:nvSpPr>
          <p:spPr>
            <a:xfrm>
              <a:off x="4673142" y="4408225"/>
              <a:ext cx="38161" cy="43736"/>
            </a:xfrm>
            <a:custGeom>
              <a:avLst/>
              <a:gdLst/>
              <a:ahLst/>
              <a:cxnLst/>
              <a:rect l="l" t="t" r="r" b="b"/>
              <a:pathLst>
                <a:path w="1369" h="1569" extrusionOk="0">
                  <a:moveTo>
                    <a:pt x="468" y="168"/>
                  </a:moveTo>
                  <a:cubicBezTo>
                    <a:pt x="568" y="168"/>
                    <a:pt x="668" y="201"/>
                    <a:pt x="734" y="268"/>
                  </a:cubicBezTo>
                  <a:cubicBezTo>
                    <a:pt x="1001" y="568"/>
                    <a:pt x="1168" y="935"/>
                    <a:pt x="1201" y="1335"/>
                  </a:cubicBezTo>
                  <a:cubicBezTo>
                    <a:pt x="768" y="1102"/>
                    <a:pt x="201" y="501"/>
                    <a:pt x="267" y="268"/>
                  </a:cubicBezTo>
                  <a:cubicBezTo>
                    <a:pt x="267" y="234"/>
                    <a:pt x="267" y="168"/>
                    <a:pt x="401" y="168"/>
                  </a:cubicBezTo>
                  <a:close/>
                  <a:moveTo>
                    <a:pt x="401" y="1"/>
                  </a:moveTo>
                  <a:cubicBezTo>
                    <a:pt x="167" y="34"/>
                    <a:pt x="101" y="134"/>
                    <a:pt x="101" y="234"/>
                  </a:cubicBezTo>
                  <a:cubicBezTo>
                    <a:pt x="1" y="635"/>
                    <a:pt x="835" y="1402"/>
                    <a:pt x="1268" y="1569"/>
                  </a:cubicBezTo>
                  <a:lnTo>
                    <a:pt x="1335" y="1569"/>
                  </a:lnTo>
                  <a:cubicBezTo>
                    <a:pt x="1368" y="1535"/>
                    <a:pt x="1368" y="1502"/>
                    <a:pt x="1368" y="1502"/>
                  </a:cubicBezTo>
                  <a:cubicBezTo>
                    <a:pt x="1368" y="1435"/>
                    <a:pt x="1302" y="501"/>
                    <a:pt x="868" y="134"/>
                  </a:cubicBezTo>
                  <a:cubicBezTo>
                    <a:pt x="734" y="34"/>
                    <a:pt x="568" y="1"/>
                    <a:pt x="4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30"/>
            <p:cNvSpPr/>
            <p:nvPr/>
          </p:nvSpPr>
          <p:spPr>
            <a:xfrm>
              <a:off x="4634088" y="2235161"/>
              <a:ext cx="424035" cy="43708"/>
            </a:xfrm>
            <a:custGeom>
              <a:avLst/>
              <a:gdLst/>
              <a:ahLst/>
              <a:cxnLst/>
              <a:rect l="l" t="t" r="r" b="b"/>
              <a:pathLst>
                <a:path w="15212" h="1568" extrusionOk="0">
                  <a:moveTo>
                    <a:pt x="234" y="0"/>
                  </a:moveTo>
                  <a:cubicBezTo>
                    <a:pt x="101" y="0"/>
                    <a:pt x="1" y="100"/>
                    <a:pt x="1" y="167"/>
                  </a:cubicBezTo>
                  <a:lnTo>
                    <a:pt x="101" y="1434"/>
                  </a:lnTo>
                  <a:cubicBezTo>
                    <a:pt x="134" y="1501"/>
                    <a:pt x="234" y="1568"/>
                    <a:pt x="368" y="1568"/>
                  </a:cubicBezTo>
                  <a:lnTo>
                    <a:pt x="14945" y="1568"/>
                  </a:lnTo>
                  <a:cubicBezTo>
                    <a:pt x="15078" y="1568"/>
                    <a:pt x="15211" y="1468"/>
                    <a:pt x="15178" y="1368"/>
                  </a:cubicBezTo>
                  <a:lnTo>
                    <a:pt x="14811" y="134"/>
                  </a:lnTo>
                  <a:cubicBezTo>
                    <a:pt x="14744" y="33"/>
                    <a:pt x="14644" y="0"/>
                    <a:pt x="145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30"/>
            <p:cNvSpPr/>
            <p:nvPr/>
          </p:nvSpPr>
          <p:spPr>
            <a:xfrm>
              <a:off x="4984655" y="2231425"/>
              <a:ext cx="23276" cy="52098"/>
            </a:xfrm>
            <a:custGeom>
              <a:avLst/>
              <a:gdLst/>
              <a:ahLst/>
              <a:cxnLst/>
              <a:rect l="l" t="t" r="r" b="b"/>
              <a:pathLst>
                <a:path w="835" h="1869" extrusionOk="0">
                  <a:moveTo>
                    <a:pt x="134" y="1"/>
                  </a:moveTo>
                  <a:cubicBezTo>
                    <a:pt x="34" y="1"/>
                    <a:pt x="0" y="67"/>
                    <a:pt x="0" y="101"/>
                  </a:cubicBezTo>
                  <a:lnTo>
                    <a:pt x="167" y="1769"/>
                  </a:lnTo>
                  <a:cubicBezTo>
                    <a:pt x="167" y="1835"/>
                    <a:pt x="234" y="1869"/>
                    <a:pt x="334" y="1869"/>
                  </a:cubicBezTo>
                  <a:lnTo>
                    <a:pt x="701" y="1869"/>
                  </a:lnTo>
                  <a:cubicBezTo>
                    <a:pt x="767" y="1869"/>
                    <a:pt x="834" y="1835"/>
                    <a:pt x="834" y="1769"/>
                  </a:cubicBezTo>
                  <a:lnTo>
                    <a:pt x="667" y="101"/>
                  </a:lnTo>
                  <a:cubicBezTo>
                    <a:pt x="667" y="67"/>
                    <a:pt x="567" y="1"/>
                    <a:pt x="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30"/>
            <p:cNvSpPr/>
            <p:nvPr/>
          </p:nvSpPr>
          <p:spPr>
            <a:xfrm>
              <a:off x="4664780" y="2231425"/>
              <a:ext cx="24196" cy="52098"/>
            </a:xfrm>
            <a:custGeom>
              <a:avLst/>
              <a:gdLst/>
              <a:ahLst/>
              <a:cxnLst/>
              <a:rect l="l" t="t" r="r" b="b"/>
              <a:pathLst>
                <a:path w="868" h="1869" extrusionOk="0">
                  <a:moveTo>
                    <a:pt x="134" y="1"/>
                  </a:moveTo>
                  <a:cubicBezTo>
                    <a:pt x="34" y="1"/>
                    <a:pt x="0" y="67"/>
                    <a:pt x="0" y="101"/>
                  </a:cubicBezTo>
                  <a:lnTo>
                    <a:pt x="167" y="1769"/>
                  </a:lnTo>
                  <a:cubicBezTo>
                    <a:pt x="201" y="1835"/>
                    <a:pt x="267" y="1869"/>
                    <a:pt x="334" y="1869"/>
                  </a:cubicBezTo>
                  <a:lnTo>
                    <a:pt x="734" y="1869"/>
                  </a:lnTo>
                  <a:cubicBezTo>
                    <a:pt x="801" y="1869"/>
                    <a:pt x="868" y="1835"/>
                    <a:pt x="834" y="1769"/>
                  </a:cubicBezTo>
                  <a:lnTo>
                    <a:pt x="668" y="101"/>
                  </a:lnTo>
                  <a:cubicBezTo>
                    <a:pt x="668" y="67"/>
                    <a:pt x="601" y="1"/>
                    <a:pt x="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30"/>
            <p:cNvSpPr/>
            <p:nvPr/>
          </p:nvSpPr>
          <p:spPr>
            <a:xfrm>
              <a:off x="4823784" y="2231425"/>
              <a:ext cx="24196" cy="52098"/>
            </a:xfrm>
            <a:custGeom>
              <a:avLst/>
              <a:gdLst/>
              <a:ahLst/>
              <a:cxnLst/>
              <a:rect l="l" t="t" r="r" b="b"/>
              <a:pathLst>
                <a:path w="868" h="1869" extrusionOk="0">
                  <a:moveTo>
                    <a:pt x="134" y="1"/>
                  </a:moveTo>
                  <a:cubicBezTo>
                    <a:pt x="67" y="1"/>
                    <a:pt x="0" y="67"/>
                    <a:pt x="34" y="101"/>
                  </a:cubicBezTo>
                  <a:lnTo>
                    <a:pt x="201" y="1769"/>
                  </a:lnTo>
                  <a:cubicBezTo>
                    <a:pt x="201" y="1835"/>
                    <a:pt x="267" y="1869"/>
                    <a:pt x="334" y="1869"/>
                  </a:cubicBezTo>
                  <a:lnTo>
                    <a:pt x="734" y="1869"/>
                  </a:lnTo>
                  <a:cubicBezTo>
                    <a:pt x="801" y="1869"/>
                    <a:pt x="868" y="1835"/>
                    <a:pt x="868" y="1769"/>
                  </a:cubicBezTo>
                  <a:lnTo>
                    <a:pt x="668" y="101"/>
                  </a:lnTo>
                  <a:cubicBezTo>
                    <a:pt x="668" y="67"/>
                    <a:pt x="601" y="1"/>
                    <a:pt x="5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30"/>
            <p:cNvSpPr/>
            <p:nvPr/>
          </p:nvSpPr>
          <p:spPr>
            <a:xfrm>
              <a:off x="4807978" y="1322950"/>
              <a:ext cx="17701" cy="10732"/>
            </a:xfrm>
            <a:custGeom>
              <a:avLst/>
              <a:gdLst/>
              <a:ahLst/>
              <a:cxnLst/>
              <a:rect l="l" t="t" r="r" b="b"/>
              <a:pathLst>
                <a:path w="635" h="385" extrusionOk="0">
                  <a:moveTo>
                    <a:pt x="0" y="1"/>
                  </a:moveTo>
                  <a:cubicBezTo>
                    <a:pt x="0" y="1"/>
                    <a:pt x="150" y="385"/>
                    <a:pt x="415" y="385"/>
                  </a:cubicBezTo>
                  <a:cubicBezTo>
                    <a:pt x="481" y="385"/>
                    <a:pt x="554" y="361"/>
                    <a:pt x="634" y="30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0"/>
            <p:cNvSpPr/>
            <p:nvPr/>
          </p:nvSpPr>
          <p:spPr>
            <a:xfrm>
              <a:off x="4524369" y="1639118"/>
              <a:ext cx="753182" cy="2219519"/>
            </a:xfrm>
            <a:custGeom>
              <a:avLst/>
              <a:gdLst/>
              <a:ahLst/>
              <a:cxnLst/>
              <a:rect l="l" t="t" r="r" b="b"/>
              <a:pathLst>
                <a:path w="27020" h="79624" extrusionOk="0">
                  <a:moveTo>
                    <a:pt x="8673" y="0"/>
                  </a:moveTo>
                  <a:cubicBezTo>
                    <a:pt x="7005" y="134"/>
                    <a:pt x="3136" y="400"/>
                    <a:pt x="2269" y="1134"/>
                  </a:cubicBezTo>
                  <a:cubicBezTo>
                    <a:pt x="1435" y="1868"/>
                    <a:pt x="1135" y="16312"/>
                    <a:pt x="1835" y="21415"/>
                  </a:cubicBezTo>
                  <a:cubicBezTo>
                    <a:pt x="2536" y="26519"/>
                    <a:pt x="0" y="71151"/>
                    <a:pt x="1201" y="79624"/>
                  </a:cubicBezTo>
                  <a:cubicBezTo>
                    <a:pt x="6945" y="79204"/>
                    <a:pt x="9976" y="79119"/>
                    <a:pt x="11481" y="79119"/>
                  </a:cubicBezTo>
                  <a:cubicBezTo>
                    <a:pt x="12484" y="79119"/>
                    <a:pt x="12810" y="79157"/>
                    <a:pt x="12810" y="79157"/>
                  </a:cubicBezTo>
                  <a:lnTo>
                    <a:pt x="13177" y="76555"/>
                  </a:lnTo>
                  <a:lnTo>
                    <a:pt x="14211" y="79224"/>
                  </a:lnTo>
                  <a:cubicBezTo>
                    <a:pt x="14211" y="79224"/>
                    <a:pt x="19249" y="78777"/>
                    <a:pt x="23109" y="78777"/>
                  </a:cubicBezTo>
                  <a:cubicBezTo>
                    <a:pt x="24832" y="78777"/>
                    <a:pt x="26320" y="78866"/>
                    <a:pt x="27020" y="79123"/>
                  </a:cubicBezTo>
                  <a:cubicBezTo>
                    <a:pt x="26953" y="70784"/>
                    <a:pt x="23017" y="30055"/>
                    <a:pt x="19881" y="21716"/>
                  </a:cubicBezTo>
                  <a:cubicBezTo>
                    <a:pt x="20949" y="11275"/>
                    <a:pt x="22316" y="1568"/>
                    <a:pt x="21649" y="801"/>
                  </a:cubicBezTo>
                  <a:cubicBezTo>
                    <a:pt x="20949" y="34"/>
                    <a:pt x="15178" y="0"/>
                    <a:pt x="15178" y="0"/>
                  </a:cubicBezTo>
                  <a:cubicBezTo>
                    <a:pt x="14111" y="1134"/>
                    <a:pt x="12676" y="1835"/>
                    <a:pt x="11142" y="1935"/>
                  </a:cubicBezTo>
                  <a:cubicBezTo>
                    <a:pt x="11102" y="1936"/>
                    <a:pt x="11063" y="1936"/>
                    <a:pt x="11024" y="1936"/>
                  </a:cubicBezTo>
                  <a:cubicBezTo>
                    <a:pt x="8706" y="1936"/>
                    <a:pt x="8673" y="0"/>
                    <a:pt x="86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30"/>
            <p:cNvSpPr/>
            <p:nvPr/>
          </p:nvSpPr>
          <p:spPr>
            <a:xfrm>
              <a:off x="4524369" y="1639118"/>
              <a:ext cx="753182" cy="2219519"/>
            </a:xfrm>
            <a:custGeom>
              <a:avLst/>
              <a:gdLst/>
              <a:ahLst/>
              <a:cxnLst/>
              <a:rect l="l" t="t" r="r" b="b"/>
              <a:pathLst>
                <a:path w="27020" h="79624" extrusionOk="0">
                  <a:moveTo>
                    <a:pt x="8673" y="0"/>
                  </a:moveTo>
                  <a:cubicBezTo>
                    <a:pt x="7005" y="134"/>
                    <a:pt x="3136" y="400"/>
                    <a:pt x="2269" y="1134"/>
                  </a:cubicBezTo>
                  <a:cubicBezTo>
                    <a:pt x="1435" y="1868"/>
                    <a:pt x="1135" y="16312"/>
                    <a:pt x="1835" y="21415"/>
                  </a:cubicBezTo>
                  <a:cubicBezTo>
                    <a:pt x="2536" y="26519"/>
                    <a:pt x="0" y="71151"/>
                    <a:pt x="1201" y="79624"/>
                  </a:cubicBezTo>
                  <a:cubicBezTo>
                    <a:pt x="6945" y="79204"/>
                    <a:pt x="9976" y="79119"/>
                    <a:pt x="11481" y="79119"/>
                  </a:cubicBezTo>
                  <a:cubicBezTo>
                    <a:pt x="12484" y="79119"/>
                    <a:pt x="12810" y="79157"/>
                    <a:pt x="12810" y="79157"/>
                  </a:cubicBezTo>
                  <a:lnTo>
                    <a:pt x="13177" y="76555"/>
                  </a:lnTo>
                  <a:lnTo>
                    <a:pt x="14211" y="79224"/>
                  </a:lnTo>
                  <a:cubicBezTo>
                    <a:pt x="14211" y="79224"/>
                    <a:pt x="19249" y="78777"/>
                    <a:pt x="23109" y="78777"/>
                  </a:cubicBezTo>
                  <a:cubicBezTo>
                    <a:pt x="24832" y="78777"/>
                    <a:pt x="26320" y="78866"/>
                    <a:pt x="27020" y="79123"/>
                  </a:cubicBezTo>
                  <a:cubicBezTo>
                    <a:pt x="26953" y="70784"/>
                    <a:pt x="23017" y="30055"/>
                    <a:pt x="19881" y="21716"/>
                  </a:cubicBezTo>
                  <a:cubicBezTo>
                    <a:pt x="20949" y="11275"/>
                    <a:pt x="22316" y="1568"/>
                    <a:pt x="21649" y="801"/>
                  </a:cubicBezTo>
                  <a:cubicBezTo>
                    <a:pt x="20949" y="34"/>
                    <a:pt x="15178" y="0"/>
                    <a:pt x="15178" y="0"/>
                  </a:cubicBezTo>
                  <a:cubicBezTo>
                    <a:pt x="14111" y="1134"/>
                    <a:pt x="12676" y="1835"/>
                    <a:pt x="11142" y="1935"/>
                  </a:cubicBezTo>
                  <a:cubicBezTo>
                    <a:pt x="11102" y="1936"/>
                    <a:pt x="11063" y="1936"/>
                    <a:pt x="11024" y="1936"/>
                  </a:cubicBezTo>
                  <a:cubicBezTo>
                    <a:pt x="8706" y="1936"/>
                    <a:pt x="8673" y="0"/>
                    <a:pt x="86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30"/>
            <p:cNvSpPr/>
            <p:nvPr/>
          </p:nvSpPr>
          <p:spPr>
            <a:xfrm>
              <a:off x="4900972" y="2184928"/>
              <a:ext cx="181327" cy="65283"/>
            </a:xfrm>
            <a:custGeom>
              <a:avLst/>
              <a:gdLst/>
              <a:ahLst/>
              <a:cxnLst/>
              <a:rect l="l" t="t" r="r" b="b"/>
              <a:pathLst>
                <a:path w="6505" h="2342" extrusionOk="0">
                  <a:moveTo>
                    <a:pt x="0" y="1"/>
                  </a:moveTo>
                  <a:cubicBezTo>
                    <a:pt x="33" y="701"/>
                    <a:pt x="134" y="1402"/>
                    <a:pt x="334" y="2069"/>
                  </a:cubicBezTo>
                  <a:cubicBezTo>
                    <a:pt x="941" y="2272"/>
                    <a:pt x="2260" y="2342"/>
                    <a:pt x="3584" y="2342"/>
                  </a:cubicBezTo>
                  <a:cubicBezTo>
                    <a:pt x="4658" y="2342"/>
                    <a:pt x="5736" y="2296"/>
                    <a:pt x="6438" y="2236"/>
                  </a:cubicBezTo>
                  <a:lnTo>
                    <a:pt x="6405" y="2136"/>
                  </a:lnTo>
                  <a:lnTo>
                    <a:pt x="6505" y="113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30"/>
            <p:cNvSpPr/>
            <p:nvPr/>
          </p:nvSpPr>
          <p:spPr>
            <a:xfrm>
              <a:off x="5065551" y="1832521"/>
              <a:ext cx="54886" cy="204603"/>
            </a:xfrm>
            <a:custGeom>
              <a:avLst/>
              <a:gdLst/>
              <a:ahLst/>
              <a:cxnLst/>
              <a:rect l="l" t="t" r="r" b="b"/>
              <a:pathLst>
                <a:path w="1969" h="7340" extrusionOk="0">
                  <a:moveTo>
                    <a:pt x="0" y="0"/>
                  </a:moveTo>
                  <a:cubicBezTo>
                    <a:pt x="0" y="1935"/>
                    <a:pt x="367" y="5204"/>
                    <a:pt x="1301" y="7339"/>
                  </a:cubicBezTo>
                  <a:cubicBezTo>
                    <a:pt x="1535" y="5104"/>
                    <a:pt x="1768" y="3003"/>
                    <a:pt x="1968" y="116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30"/>
            <p:cNvSpPr/>
            <p:nvPr/>
          </p:nvSpPr>
          <p:spPr>
            <a:xfrm>
              <a:off x="4809846" y="1689546"/>
              <a:ext cx="85548" cy="2086360"/>
            </a:xfrm>
            <a:custGeom>
              <a:avLst/>
              <a:gdLst/>
              <a:ahLst/>
              <a:cxnLst/>
              <a:rect l="l" t="t" r="r" b="b"/>
              <a:pathLst>
                <a:path w="3069" h="74847" extrusionOk="0">
                  <a:moveTo>
                    <a:pt x="517" y="1"/>
                  </a:moveTo>
                  <a:cubicBezTo>
                    <a:pt x="459" y="1"/>
                    <a:pt x="400" y="42"/>
                    <a:pt x="400" y="126"/>
                  </a:cubicBezTo>
                  <a:cubicBezTo>
                    <a:pt x="400" y="193"/>
                    <a:pt x="134" y="6731"/>
                    <a:pt x="67" y="20707"/>
                  </a:cubicBezTo>
                  <a:cubicBezTo>
                    <a:pt x="0" y="43724"/>
                    <a:pt x="2802" y="74446"/>
                    <a:pt x="2835" y="74746"/>
                  </a:cubicBezTo>
                  <a:cubicBezTo>
                    <a:pt x="2835" y="74813"/>
                    <a:pt x="2902" y="74846"/>
                    <a:pt x="2936" y="74846"/>
                  </a:cubicBezTo>
                  <a:lnTo>
                    <a:pt x="2969" y="74846"/>
                  </a:lnTo>
                  <a:cubicBezTo>
                    <a:pt x="3036" y="74846"/>
                    <a:pt x="3069" y="74779"/>
                    <a:pt x="3069" y="74713"/>
                  </a:cubicBezTo>
                  <a:cubicBezTo>
                    <a:pt x="3036" y="74412"/>
                    <a:pt x="234" y="43724"/>
                    <a:pt x="300" y="20707"/>
                  </a:cubicBezTo>
                  <a:cubicBezTo>
                    <a:pt x="367" y="6731"/>
                    <a:pt x="634" y="193"/>
                    <a:pt x="634" y="126"/>
                  </a:cubicBezTo>
                  <a:cubicBezTo>
                    <a:pt x="634" y="42"/>
                    <a:pt x="576" y="1"/>
                    <a:pt x="5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30"/>
            <p:cNvSpPr/>
            <p:nvPr/>
          </p:nvSpPr>
          <p:spPr>
            <a:xfrm>
              <a:off x="4959372" y="2231537"/>
              <a:ext cx="132239" cy="141243"/>
            </a:xfrm>
            <a:custGeom>
              <a:avLst/>
              <a:gdLst/>
              <a:ahLst/>
              <a:cxnLst/>
              <a:rect l="l" t="t" r="r" b="b"/>
              <a:pathLst>
                <a:path w="4744" h="5067" extrusionOk="0">
                  <a:moveTo>
                    <a:pt x="142" y="0"/>
                  </a:moveTo>
                  <a:cubicBezTo>
                    <a:pt x="67" y="0"/>
                    <a:pt x="0" y="64"/>
                    <a:pt x="40" y="163"/>
                  </a:cubicBezTo>
                  <a:cubicBezTo>
                    <a:pt x="874" y="2298"/>
                    <a:pt x="2475" y="4033"/>
                    <a:pt x="4543" y="5067"/>
                  </a:cubicBezTo>
                  <a:lnTo>
                    <a:pt x="4610" y="5067"/>
                  </a:lnTo>
                  <a:cubicBezTo>
                    <a:pt x="4643" y="5067"/>
                    <a:pt x="4677" y="5034"/>
                    <a:pt x="4710" y="5000"/>
                  </a:cubicBezTo>
                  <a:cubicBezTo>
                    <a:pt x="4743" y="4934"/>
                    <a:pt x="4710" y="4867"/>
                    <a:pt x="4643" y="4833"/>
                  </a:cubicBezTo>
                  <a:cubicBezTo>
                    <a:pt x="2642" y="3833"/>
                    <a:pt x="1107" y="2165"/>
                    <a:pt x="273" y="97"/>
                  </a:cubicBezTo>
                  <a:cubicBezTo>
                    <a:pt x="247" y="29"/>
                    <a:pt x="192" y="0"/>
                    <a:pt x="1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30"/>
            <p:cNvSpPr/>
            <p:nvPr/>
          </p:nvSpPr>
          <p:spPr>
            <a:xfrm>
              <a:off x="4513218" y="1905054"/>
              <a:ext cx="349553" cy="396187"/>
            </a:xfrm>
            <a:custGeom>
              <a:avLst/>
              <a:gdLst/>
              <a:ahLst/>
              <a:cxnLst/>
              <a:rect l="l" t="t" r="r" b="b"/>
              <a:pathLst>
                <a:path w="12540" h="14213" extrusionOk="0">
                  <a:moveTo>
                    <a:pt x="734" y="0"/>
                  </a:moveTo>
                  <a:cubicBezTo>
                    <a:pt x="334" y="0"/>
                    <a:pt x="0" y="367"/>
                    <a:pt x="67" y="768"/>
                  </a:cubicBezTo>
                  <a:lnTo>
                    <a:pt x="1735" y="13443"/>
                  </a:lnTo>
                  <a:cubicBezTo>
                    <a:pt x="1801" y="13877"/>
                    <a:pt x="2135" y="14210"/>
                    <a:pt x="2602" y="14210"/>
                  </a:cubicBezTo>
                  <a:lnTo>
                    <a:pt x="11809" y="14210"/>
                  </a:lnTo>
                  <a:cubicBezTo>
                    <a:pt x="11826" y="14212"/>
                    <a:pt x="11842" y="14212"/>
                    <a:pt x="11859" y="14212"/>
                  </a:cubicBezTo>
                  <a:cubicBezTo>
                    <a:pt x="12265" y="14212"/>
                    <a:pt x="12540" y="13828"/>
                    <a:pt x="12476" y="13443"/>
                  </a:cubicBezTo>
                  <a:lnTo>
                    <a:pt x="10841" y="768"/>
                  </a:lnTo>
                  <a:cubicBezTo>
                    <a:pt x="10775" y="334"/>
                    <a:pt x="10408" y="34"/>
                    <a:pt x="99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30"/>
            <p:cNvSpPr/>
            <p:nvPr/>
          </p:nvSpPr>
          <p:spPr>
            <a:xfrm>
              <a:off x="4843297" y="2037102"/>
              <a:ext cx="88364" cy="118775"/>
            </a:xfrm>
            <a:custGeom>
              <a:avLst/>
              <a:gdLst/>
              <a:ahLst/>
              <a:cxnLst/>
              <a:rect l="l" t="t" r="r" b="b"/>
              <a:pathLst>
                <a:path w="3170" h="4261" extrusionOk="0">
                  <a:moveTo>
                    <a:pt x="201" y="0"/>
                  </a:moveTo>
                  <a:lnTo>
                    <a:pt x="1" y="3569"/>
                  </a:lnTo>
                  <a:cubicBezTo>
                    <a:pt x="1" y="3569"/>
                    <a:pt x="1126" y="4260"/>
                    <a:pt x="2222" y="4260"/>
                  </a:cubicBezTo>
                  <a:cubicBezTo>
                    <a:pt x="2551" y="4260"/>
                    <a:pt x="2877" y="4198"/>
                    <a:pt x="3170" y="4036"/>
                  </a:cubicBezTo>
                  <a:lnTo>
                    <a:pt x="2936" y="2602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30"/>
            <p:cNvSpPr/>
            <p:nvPr/>
          </p:nvSpPr>
          <p:spPr>
            <a:xfrm>
              <a:off x="4594114" y="2238868"/>
              <a:ext cx="72559" cy="133912"/>
            </a:xfrm>
            <a:custGeom>
              <a:avLst/>
              <a:gdLst/>
              <a:ahLst/>
              <a:cxnLst/>
              <a:rect l="l" t="t" r="r" b="b"/>
              <a:pathLst>
                <a:path w="2603" h="4804" extrusionOk="0">
                  <a:moveTo>
                    <a:pt x="2502" y="1"/>
                  </a:moveTo>
                  <a:cubicBezTo>
                    <a:pt x="2435" y="1"/>
                    <a:pt x="2369" y="34"/>
                    <a:pt x="2369" y="101"/>
                  </a:cubicBezTo>
                  <a:cubicBezTo>
                    <a:pt x="2035" y="1802"/>
                    <a:pt x="1234" y="3370"/>
                    <a:pt x="34" y="4604"/>
                  </a:cubicBezTo>
                  <a:cubicBezTo>
                    <a:pt x="0" y="4637"/>
                    <a:pt x="0" y="4704"/>
                    <a:pt x="34" y="4771"/>
                  </a:cubicBezTo>
                  <a:cubicBezTo>
                    <a:pt x="67" y="4771"/>
                    <a:pt x="100" y="4804"/>
                    <a:pt x="134" y="4804"/>
                  </a:cubicBezTo>
                  <a:cubicBezTo>
                    <a:pt x="167" y="4804"/>
                    <a:pt x="200" y="4771"/>
                    <a:pt x="234" y="4771"/>
                  </a:cubicBezTo>
                  <a:cubicBezTo>
                    <a:pt x="2335" y="2469"/>
                    <a:pt x="2602" y="234"/>
                    <a:pt x="2602" y="134"/>
                  </a:cubicBezTo>
                  <a:cubicBezTo>
                    <a:pt x="2602" y="67"/>
                    <a:pt x="2569" y="1"/>
                    <a:pt x="25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30"/>
            <p:cNvSpPr/>
            <p:nvPr/>
          </p:nvSpPr>
          <p:spPr>
            <a:xfrm>
              <a:off x="4767056" y="2029659"/>
              <a:ext cx="90231" cy="114399"/>
            </a:xfrm>
            <a:custGeom>
              <a:avLst/>
              <a:gdLst/>
              <a:ahLst/>
              <a:cxnLst/>
              <a:rect l="l" t="t" r="r" b="b"/>
              <a:pathLst>
                <a:path w="3237" h="4104" extrusionOk="0">
                  <a:moveTo>
                    <a:pt x="34" y="0"/>
                  </a:moveTo>
                  <a:lnTo>
                    <a:pt x="1" y="2969"/>
                  </a:lnTo>
                  <a:lnTo>
                    <a:pt x="3236" y="4103"/>
                  </a:lnTo>
                  <a:lnTo>
                    <a:pt x="3236" y="4103"/>
                  </a:lnTo>
                  <a:lnTo>
                    <a:pt x="2936" y="267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30"/>
            <p:cNvSpPr/>
            <p:nvPr/>
          </p:nvSpPr>
          <p:spPr>
            <a:xfrm>
              <a:off x="4881431" y="1664207"/>
              <a:ext cx="390557" cy="570378"/>
            </a:xfrm>
            <a:custGeom>
              <a:avLst/>
              <a:gdLst/>
              <a:ahLst/>
              <a:cxnLst/>
              <a:rect l="l" t="t" r="r" b="b"/>
              <a:pathLst>
                <a:path w="14011" h="20462" extrusionOk="0">
                  <a:moveTo>
                    <a:pt x="8907" y="1"/>
                  </a:moveTo>
                  <a:lnTo>
                    <a:pt x="4370" y="3170"/>
                  </a:lnTo>
                  <a:cubicBezTo>
                    <a:pt x="4404" y="3203"/>
                    <a:pt x="4504" y="3337"/>
                    <a:pt x="4571" y="3403"/>
                  </a:cubicBezTo>
                  <a:lnTo>
                    <a:pt x="4771" y="3703"/>
                  </a:lnTo>
                  <a:cubicBezTo>
                    <a:pt x="4937" y="3937"/>
                    <a:pt x="5071" y="4137"/>
                    <a:pt x="5204" y="4371"/>
                  </a:cubicBezTo>
                  <a:cubicBezTo>
                    <a:pt x="5471" y="4771"/>
                    <a:pt x="5738" y="5238"/>
                    <a:pt x="6005" y="5672"/>
                  </a:cubicBezTo>
                  <a:cubicBezTo>
                    <a:pt x="6505" y="6606"/>
                    <a:pt x="6972" y="7540"/>
                    <a:pt x="7373" y="8507"/>
                  </a:cubicBezTo>
                  <a:cubicBezTo>
                    <a:pt x="8173" y="10408"/>
                    <a:pt x="8740" y="12410"/>
                    <a:pt x="9040" y="14478"/>
                  </a:cubicBezTo>
                  <a:cubicBezTo>
                    <a:pt x="9040" y="14711"/>
                    <a:pt x="9074" y="14945"/>
                    <a:pt x="9107" y="15212"/>
                  </a:cubicBezTo>
                  <a:lnTo>
                    <a:pt x="9140" y="15479"/>
                  </a:lnTo>
                  <a:lnTo>
                    <a:pt x="9074" y="15479"/>
                  </a:lnTo>
                  <a:cubicBezTo>
                    <a:pt x="8673" y="15479"/>
                    <a:pt x="8307" y="15479"/>
                    <a:pt x="7906" y="15412"/>
                  </a:cubicBezTo>
                  <a:cubicBezTo>
                    <a:pt x="6972" y="15245"/>
                    <a:pt x="6005" y="15012"/>
                    <a:pt x="5104" y="14678"/>
                  </a:cubicBezTo>
                  <a:cubicBezTo>
                    <a:pt x="4637" y="14478"/>
                    <a:pt x="4137" y="14278"/>
                    <a:pt x="3670" y="14078"/>
                  </a:cubicBezTo>
                  <a:lnTo>
                    <a:pt x="2969" y="13744"/>
                  </a:lnTo>
                  <a:cubicBezTo>
                    <a:pt x="2736" y="13644"/>
                    <a:pt x="2502" y="13510"/>
                    <a:pt x="2302" y="13410"/>
                  </a:cubicBezTo>
                  <a:lnTo>
                    <a:pt x="1" y="18781"/>
                  </a:lnTo>
                  <a:cubicBezTo>
                    <a:pt x="368" y="18914"/>
                    <a:pt x="634" y="18981"/>
                    <a:pt x="935" y="19048"/>
                  </a:cubicBezTo>
                  <a:lnTo>
                    <a:pt x="1835" y="19315"/>
                  </a:lnTo>
                  <a:cubicBezTo>
                    <a:pt x="2402" y="19481"/>
                    <a:pt x="3003" y="19648"/>
                    <a:pt x="3603" y="19782"/>
                  </a:cubicBezTo>
                  <a:cubicBezTo>
                    <a:pt x="4871" y="20082"/>
                    <a:pt x="6138" y="20315"/>
                    <a:pt x="7406" y="20415"/>
                  </a:cubicBezTo>
                  <a:cubicBezTo>
                    <a:pt x="7751" y="20445"/>
                    <a:pt x="8089" y="20462"/>
                    <a:pt x="8426" y="20462"/>
                  </a:cubicBezTo>
                  <a:cubicBezTo>
                    <a:pt x="8840" y="20462"/>
                    <a:pt x="9252" y="20437"/>
                    <a:pt x="9674" y="20382"/>
                  </a:cubicBezTo>
                  <a:cubicBezTo>
                    <a:pt x="10108" y="20315"/>
                    <a:pt x="10575" y="20215"/>
                    <a:pt x="11008" y="20048"/>
                  </a:cubicBezTo>
                  <a:cubicBezTo>
                    <a:pt x="11542" y="19848"/>
                    <a:pt x="12076" y="19581"/>
                    <a:pt x="12510" y="19181"/>
                  </a:cubicBezTo>
                  <a:cubicBezTo>
                    <a:pt x="13010" y="18748"/>
                    <a:pt x="13410" y="18214"/>
                    <a:pt x="13677" y="17580"/>
                  </a:cubicBezTo>
                  <a:cubicBezTo>
                    <a:pt x="13877" y="17046"/>
                    <a:pt x="14011" y="16479"/>
                    <a:pt x="14011" y="15912"/>
                  </a:cubicBezTo>
                  <a:cubicBezTo>
                    <a:pt x="14011" y="15679"/>
                    <a:pt x="14011" y="15445"/>
                    <a:pt x="13977" y="15212"/>
                  </a:cubicBezTo>
                  <a:lnTo>
                    <a:pt x="13944" y="14745"/>
                  </a:lnTo>
                  <a:cubicBezTo>
                    <a:pt x="13911" y="14444"/>
                    <a:pt x="13877" y="14144"/>
                    <a:pt x="13844" y="13844"/>
                  </a:cubicBezTo>
                  <a:cubicBezTo>
                    <a:pt x="13510" y="11409"/>
                    <a:pt x="12910" y="9007"/>
                    <a:pt x="12076" y="6706"/>
                  </a:cubicBezTo>
                  <a:cubicBezTo>
                    <a:pt x="11642" y="5571"/>
                    <a:pt x="11175" y="4437"/>
                    <a:pt x="10675" y="3337"/>
                  </a:cubicBezTo>
                  <a:cubicBezTo>
                    <a:pt x="10408" y="2769"/>
                    <a:pt x="10141" y="2236"/>
                    <a:pt x="9841" y="1702"/>
                  </a:cubicBezTo>
                  <a:lnTo>
                    <a:pt x="9407" y="868"/>
                  </a:lnTo>
                  <a:lnTo>
                    <a:pt x="9174" y="434"/>
                  </a:lnTo>
                  <a:cubicBezTo>
                    <a:pt x="9074" y="301"/>
                    <a:pt x="9007" y="168"/>
                    <a:pt x="89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30"/>
            <p:cNvSpPr/>
            <p:nvPr/>
          </p:nvSpPr>
          <p:spPr>
            <a:xfrm>
              <a:off x="4881431" y="1664207"/>
              <a:ext cx="390557" cy="570378"/>
            </a:xfrm>
            <a:custGeom>
              <a:avLst/>
              <a:gdLst/>
              <a:ahLst/>
              <a:cxnLst/>
              <a:rect l="l" t="t" r="r" b="b"/>
              <a:pathLst>
                <a:path w="14011" h="20462" extrusionOk="0">
                  <a:moveTo>
                    <a:pt x="8907" y="1"/>
                  </a:moveTo>
                  <a:lnTo>
                    <a:pt x="4370" y="3170"/>
                  </a:lnTo>
                  <a:cubicBezTo>
                    <a:pt x="4404" y="3203"/>
                    <a:pt x="4504" y="3337"/>
                    <a:pt x="4571" y="3403"/>
                  </a:cubicBezTo>
                  <a:lnTo>
                    <a:pt x="4771" y="3703"/>
                  </a:lnTo>
                  <a:cubicBezTo>
                    <a:pt x="4937" y="3937"/>
                    <a:pt x="5071" y="4137"/>
                    <a:pt x="5204" y="4371"/>
                  </a:cubicBezTo>
                  <a:cubicBezTo>
                    <a:pt x="5471" y="4771"/>
                    <a:pt x="5738" y="5238"/>
                    <a:pt x="6005" y="5672"/>
                  </a:cubicBezTo>
                  <a:cubicBezTo>
                    <a:pt x="6505" y="6606"/>
                    <a:pt x="6972" y="7540"/>
                    <a:pt x="7373" y="8507"/>
                  </a:cubicBezTo>
                  <a:cubicBezTo>
                    <a:pt x="8173" y="10408"/>
                    <a:pt x="8740" y="12410"/>
                    <a:pt x="9040" y="14478"/>
                  </a:cubicBezTo>
                  <a:cubicBezTo>
                    <a:pt x="9040" y="14711"/>
                    <a:pt x="9074" y="14945"/>
                    <a:pt x="9107" y="15212"/>
                  </a:cubicBezTo>
                  <a:lnTo>
                    <a:pt x="9140" y="15479"/>
                  </a:lnTo>
                  <a:lnTo>
                    <a:pt x="9074" y="15479"/>
                  </a:lnTo>
                  <a:cubicBezTo>
                    <a:pt x="8673" y="15479"/>
                    <a:pt x="8307" y="15479"/>
                    <a:pt x="7906" y="15412"/>
                  </a:cubicBezTo>
                  <a:cubicBezTo>
                    <a:pt x="6972" y="15245"/>
                    <a:pt x="6005" y="15012"/>
                    <a:pt x="5104" y="14678"/>
                  </a:cubicBezTo>
                  <a:cubicBezTo>
                    <a:pt x="4637" y="14478"/>
                    <a:pt x="4137" y="14278"/>
                    <a:pt x="3670" y="14078"/>
                  </a:cubicBezTo>
                  <a:lnTo>
                    <a:pt x="2969" y="13744"/>
                  </a:lnTo>
                  <a:cubicBezTo>
                    <a:pt x="2736" y="13644"/>
                    <a:pt x="2502" y="13510"/>
                    <a:pt x="2302" y="13410"/>
                  </a:cubicBezTo>
                  <a:lnTo>
                    <a:pt x="1" y="18781"/>
                  </a:lnTo>
                  <a:cubicBezTo>
                    <a:pt x="368" y="18914"/>
                    <a:pt x="634" y="18981"/>
                    <a:pt x="935" y="19048"/>
                  </a:cubicBezTo>
                  <a:lnTo>
                    <a:pt x="1835" y="19315"/>
                  </a:lnTo>
                  <a:cubicBezTo>
                    <a:pt x="2402" y="19481"/>
                    <a:pt x="3003" y="19648"/>
                    <a:pt x="3603" y="19782"/>
                  </a:cubicBezTo>
                  <a:cubicBezTo>
                    <a:pt x="4871" y="20082"/>
                    <a:pt x="6138" y="20315"/>
                    <a:pt x="7406" y="20415"/>
                  </a:cubicBezTo>
                  <a:cubicBezTo>
                    <a:pt x="7751" y="20445"/>
                    <a:pt x="8089" y="20462"/>
                    <a:pt x="8426" y="20462"/>
                  </a:cubicBezTo>
                  <a:cubicBezTo>
                    <a:pt x="8840" y="20462"/>
                    <a:pt x="9252" y="20437"/>
                    <a:pt x="9674" y="20382"/>
                  </a:cubicBezTo>
                  <a:cubicBezTo>
                    <a:pt x="10108" y="20315"/>
                    <a:pt x="10575" y="20215"/>
                    <a:pt x="11008" y="20048"/>
                  </a:cubicBezTo>
                  <a:cubicBezTo>
                    <a:pt x="11542" y="19848"/>
                    <a:pt x="12076" y="19581"/>
                    <a:pt x="12510" y="19181"/>
                  </a:cubicBezTo>
                  <a:cubicBezTo>
                    <a:pt x="13010" y="18748"/>
                    <a:pt x="13410" y="18214"/>
                    <a:pt x="13677" y="17580"/>
                  </a:cubicBezTo>
                  <a:cubicBezTo>
                    <a:pt x="13877" y="17046"/>
                    <a:pt x="14011" y="16479"/>
                    <a:pt x="14011" y="15912"/>
                  </a:cubicBezTo>
                  <a:cubicBezTo>
                    <a:pt x="14011" y="15679"/>
                    <a:pt x="14011" y="15445"/>
                    <a:pt x="13977" y="15212"/>
                  </a:cubicBezTo>
                  <a:lnTo>
                    <a:pt x="13944" y="14745"/>
                  </a:lnTo>
                  <a:cubicBezTo>
                    <a:pt x="13911" y="14444"/>
                    <a:pt x="13877" y="14144"/>
                    <a:pt x="13844" y="13844"/>
                  </a:cubicBezTo>
                  <a:cubicBezTo>
                    <a:pt x="13510" y="11409"/>
                    <a:pt x="12910" y="9007"/>
                    <a:pt x="12076" y="6706"/>
                  </a:cubicBezTo>
                  <a:cubicBezTo>
                    <a:pt x="11642" y="5571"/>
                    <a:pt x="11175" y="4437"/>
                    <a:pt x="10675" y="3337"/>
                  </a:cubicBezTo>
                  <a:cubicBezTo>
                    <a:pt x="10408" y="2769"/>
                    <a:pt x="10141" y="2236"/>
                    <a:pt x="9841" y="1702"/>
                  </a:cubicBezTo>
                  <a:lnTo>
                    <a:pt x="9407" y="868"/>
                  </a:lnTo>
                  <a:lnTo>
                    <a:pt x="9174" y="434"/>
                  </a:lnTo>
                  <a:cubicBezTo>
                    <a:pt x="9074" y="301"/>
                    <a:pt x="9007" y="168"/>
                    <a:pt x="89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30"/>
            <p:cNvSpPr/>
            <p:nvPr/>
          </p:nvSpPr>
          <p:spPr>
            <a:xfrm>
              <a:off x="4832146" y="1630728"/>
              <a:ext cx="155319" cy="163682"/>
            </a:xfrm>
            <a:custGeom>
              <a:avLst/>
              <a:gdLst/>
              <a:ahLst/>
              <a:cxnLst/>
              <a:rect l="l" t="t" r="r" b="b"/>
              <a:pathLst>
                <a:path w="5572" h="5872" extrusionOk="0">
                  <a:moveTo>
                    <a:pt x="3903" y="1"/>
                  </a:moveTo>
                  <a:cubicBezTo>
                    <a:pt x="2736" y="935"/>
                    <a:pt x="1435" y="1702"/>
                    <a:pt x="1" y="2236"/>
                  </a:cubicBezTo>
                  <a:cubicBezTo>
                    <a:pt x="1035" y="3170"/>
                    <a:pt x="1068" y="5872"/>
                    <a:pt x="1068" y="5872"/>
                  </a:cubicBezTo>
                  <a:cubicBezTo>
                    <a:pt x="1068" y="5872"/>
                    <a:pt x="5571" y="2569"/>
                    <a:pt x="5405" y="268"/>
                  </a:cubicBezTo>
                  <a:cubicBezTo>
                    <a:pt x="4938" y="101"/>
                    <a:pt x="4437" y="1"/>
                    <a:pt x="39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30"/>
            <p:cNvSpPr/>
            <p:nvPr/>
          </p:nvSpPr>
          <p:spPr>
            <a:xfrm>
              <a:off x="4697311" y="1635690"/>
              <a:ext cx="115347" cy="142915"/>
            </a:xfrm>
            <a:custGeom>
              <a:avLst/>
              <a:gdLst/>
              <a:ahLst/>
              <a:cxnLst/>
              <a:rect l="l" t="t" r="r" b="b"/>
              <a:pathLst>
                <a:path w="4138" h="5127" extrusionOk="0">
                  <a:moveTo>
                    <a:pt x="2069" y="0"/>
                  </a:moveTo>
                  <a:cubicBezTo>
                    <a:pt x="1770" y="0"/>
                    <a:pt x="1473" y="52"/>
                    <a:pt x="1202" y="157"/>
                  </a:cubicBezTo>
                  <a:cubicBezTo>
                    <a:pt x="1" y="2391"/>
                    <a:pt x="2603" y="5127"/>
                    <a:pt x="2603" y="5127"/>
                  </a:cubicBezTo>
                  <a:cubicBezTo>
                    <a:pt x="2603" y="5127"/>
                    <a:pt x="3103" y="2925"/>
                    <a:pt x="4137" y="1991"/>
                  </a:cubicBezTo>
                  <a:cubicBezTo>
                    <a:pt x="3337" y="1658"/>
                    <a:pt x="2736" y="924"/>
                    <a:pt x="2603" y="56"/>
                  </a:cubicBezTo>
                  <a:cubicBezTo>
                    <a:pt x="2428" y="19"/>
                    <a:pt x="2248" y="0"/>
                    <a:pt x="20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30"/>
            <p:cNvSpPr/>
            <p:nvPr/>
          </p:nvSpPr>
          <p:spPr>
            <a:xfrm>
              <a:off x="4714064" y="1165869"/>
              <a:ext cx="190637" cy="198944"/>
            </a:xfrm>
            <a:custGeom>
              <a:avLst/>
              <a:gdLst/>
              <a:ahLst/>
              <a:cxnLst/>
              <a:rect l="l" t="t" r="r" b="b"/>
              <a:pathLst>
                <a:path w="6839" h="7137" extrusionOk="0">
                  <a:moveTo>
                    <a:pt x="3217" y="1"/>
                  </a:moveTo>
                  <a:cubicBezTo>
                    <a:pt x="2566" y="1"/>
                    <a:pt x="1810" y="486"/>
                    <a:pt x="934" y="1700"/>
                  </a:cubicBezTo>
                  <a:cubicBezTo>
                    <a:pt x="0" y="3034"/>
                    <a:pt x="5104" y="6636"/>
                    <a:pt x="6839" y="7137"/>
                  </a:cubicBezTo>
                  <a:cubicBezTo>
                    <a:pt x="6402" y="5417"/>
                    <a:pt x="5393" y="1"/>
                    <a:pt x="32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30"/>
            <p:cNvSpPr/>
            <p:nvPr/>
          </p:nvSpPr>
          <p:spPr>
            <a:xfrm>
              <a:off x="4765189" y="1267087"/>
              <a:ext cx="117186" cy="139570"/>
            </a:xfrm>
            <a:custGeom>
              <a:avLst/>
              <a:gdLst/>
              <a:ahLst/>
              <a:cxnLst/>
              <a:rect l="l" t="t" r="r" b="b"/>
              <a:pathLst>
                <a:path w="4204" h="5007" extrusionOk="0">
                  <a:moveTo>
                    <a:pt x="2369" y="203"/>
                  </a:moveTo>
                  <a:cubicBezTo>
                    <a:pt x="2436" y="203"/>
                    <a:pt x="2503" y="203"/>
                    <a:pt x="2603" y="237"/>
                  </a:cubicBezTo>
                  <a:cubicBezTo>
                    <a:pt x="3470" y="404"/>
                    <a:pt x="3970" y="1604"/>
                    <a:pt x="3704" y="2839"/>
                  </a:cubicBezTo>
                  <a:cubicBezTo>
                    <a:pt x="3463" y="3984"/>
                    <a:pt x="2677" y="4802"/>
                    <a:pt x="1888" y="4802"/>
                  </a:cubicBezTo>
                  <a:cubicBezTo>
                    <a:pt x="1804" y="4802"/>
                    <a:pt x="1719" y="4793"/>
                    <a:pt x="1635" y="4773"/>
                  </a:cubicBezTo>
                  <a:cubicBezTo>
                    <a:pt x="735" y="4573"/>
                    <a:pt x="234" y="3406"/>
                    <a:pt x="501" y="2171"/>
                  </a:cubicBezTo>
                  <a:cubicBezTo>
                    <a:pt x="768" y="1037"/>
                    <a:pt x="1569" y="203"/>
                    <a:pt x="2369" y="203"/>
                  </a:cubicBezTo>
                  <a:close/>
                  <a:moveTo>
                    <a:pt x="2325" y="1"/>
                  </a:moveTo>
                  <a:cubicBezTo>
                    <a:pt x="1423" y="1"/>
                    <a:pt x="537" y="878"/>
                    <a:pt x="268" y="2105"/>
                  </a:cubicBezTo>
                  <a:cubicBezTo>
                    <a:pt x="1" y="3472"/>
                    <a:pt x="568" y="4773"/>
                    <a:pt x="1569" y="4973"/>
                  </a:cubicBezTo>
                  <a:cubicBezTo>
                    <a:pt x="1669" y="5007"/>
                    <a:pt x="1736" y="5007"/>
                    <a:pt x="1836" y="5007"/>
                  </a:cubicBezTo>
                  <a:cubicBezTo>
                    <a:pt x="2770" y="5007"/>
                    <a:pt x="3637" y="4140"/>
                    <a:pt x="3904" y="2905"/>
                  </a:cubicBezTo>
                  <a:cubicBezTo>
                    <a:pt x="4204" y="1538"/>
                    <a:pt x="3637" y="237"/>
                    <a:pt x="2636" y="37"/>
                  </a:cubicBezTo>
                  <a:cubicBezTo>
                    <a:pt x="2533" y="12"/>
                    <a:pt x="2429" y="1"/>
                    <a:pt x="23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30"/>
            <p:cNvSpPr/>
            <p:nvPr/>
          </p:nvSpPr>
          <p:spPr>
            <a:xfrm>
              <a:off x="4652682" y="1250556"/>
              <a:ext cx="117186" cy="140295"/>
            </a:xfrm>
            <a:custGeom>
              <a:avLst/>
              <a:gdLst/>
              <a:ahLst/>
              <a:cxnLst/>
              <a:rect l="l" t="t" r="r" b="b"/>
              <a:pathLst>
                <a:path w="4204" h="5033" extrusionOk="0">
                  <a:moveTo>
                    <a:pt x="2369" y="196"/>
                  </a:moveTo>
                  <a:cubicBezTo>
                    <a:pt x="2436" y="196"/>
                    <a:pt x="2503" y="229"/>
                    <a:pt x="2603" y="229"/>
                  </a:cubicBezTo>
                  <a:cubicBezTo>
                    <a:pt x="3470" y="429"/>
                    <a:pt x="3970" y="1597"/>
                    <a:pt x="3703" y="2831"/>
                  </a:cubicBezTo>
                  <a:cubicBezTo>
                    <a:pt x="3462" y="3976"/>
                    <a:pt x="2677" y="4795"/>
                    <a:pt x="1863" y="4795"/>
                  </a:cubicBezTo>
                  <a:cubicBezTo>
                    <a:pt x="1776" y="4795"/>
                    <a:pt x="1689" y="4785"/>
                    <a:pt x="1602" y="4766"/>
                  </a:cubicBezTo>
                  <a:cubicBezTo>
                    <a:pt x="735" y="4599"/>
                    <a:pt x="234" y="3398"/>
                    <a:pt x="501" y="2164"/>
                  </a:cubicBezTo>
                  <a:cubicBezTo>
                    <a:pt x="635" y="1564"/>
                    <a:pt x="901" y="1063"/>
                    <a:pt x="1335" y="630"/>
                  </a:cubicBezTo>
                  <a:cubicBezTo>
                    <a:pt x="1602" y="363"/>
                    <a:pt x="1969" y="229"/>
                    <a:pt x="2369" y="196"/>
                  </a:cubicBezTo>
                  <a:close/>
                  <a:moveTo>
                    <a:pt x="2333" y="1"/>
                  </a:moveTo>
                  <a:cubicBezTo>
                    <a:pt x="1906" y="1"/>
                    <a:pt x="1499" y="172"/>
                    <a:pt x="1202" y="496"/>
                  </a:cubicBezTo>
                  <a:cubicBezTo>
                    <a:pt x="735" y="930"/>
                    <a:pt x="434" y="1497"/>
                    <a:pt x="301" y="2097"/>
                  </a:cubicBezTo>
                  <a:cubicBezTo>
                    <a:pt x="1" y="3498"/>
                    <a:pt x="568" y="4766"/>
                    <a:pt x="1569" y="4999"/>
                  </a:cubicBezTo>
                  <a:cubicBezTo>
                    <a:pt x="1669" y="4999"/>
                    <a:pt x="1769" y="5033"/>
                    <a:pt x="1869" y="5033"/>
                  </a:cubicBezTo>
                  <a:cubicBezTo>
                    <a:pt x="2769" y="5033"/>
                    <a:pt x="3670" y="4132"/>
                    <a:pt x="3937" y="2898"/>
                  </a:cubicBezTo>
                  <a:cubicBezTo>
                    <a:pt x="4204" y="1530"/>
                    <a:pt x="3637" y="229"/>
                    <a:pt x="2636" y="29"/>
                  </a:cubicBezTo>
                  <a:cubicBezTo>
                    <a:pt x="2535" y="10"/>
                    <a:pt x="2433" y="1"/>
                    <a:pt x="23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30"/>
            <p:cNvSpPr/>
            <p:nvPr/>
          </p:nvSpPr>
          <p:spPr>
            <a:xfrm>
              <a:off x="4755906" y="1325515"/>
              <a:ext cx="22328" cy="11429"/>
            </a:xfrm>
            <a:custGeom>
              <a:avLst/>
              <a:gdLst/>
              <a:ahLst/>
              <a:cxnLst/>
              <a:rect l="l" t="t" r="r" b="b"/>
              <a:pathLst>
                <a:path w="801" h="410" extrusionOk="0">
                  <a:moveTo>
                    <a:pt x="219" y="0"/>
                  </a:moveTo>
                  <a:cubicBezTo>
                    <a:pt x="179" y="0"/>
                    <a:pt x="139" y="3"/>
                    <a:pt x="100" y="9"/>
                  </a:cubicBezTo>
                  <a:cubicBezTo>
                    <a:pt x="34" y="9"/>
                    <a:pt x="0" y="75"/>
                    <a:pt x="34" y="109"/>
                  </a:cubicBezTo>
                  <a:cubicBezTo>
                    <a:pt x="34" y="176"/>
                    <a:pt x="100" y="209"/>
                    <a:pt x="134" y="209"/>
                  </a:cubicBezTo>
                  <a:cubicBezTo>
                    <a:pt x="162" y="203"/>
                    <a:pt x="191" y="200"/>
                    <a:pt x="220" y="200"/>
                  </a:cubicBezTo>
                  <a:cubicBezTo>
                    <a:pt x="357" y="200"/>
                    <a:pt x="490" y="265"/>
                    <a:pt x="601" y="376"/>
                  </a:cubicBezTo>
                  <a:cubicBezTo>
                    <a:pt x="601" y="376"/>
                    <a:pt x="634" y="409"/>
                    <a:pt x="668" y="409"/>
                  </a:cubicBezTo>
                  <a:cubicBezTo>
                    <a:pt x="701" y="409"/>
                    <a:pt x="734" y="409"/>
                    <a:pt x="768" y="376"/>
                  </a:cubicBezTo>
                  <a:cubicBezTo>
                    <a:pt x="801" y="342"/>
                    <a:pt x="801" y="276"/>
                    <a:pt x="768" y="209"/>
                  </a:cubicBezTo>
                  <a:cubicBezTo>
                    <a:pt x="629" y="70"/>
                    <a:pt x="420" y="0"/>
                    <a:pt x="2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/>
          <p:cNvSpPr>
            <a:spLocks noGrp="1"/>
          </p:cNvSpPr>
          <p:nvPr>
            <p:ph type="subTitle" idx="1"/>
          </p:nvPr>
        </p:nvSpPr>
        <p:spPr>
          <a:xfrm>
            <a:off x="4411457" y="1751050"/>
            <a:ext cx="2181848" cy="371400"/>
          </a:xfrm>
        </p:spPr>
        <p:txBody>
          <a:bodyPr/>
          <a:lstStyle/>
          <a:p>
            <a:r>
              <a:rPr lang="en-US" dirty="0"/>
              <a:t>Population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2"/>
          </p:nvPr>
        </p:nvSpPr>
        <p:spPr>
          <a:xfrm>
            <a:off x="3931936" y="2307453"/>
            <a:ext cx="2487270" cy="1394486"/>
          </a:xfrm>
        </p:spPr>
        <p:txBody>
          <a:bodyPr/>
          <a:lstStyle/>
          <a:p>
            <a:pPr algn="ctr"/>
            <a:r>
              <a:rPr lang="en-US" dirty="0"/>
              <a:t>	Simply a group of possible solutions to the problem you are trying to solve. </a:t>
            </a:r>
            <a:endParaRPr lang="ru-RU" dirty="0"/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3"/>
          </p:nvPr>
        </p:nvSpPr>
        <p:spPr>
          <a:xfrm>
            <a:off x="7024163" y="1751050"/>
            <a:ext cx="2259403" cy="371400"/>
          </a:xfrm>
        </p:spPr>
        <p:txBody>
          <a:bodyPr/>
          <a:lstStyle/>
          <a:p>
            <a:r>
              <a:rPr lang="en-US" dirty="0"/>
              <a:t>Individual</a:t>
            </a:r>
            <a:endParaRPr lang="ru-RU" dirty="0"/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4"/>
          </p:nvPr>
        </p:nvSpPr>
        <p:spPr>
          <a:xfrm>
            <a:off x="6593305" y="2312266"/>
            <a:ext cx="2324501" cy="1860194"/>
          </a:xfrm>
        </p:spPr>
        <p:txBody>
          <a:bodyPr/>
          <a:lstStyle/>
          <a:p>
            <a:pPr algn="ctr"/>
            <a:r>
              <a:rPr lang="en-US" dirty="0"/>
              <a:t>One possible solution explores different parts of the search space.</a:t>
            </a:r>
          </a:p>
          <a:p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Population and Individuals</a:t>
            </a:r>
            <a:br>
              <a:rPr lang="en-US" b="1" dirty="0"/>
            </a:br>
            <a:endParaRPr lang="ru-RU" dirty="0"/>
          </a:p>
        </p:txBody>
      </p:sp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005" y="1751050"/>
            <a:ext cx="3854890" cy="2570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3408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/>
          <p:cNvSpPr>
            <a:spLocks noGrp="1"/>
          </p:cNvSpPr>
          <p:nvPr>
            <p:ph type="subTitle" idx="1"/>
          </p:nvPr>
        </p:nvSpPr>
        <p:spPr>
          <a:xfrm>
            <a:off x="934262" y="1671865"/>
            <a:ext cx="1582782" cy="371400"/>
          </a:xfrm>
        </p:spPr>
        <p:txBody>
          <a:bodyPr/>
          <a:lstStyle/>
          <a:p>
            <a:r>
              <a:rPr lang="en-US" dirty="0"/>
              <a:t>Mutation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2"/>
          </p:nvPr>
        </p:nvSpPr>
        <p:spPr>
          <a:xfrm>
            <a:off x="199432" y="2339978"/>
            <a:ext cx="2707474" cy="1394486"/>
          </a:xfrm>
        </p:spPr>
        <p:txBody>
          <a:bodyPr/>
          <a:lstStyle/>
          <a:p>
            <a:pPr algn="ctr"/>
            <a:r>
              <a:rPr lang="en-US" dirty="0"/>
              <a:t>	Small random changes to the individuals, helping them "jump" to new solutions and avoid getting stuck in one place.</a:t>
            </a:r>
            <a:endParaRPr lang="ru-RU" dirty="0"/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3"/>
          </p:nvPr>
        </p:nvSpPr>
        <p:spPr>
          <a:xfrm>
            <a:off x="3015833" y="1671865"/>
            <a:ext cx="2366264" cy="371400"/>
          </a:xfrm>
        </p:spPr>
        <p:txBody>
          <a:bodyPr/>
          <a:lstStyle/>
          <a:p>
            <a:r>
              <a:rPr lang="en-US" dirty="0"/>
              <a:t>Recombination</a:t>
            </a:r>
            <a:endParaRPr lang="ru-RU" dirty="0"/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4"/>
          </p:nvPr>
        </p:nvSpPr>
        <p:spPr>
          <a:xfrm>
            <a:off x="2593204" y="2345646"/>
            <a:ext cx="2707474" cy="1860194"/>
          </a:xfrm>
        </p:spPr>
        <p:txBody>
          <a:bodyPr/>
          <a:lstStyle/>
          <a:p>
            <a:pPr algn="ctr"/>
            <a:r>
              <a:rPr lang="en-US" dirty="0"/>
              <a:t>	Solutions are combined to create new ones, can be used to share good traits between solutions.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Mutation and Recombination</a:t>
            </a:r>
            <a:endParaRPr lang="ru-RU" dirty="0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2097" y="1671865"/>
            <a:ext cx="3678314" cy="2756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4295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Selection Mechanisms</a:t>
            </a:r>
            <a:br>
              <a:rPr lang="en-US" b="1" dirty="0"/>
            </a:b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4092780" y="1910219"/>
            <a:ext cx="3674739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Process</a:t>
            </a:r>
            <a:r>
              <a:rPr lang="en-US" sz="1600" dirty="0"/>
              <a:t> determines which individuals get to continue to the next round. In some cases, only the new solutions (offspring) are considered, ensuring fresh ideas for every generation.</a:t>
            </a:r>
          </a:p>
          <a:p>
            <a:endParaRPr lang="ru-RU" dirty="0"/>
          </a:p>
        </p:txBody>
      </p:sp>
      <p:grpSp>
        <p:nvGrpSpPr>
          <p:cNvPr id="4" name="Google Shape;8555;p64"/>
          <p:cNvGrpSpPr/>
          <p:nvPr/>
        </p:nvGrpSpPr>
        <p:grpSpPr>
          <a:xfrm>
            <a:off x="2924183" y="462758"/>
            <a:ext cx="524517" cy="476696"/>
            <a:chOff x="1277409" y="1961347"/>
            <a:chExt cx="420475" cy="383055"/>
          </a:xfrm>
          <a:solidFill>
            <a:schemeClr val="tx2"/>
          </a:solidFill>
        </p:grpSpPr>
        <p:sp>
          <p:nvSpPr>
            <p:cNvPr id="5" name="Google Shape;8556;p64"/>
            <p:cNvSpPr/>
            <p:nvPr/>
          </p:nvSpPr>
          <p:spPr>
            <a:xfrm>
              <a:off x="1293244" y="2187288"/>
              <a:ext cx="108848" cy="47531"/>
            </a:xfrm>
            <a:custGeom>
              <a:avLst/>
              <a:gdLst/>
              <a:ahLst/>
              <a:cxnLst/>
              <a:rect l="l" t="t" r="r" b="b"/>
              <a:pathLst>
                <a:path w="4145" h="1810" extrusionOk="0">
                  <a:moveTo>
                    <a:pt x="1" y="1"/>
                  </a:moveTo>
                  <a:cubicBezTo>
                    <a:pt x="144" y="1034"/>
                    <a:pt x="1025" y="1809"/>
                    <a:pt x="2077" y="1809"/>
                  </a:cubicBezTo>
                  <a:cubicBezTo>
                    <a:pt x="3120" y="1809"/>
                    <a:pt x="4011" y="1034"/>
                    <a:pt x="4145" y="1"/>
                  </a:cubicBezTo>
                  <a:close/>
                </a:path>
              </a:pathLst>
            </a:custGeom>
            <a:grpFill/>
            <a:ln>
              <a:solidFill>
                <a:schemeClr val="accent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8557;p64"/>
            <p:cNvSpPr/>
            <p:nvPr/>
          </p:nvSpPr>
          <p:spPr>
            <a:xfrm>
              <a:off x="1349650" y="2040049"/>
              <a:ext cx="63129" cy="140832"/>
            </a:xfrm>
            <a:custGeom>
              <a:avLst/>
              <a:gdLst/>
              <a:ahLst/>
              <a:cxnLst/>
              <a:rect l="l" t="t" r="r" b="b"/>
              <a:pathLst>
                <a:path w="2404" h="5363" extrusionOk="0">
                  <a:moveTo>
                    <a:pt x="307" y="1"/>
                  </a:moveTo>
                  <a:cubicBezTo>
                    <a:pt x="156" y="1"/>
                    <a:pt x="1" y="138"/>
                    <a:pt x="73" y="325"/>
                  </a:cubicBezTo>
                  <a:lnTo>
                    <a:pt x="1882" y="5206"/>
                  </a:lnTo>
                  <a:cubicBezTo>
                    <a:pt x="1921" y="5315"/>
                    <a:pt x="2008" y="5362"/>
                    <a:pt x="2097" y="5362"/>
                  </a:cubicBezTo>
                  <a:cubicBezTo>
                    <a:pt x="2248" y="5362"/>
                    <a:pt x="2404" y="5226"/>
                    <a:pt x="2331" y="5033"/>
                  </a:cubicBezTo>
                  <a:lnTo>
                    <a:pt x="523" y="162"/>
                  </a:lnTo>
                  <a:cubicBezTo>
                    <a:pt x="484" y="49"/>
                    <a:pt x="396" y="1"/>
                    <a:pt x="307" y="1"/>
                  </a:cubicBezTo>
                  <a:close/>
                </a:path>
              </a:pathLst>
            </a:custGeom>
            <a:grpFill/>
            <a:ln>
              <a:solidFill>
                <a:schemeClr val="accent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8558;p64"/>
            <p:cNvSpPr/>
            <p:nvPr/>
          </p:nvSpPr>
          <p:spPr>
            <a:xfrm>
              <a:off x="1562907" y="2041493"/>
              <a:ext cx="62499" cy="139441"/>
            </a:xfrm>
            <a:custGeom>
              <a:avLst/>
              <a:gdLst/>
              <a:ahLst/>
              <a:cxnLst/>
              <a:rect l="l" t="t" r="r" b="b"/>
              <a:pathLst>
                <a:path w="2380" h="5310" extrusionOk="0">
                  <a:moveTo>
                    <a:pt x="2073" y="1"/>
                  </a:moveTo>
                  <a:cubicBezTo>
                    <a:pt x="1986" y="1"/>
                    <a:pt x="1899" y="47"/>
                    <a:pt x="1857" y="155"/>
                  </a:cubicBezTo>
                  <a:lnTo>
                    <a:pt x="48" y="4978"/>
                  </a:lnTo>
                  <a:cubicBezTo>
                    <a:pt x="1" y="5103"/>
                    <a:pt x="68" y="5246"/>
                    <a:pt x="192" y="5294"/>
                  </a:cubicBezTo>
                  <a:cubicBezTo>
                    <a:pt x="219" y="5305"/>
                    <a:pt x="248" y="5310"/>
                    <a:pt x="276" y="5310"/>
                  </a:cubicBezTo>
                  <a:cubicBezTo>
                    <a:pt x="375" y="5310"/>
                    <a:pt x="468" y="5248"/>
                    <a:pt x="498" y="5151"/>
                  </a:cubicBezTo>
                  <a:lnTo>
                    <a:pt x="2307" y="327"/>
                  </a:lnTo>
                  <a:cubicBezTo>
                    <a:pt x="2380" y="139"/>
                    <a:pt x="2225" y="1"/>
                    <a:pt x="2073" y="1"/>
                  </a:cubicBezTo>
                  <a:close/>
                </a:path>
              </a:pathLst>
            </a:custGeom>
            <a:grpFill/>
            <a:ln>
              <a:solidFill>
                <a:schemeClr val="accent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8559;p64"/>
            <p:cNvSpPr/>
            <p:nvPr/>
          </p:nvSpPr>
          <p:spPr>
            <a:xfrm>
              <a:off x="1624330" y="2041493"/>
              <a:ext cx="62919" cy="139309"/>
            </a:xfrm>
            <a:custGeom>
              <a:avLst/>
              <a:gdLst/>
              <a:ahLst/>
              <a:cxnLst/>
              <a:rect l="l" t="t" r="r" b="b"/>
              <a:pathLst>
                <a:path w="2396" h="5305" extrusionOk="0">
                  <a:moveTo>
                    <a:pt x="307" y="1"/>
                  </a:moveTo>
                  <a:cubicBezTo>
                    <a:pt x="155" y="1"/>
                    <a:pt x="0" y="139"/>
                    <a:pt x="73" y="327"/>
                  </a:cubicBezTo>
                  <a:lnTo>
                    <a:pt x="1872" y="5151"/>
                  </a:lnTo>
                  <a:cubicBezTo>
                    <a:pt x="1914" y="5259"/>
                    <a:pt x="2001" y="5305"/>
                    <a:pt x="2089" y="5305"/>
                  </a:cubicBezTo>
                  <a:cubicBezTo>
                    <a:pt x="2241" y="5305"/>
                    <a:pt x="2395" y="5167"/>
                    <a:pt x="2322" y="4978"/>
                  </a:cubicBezTo>
                  <a:lnTo>
                    <a:pt x="523" y="155"/>
                  </a:lnTo>
                  <a:cubicBezTo>
                    <a:pt x="481" y="47"/>
                    <a:pt x="394" y="1"/>
                    <a:pt x="307" y="1"/>
                  </a:cubicBezTo>
                  <a:close/>
                </a:path>
              </a:pathLst>
            </a:custGeom>
            <a:grpFill/>
            <a:ln>
              <a:solidFill>
                <a:schemeClr val="accent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8560;p64"/>
            <p:cNvSpPr/>
            <p:nvPr/>
          </p:nvSpPr>
          <p:spPr>
            <a:xfrm>
              <a:off x="1351725" y="2013106"/>
              <a:ext cx="129357" cy="40257"/>
            </a:xfrm>
            <a:custGeom>
              <a:avLst/>
              <a:gdLst/>
              <a:ahLst/>
              <a:cxnLst/>
              <a:rect l="l" t="t" r="r" b="b"/>
              <a:pathLst>
                <a:path w="4926" h="1533" extrusionOk="0">
                  <a:moveTo>
                    <a:pt x="4587" y="0"/>
                  </a:moveTo>
                  <a:cubicBezTo>
                    <a:pt x="4563" y="0"/>
                    <a:pt x="4538" y="4"/>
                    <a:pt x="4511" y="11"/>
                  </a:cubicBezTo>
                  <a:cubicBezTo>
                    <a:pt x="1334" y="882"/>
                    <a:pt x="1114" y="968"/>
                    <a:pt x="310" y="1045"/>
                  </a:cubicBezTo>
                  <a:cubicBezTo>
                    <a:pt x="0" y="1063"/>
                    <a:pt x="12" y="1524"/>
                    <a:pt x="320" y="1524"/>
                  </a:cubicBezTo>
                  <a:cubicBezTo>
                    <a:pt x="326" y="1524"/>
                    <a:pt x="332" y="1524"/>
                    <a:pt x="338" y="1523"/>
                  </a:cubicBezTo>
                  <a:lnTo>
                    <a:pt x="358" y="1533"/>
                  </a:lnTo>
                  <a:cubicBezTo>
                    <a:pt x="1200" y="1447"/>
                    <a:pt x="1439" y="1351"/>
                    <a:pt x="4645" y="470"/>
                  </a:cubicBezTo>
                  <a:cubicBezTo>
                    <a:pt x="4925" y="392"/>
                    <a:pt x="4845" y="0"/>
                    <a:pt x="4587" y="0"/>
                  </a:cubicBezTo>
                  <a:close/>
                </a:path>
              </a:pathLst>
            </a:custGeom>
            <a:grpFill/>
            <a:ln>
              <a:solidFill>
                <a:schemeClr val="accent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8561;p64"/>
            <p:cNvSpPr/>
            <p:nvPr/>
          </p:nvSpPr>
          <p:spPr>
            <a:xfrm>
              <a:off x="1491191" y="2012344"/>
              <a:ext cx="133900" cy="41281"/>
            </a:xfrm>
            <a:custGeom>
              <a:avLst/>
              <a:gdLst/>
              <a:ahLst/>
              <a:cxnLst/>
              <a:rect l="l" t="t" r="r" b="b"/>
              <a:pathLst>
                <a:path w="5099" h="1572" extrusionOk="0">
                  <a:moveTo>
                    <a:pt x="341" y="1"/>
                  </a:moveTo>
                  <a:cubicBezTo>
                    <a:pt x="82" y="1"/>
                    <a:pt x="1" y="401"/>
                    <a:pt x="282" y="480"/>
                  </a:cubicBezTo>
                  <a:cubicBezTo>
                    <a:pt x="3631" y="1389"/>
                    <a:pt x="3861" y="1495"/>
                    <a:pt x="4741" y="1571"/>
                  </a:cubicBezTo>
                  <a:lnTo>
                    <a:pt x="4760" y="1571"/>
                  </a:lnTo>
                  <a:lnTo>
                    <a:pt x="4760" y="1562"/>
                  </a:lnTo>
                  <a:cubicBezTo>
                    <a:pt x="4767" y="1562"/>
                    <a:pt x="4773" y="1562"/>
                    <a:pt x="4779" y="1562"/>
                  </a:cubicBezTo>
                  <a:cubicBezTo>
                    <a:pt x="5077" y="1562"/>
                    <a:pt x="5099" y="1102"/>
                    <a:pt x="4780" y="1083"/>
                  </a:cubicBezTo>
                  <a:cubicBezTo>
                    <a:pt x="3957" y="1016"/>
                    <a:pt x="3765" y="930"/>
                    <a:pt x="415" y="11"/>
                  </a:cubicBezTo>
                  <a:cubicBezTo>
                    <a:pt x="389" y="4"/>
                    <a:pt x="364" y="1"/>
                    <a:pt x="341" y="1"/>
                  </a:cubicBezTo>
                  <a:close/>
                </a:path>
              </a:pathLst>
            </a:custGeom>
            <a:grpFill/>
            <a:ln>
              <a:solidFill>
                <a:schemeClr val="accent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8562;p64"/>
            <p:cNvSpPr/>
            <p:nvPr/>
          </p:nvSpPr>
          <p:spPr>
            <a:xfrm>
              <a:off x="1474700" y="1961347"/>
              <a:ext cx="25157" cy="32195"/>
            </a:xfrm>
            <a:custGeom>
              <a:avLst/>
              <a:gdLst/>
              <a:ahLst/>
              <a:cxnLst/>
              <a:rect l="l" t="t" r="r" b="b"/>
              <a:pathLst>
                <a:path w="958" h="1226" extrusionOk="0">
                  <a:moveTo>
                    <a:pt x="335" y="1"/>
                  </a:moveTo>
                  <a:cubicBezTo>
                    <a:pt x="153" y="1"/>
                    <a:pt x="0" y="154"/>
                    <a:pt x="0" y="336"/>
                  </a:cubicBezTo>
                  <a:lnTo>
                    <a:pt x="0" y="1226"/>
                  </a:lnTo>
                  <a:cubicBezTo>
                    <a:pt x="144" y="1149"/>
                    <a:pt x="307" y="1102"/>
                    <a:pt x="479" y="1102"/>
                  </a:cubicBezTo>
                  <a:cubicBezTo>
                    <a:pt x="642" y="1102"/>
                    <a:pt x="804" y="1140"/>
                    <a:pt x="957" y="1226"/>
                  </a:cubicBezTo>
                  <a:lnTo>
                    <a:pt x="957" y="336"/>
                  </a:lnTo>
                  <a:cubicBezTo>
                    <a:pt x="957" y="154"/>
                    <a:pt x="804" y="1"/>
                    <a:pt x="622" y="1"/>
                  </a:cubicBezTo>
                  <a:close/>
                </a:path>
              </a:pathLst>
            </a:custGeom>
            <a:grpFill/>
            <a:ln>
              <a:solidFill>
                <a:schemeClr val="accent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8563;p64"/>
            <p:cNvSpPr/>
            <p:nvPr/>
          </p:nvSpPr>
          <p:spPr>
            <a:xfrm>
              <a:off x="1474700" y="2036503"/>
              <a:ext cx="24894" cy="259633"/>
            </a:xfrm>
            <a:custGeom>
              <a:avLst/>
              <a:gdLst/>
              <a:ahLst/>
              <a:cxnLst/>
              <a:rect l="l" t="t" r="r" b="b"/>
              <a:pathLst>
                <a:path w="948" h="9887" extrusionOk="0">
                  <a:moveTo>
                    <a:pt x="0" y="0"/>
                  </a:moveTo>
                  <a:lnTo>
                    <a:pt x="0" y="9887"/>
                  </a:lnTo>
                  <a:lnTo>
                    <a:pt x="948" y="9887"/>
                  </a:lnTo>
                  <a:lnTo>
                    <a:pt x="948" y="0"/>
                  </a:lnTo>
                  <a:cubicBezTo>
                    <a:pt x="799" y="82"/>
                    <a:pt x="637" y="123"/>
                    <a:pt x="474" y="123"/>
                  </a:cubicBezTo>
                  <a:cubicBezTo>
                    <a:pt x="311" y="123"/>
                    <a:pt x="149" y="82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8564;p64"/>
            <p:cNvSpPr/>
            <p:nvPr/>
          </p:nvSpPr>
          <p:spPr>
            <a:xfrm>
              <a:off x="1474700" y="1961347"/>
              <a:ext cx="20877" cy="32195"/>
            </a:xfrm>
            <a:custGeom>
              <a:avLst/>
              <a:gdLst/>
              <a:ahLst/>
              <a:cxnLst/>
              <a:rect l="l" t="t" r="r" b="b"/>
              <a:pathLst>
                <a:path w="795" h="1226" extrusionOk="0">
                  <a:moveTo>
                    <a:pt x="326" y="1"/>
                  </a:moveTo>
                  <a:cubicBezTo>
                    <a:pt x="144" y="1"/>
                    <a:pt x="0" y="154"/>
                    <a:pt x="0" y="336"/>
                  </a:cubicBezTo>
                  <a:lnTo>
                    <a:pt x="0" y="1226"/>
                  </a:lnTo>
                  <a:cubicBezTo>
                    <a:pt x="144" y="1140"/>
                    <a:pt x="309" y="1097"/>
                    <a:pt x="475" y="1097"/>
                  </a:cubicBezTo>
                  <a:cubicBezTo>
                    <a:pt x="531" y="1097"/>
                    <a:pt x="587" y="1102"/>
                    <a:pt x="642" y="1111"/>
                  </a:cubicBezTo>
                  <a:lnTo>
                    <a:pt x="642" y="326"/>
                  </a:lnTo>
                  <a:cubicBezTo>
                    <a:pt x="642" y="221"/>
                    <a:pt x="699" y="116"/>
                    <a:pt x="795" y="58"/>
                  </a:cubicBezTo>
                  <a:cubicBezTo>
                    <a:pt x="737" y="20"/>
                    <a:pt x="680" y="1"/>
                    <a:pt x="622" y="1"/>
                  </a:cubicBezTo>
                  <a:close/>
                </a:path>
              </a:pathLst>
            </a:custGeom>
            <a:grpFill/>
            <a:ln>
              <a:solidFill>
                <a:schemeClr val="accent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8565;p64"/>
            <p:cNvSpPr/>
            <p:nvPr/>
          </p:nvSpPr>
          <p:spPr>
            <a:xfrm>
              <a:off x="1474700" y="2036503"/>
              <a:ext cx="16596" cy="259633"/>
            </a:xfrm>
            <a:custGeom>
              <a:avLst/>
              <a:gdLst/>
              <a:ahLst/>
              <a:cxnLst/>
              <a:rect l="l" t="t" r="r" b="b"/>
              <a:pathLst>
                <a:path w="632" h="9887" extrusionOk="0">
                  <a:moveTo>
                    <a:pt x="0" y="0"/>
                  </a:moveTo>
                  <a:lnTo>
                    <a:pt x="0" y="9887"/>
                  </a:lnTo>
                  <a:lnTo>
                    <a:pt x="632" y="9887"/>
                  </a:lnTo>
                  <a:lnTo>
                    <a:pt x="632" y="115"/>
                  </a:lnTo>
                  <a:cubicBezTo>
                    <a:pt x="584" y="115"/>
                    <a:pt x="527" y="125"/>
                    <a:pt x="479" y="125"/>
                  </a:cubicBezTo>
                  <a:cubicBezTo>
                    <a:pt x="307" y="125"/>
                    <a:pt x="144" y="77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accent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8566;p64"/>
            <p:cNvSpPr/>
            <p:nvPr/>
          </p:nvSpPr>
          <p:spPr>
            <a:xfrm>
              <a:off x="1551852" y="2161921"/>
              <a:ext cx="145796" cy="25393"/>
            </a:xfrm>
            <a:custGeom>
              <a:avLst/>
              <a:gdLst/>
              <a:ahLst/>
              <a:cxnLst/>
              <a:rect l="l" t="t" r="r" b="b"/>
              <a:pathLst>
                <a:path w="5552" h="967" extrusionOk="0">
                  <a:moveTo>
                    <a:pt x="412" y="0"/>
                  </a:moveTo>
                  <a:cubicBezTo>
                    <a:pt x="182" y="0"/>
                    <a:pt x="0" y="182"/>
                    <a:pt x="0" y="402"/>
                  </a:cubicBezTo>
                  <a:lnTo>
                    <a:pt x="0" y="565"/>
                  </a:lnTo>
                  <a:cubicBezTo>
                    <a:pt x="0" y="785"/>
                    <a:pt x="182" y="967"/>
                    <a:pt x="412" y="967"/>
                  </a:cubicBezTo>
                  <a:lnTo>
                    <a:pt x="5149" y="967"/>
                  </a:lnTo>
                  <a:cubicBezTo>
                    <a:pt x="5369" y="967"/>
                    <a:pt x="5551" y="785"/>
                    <a:pt x="5551" y="565"/>
                  </a:cubicBezTo>
                  <a:lnTo>
                    <a:pt x="5551" y="402"/>
                  </a:lnTo>
                  <a:cubicBezTo>
                    <a:pt x="5551" y="182"/>
                    <a:pt x="5369" y="0"/>
                    <a:pt x="5149" y="0"/>
                  </a:cubicBezTo>
                  <a:close/>
                </a:path>
              </a:pathLst>
            </a:custGeom>
            <a:grpFill/>
            <a:ln>
              <a:solidFill>
                <a:schemeClr val="accent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8567;p64"/>
            <p:cNvSpPr/>
            <p:nvPr/>
          </p:nvSpPr>
          <p:spPr>
            <a:xfrm>
              <a:off x="1551852" y="2166175"/>
              <a:ext cx="146032" cy="21139"/>
            </a:xfrm>
            <a:custGeom>
              <a:avLst/>
              <a:gdLst/>
              <a:ahLst/>
              <a:cxnLst/>
              <a:rect l="l" t="t" r="r" b="b"/>
              <a:pathLst>
                <a:path w="5561" h="805" extrusionOk="0">
                  <a:moveTo>
                    <a:pt x="87" y="1"/>
                  </a:moveTo>
                  <a:cubicBezTo>
                    <a:pt x="29" y="68"/>
                    <a:pt x="0" y="154"/>
                    <a:pt x="0" y="240"/>
                  </a:cubicBezTo>
                  <a:lnTo>
                    <a:pt x="0" y="393"/>
                  </a:lnTo>
                  <a:cubicBezTo>
                    <a:pt x="0" y="623"/>
                    <a:pt x="182" y="805"/>
                    <a:pt x="412" y="805"/>
                  </a:cubicBezTo>
                  <a:lnTo>
                    <a:pt x="5149" y="805"/>
                  </a:lnTo>
                  <a:cubicBezTo>
                    <a:pt x="5379" y="805"/>
                    <a:pt x="5561" y="623"/>
                    <a:pt x="5561" y="393"/>
                  </a:cubicBezTo>
                  <a:lnTo>
                    <a:pt x="5561" y="240"/>
                  </a:lnTo>
                  <a:cubicBezTo>
                    <a:pt x="5561" y="154"/>
                    <a:pt x="5532" y="68"/>
                    <a:pt x="5475" y="1"/>
                  </a:cubicBezTo>
                  <a:cubicBezTo>
                    <a:pt x="5398" y="96"/>
                    <a:pt x="5283" y="163"/>
                    <a:pt x="5149" y="163"/>
                  </a:cubicBezTo>
                  <a:lnTo>
                    <a:pt x="412" y="163"/>
                  </a:lnTo>
                  <a:cubicBezTo>
                    <a:pt x="278" y="163"/>
                    <a:pt x="163" y="96"/>
                    <a:pt x="87" y="1"/>
                  </a:cubicBezTo>
                  <a:close/>
                </a:path>
              </a:pathLst>
            </a:custGeom>
            <a:grpFill/>
            <a:ln>
              <a:solidFill>
                <a:schemeClr val="accent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8568;p64"/>
            <p:cNvSpPr/>
            <p:nvPr/>
          </p:nvSpPr>
          <p:spPr>
            <a:xfrm>
              <a:off x="1572965" y="2187288"/>
              <a:ext cx="108848" cy="47531"/>
            </a:xfrm>
            <a:custGeom>
              <a:avLst/>
              <a:gdLst/>
              <a:ahLst/>
              <a:cxnLst/>
              <a:rect l="l" t="t" r="r" b="b"/>
              <a:pathLst>
                <a:path w="4145" h="1810" extrusionOk="0">
                  <a:moveTo>
                    <a:pt x="0" y="1"/>
                  </a:moveTo>
                  <a:cubicBezTo>
                    <a:pt x="144" y="1034"/>
                    <a:pt x="1024" y="1809"/>
                    <a:pt x="2077" y="1809"/>
                  </a:cubicBezTo>
                  <a:cubicBezTo>
                    <a:pt x="3120" y="1809"/>
                    <a:pt x="4010" y="1034"/>
                    <a:pt x="4144" y="1"/>
                  </a:cubicBezTo>
                  <a:close/>
                </a:path>
              </a:pathLst>
            </a:custGeom>
            <a:grpFill/>
            <a:ln>
              <a:solidFill>
                <a:schemeClr val="accent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8569;p64"/>
            <p:cNvSpPr/>
            <p:nvPr/>
          </p:nvSpPr>
          <p:spPr>
            <a:xfrm>
              <a:off x="1293244" y="2187288"/>
              <a:ext cx="67121" cy="47531"/>
            </a:xfrm>
            <a:custGeom>
              <a:avLst/>
              <a:gdLst/>
              <a:ahLst/>
              <a:cxnLst/>
              <a:rect l="l" t="t" r="r" b="b"/>
              <a:pathLst>
                <a:path w="2556" h="1810" extrusionOk="0">
                  <a:moveTo>
                    <a:pt x="1" y="1"/>
                  </a:moveTo>
                  <a:cubicBezTo>
                    <a:pt x="149" y="1059"/>
                    <a:pt x="1048" y="1810"/>
                    <a:pt x="2067" y="1810"/>
                  </a:cubicBezTo>
                  <a:cubicBezTo>
                    <a:pt x="2228" y="1810"/>
                    <a:pt x="2392" y="1791"/>
                    <a:pt x="2556" y="1752"/>
                  </a:cubicBezTo>
                  <a:cubicBezTo>
                    <a:pt x="1714" y="1551"/>
                    <a:pt x="1082" y="862"/>
                    <a:pt x="967" y="1"/>
                  </a:cubicBezTo>
                  <a:close/>
                </a:path>
              </a:pathLst>
            </a:custGeom>
            <a:grpFill/>
            <a:ln>
              <a:solidFill>
                <a:schemeClr val="accent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8570;p64"/>
            <p:cNvSpPr/>
            <p:nvPr/>
          </p:nvSpPr>
          <p:spPr>
            <a:xfrm>
              <a:off x="1572965" y="2187288"/>
              <a:ext cx="67121" cy="47531"/>
            </a:xfrm>
            <a:custGeom>
              <a:avLst/>
              <a:gdLst/>
              <a:ahLst/>
              <a:cxnLst/>
              <a:rect l="l" t="t" r="r" b="b"/>
              <a:pathLst>
                <a:path w="2556" h="1810" extrusionOk="0">
                  <a:moveTo>
                    <a:pt x="0" y="1"/>
                  </a:moveTo>
                  <a:cubicBezTo>
                    <a:pt x="141" y="1059"/>
                    <a:pt x="1045" y="1810"/>
                    <a:pt x="2066" y="1810"/>
                  </a:cubicBezTo>
                  <a:cubicBezTo>
                    <a:pt x="2227" y="1810"/>
                    <a:pt x="2391" y="1791"/>
                    <a:pt x="2556" y="1752"/>
                  </a:cubicBezTo>
                  <a:cubicBezTo>
                    <a:pt x="1713" y="1551"/>
                    <a:pt x="1082" y="862"/>
                    <a:pt x="967" y="1"/>
                  </a:cubicBezTo>
                  <a:close/>
                </a:path>
              </a:pathLst>
            </a:custGeom>
            <a:grpFill/>
            <a:ln>
              <a:solidFill>
                <a:schemeClr val="accent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8571;p64"/>
            <p:cNvSpPr/>
            <p:nvPr/>
          </p:nvSpPr>
          <p:spPr>
            <a:xfrm>
              <a:off x="1333211" y="2029466"/>
              <a:ext cx="34191" cy="33954"/>
            </a:xfrm>
            <a:custGeom>
              <a:avLst/>
              <a:gdLst/>
              <a:ahLst/>
              <a:cxnLst/>
              <a:rect l="l" t="t" r="r" b="b"/>
              <a:pathLst>
                <a:path w="1302" h="1293" extrusionOk="0">
                  <a:moveTo>
                    <a:pt x="651" y="1"/>
                  </a:moveTo>
                  <a:cubicBezTo>
                    <a:pt x="297" y="1"/>
                    <a:pt x="0" y="288"/>
                    <a:pt x="0" y="651"/>
                  </a:cubicBezTo>
                  <a:cubicBezTo>
                    <a:pt x="0" y="1005"/>
                    <a:pt x="297" y="1293"/>
                    <a:pt x="651" y="1293"/>
                  </a:cubicBezTo>
                  <a:cubicBezTo>
                    <a:pt x="1005" y="1293"/>
                    <a:pt x="1302" y="1005"/>
                    <a:pt x="1302" y="651"/>
                  </a:cubicBezTo>
                  <a:cubicBezTo>
                    <a:pt x="1302" y="288"/>
                    <a:pt x="1005" y="1"/>
                    <a:pt x="651" y="1"/>
                  </a:cubicBezTo>
                  <a:close/>
                </a:path>
              </a:pathLst>
            </a:custGeom>
            <a:grpFill/>
            <a:ln>
              <a:solidFill>
                <a:schemeClr val="accent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8572;p64"/>
            <p:cNvSpPr/>
            <p:nvPr/>
          </p:nvSpPr>
          <p:spPr>
            <a:xfrm>
              <a:off x="1607891" y="2029466"/>
              <a:ext cx="33954" cy="33954"/>
            </a:xfrm>
            <a:custGeom>
              <a:avLst/>
              <a:gdLst/>
              <a:ahLst/>
              <a:cxnLst/>
              <a:rect l="l" t="t" r="r" b="b"/>
              <a:pathLst>
                <a:path w="1293" h="1293" extrusionOk="0">
                  <a:moveTo>
                    <a:pt x="642" y="1"/>
                  </a:moveTo>
                  <a:cubicBezTo>
                    <a:pt x="288" y="1"/>
                    <a:pt x="1" y="288"/>
                    <a:pt x="1" y="651"/>
                  </a:cubicBezTo>
                  <a:cubicBezTo>
                    <a:pt x="1" y="1005"/>
                    <a:pt x="288" y="1293"/>
                    <a:pt x="642" y="1293"/>
                  </a:cubicBezTo>
                  <a:cubicBezTo>
                    <a:pt x="1005" y="1293"/>
                    <a:pt x="1293" y="1005"/>
                    <a:pt x="1293" y="651"/>
                  </a:cubicBezTo>
                  <a:cubicBezTo>
                    <a:pt x="1293" y="288"/>
                    <a:pt x="1005" y="1"/>
                    <a:pt x="642" y="1"/>
                  </a:cubicBezTo>
                  <a:close/>
                </a:path>
              </a:pathLst>
            </a:custGeom>
            <a:grpFill/>
            <a:ln>
              <a:solidFill>
                <a:schemeClr val="accent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8573;p64"/>
            <p:cNvSpPr/>
            <p:nvPr/>
          </p:nvSpPr>
          <p:spPr>
            <a:xfrm>
              <a:off x="1428456" y="2293589"/>
              <a:ext cx="117382" cy="27941"/>
            </a:xfrm>
            <a:custGeom>
              <a:avLst/>
              <a:gdLst/>
              <a:ahLst/>
              <a:cxnLst/>
              <a:rect l="l" t="t" r="r" b="b"/>
              <a:pathLst>
                <a:path w="4470" h="1064" extrusionOk="0">
                  <a:moveTo>
                    <a:pt x="402" y="1"/>
                  </a:moveTo>
                  <a:cubicBezTo>
                    <a:pt x="182" y="1"/>
                    <a:pt x="0" y="183"/>
                    <a:pt x="0" y="403"/>
                  </a:cubicBezTo>
                  <a:lnTo>
                    <a:pt x="0" y="1063"/>
                  </a:lnTo>
                  <a:lnTo>
                    <a:pt x="4470" y="1063"/>
                  </a:lnTo>
                  <a:lnTo>
                    <a:pt x="4470" y="403"/>
                  </a:lnTo>
                  <a:cubicBezTo>
                    <a:pt x="4470" y="183"/>
                    <a:pt x="4288" y="1"/>
                    <a:pt x="4068" y="1"/>
                  </a:cubicBezTo>
                  <a:close/>
                </a:path>
              </a:pathLst>
            </a:custGeom>
            <a:grpFill/>
            <a:ln>
              <a:solidFill>
                <a:schemeClr val="accent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8574;p64"/>
            <p:cNvSpPr/>
            <p:nvPr/>
          </p:nvSpPr>
          <p:spPr>
            <a:xfrm>
              <a:off x="1428456" y="2302150"/>
              <a:ext cx="117382" cy="19380"/>
            </a:xfrm>
            <a:custGeom>
              <a:avLst/>
              <a:gdLst/>
              <a:ahLst/>
              <a:cxnLst/>
              <a:rect l="l" t="t" r="r" b="b"/>
              <a:pathLst>
                <a:path w="4470" h="738" extrusionOk="0">
                  <a:moveTo>
                    <a:pt x="10" y="0"/>
                  </a:moveTo>
                  <a:cubicBezTo>
                    <a:pt x="0" y="19"/>
                    <a:pt x="0" y="48"/>
                    <a:pt x="0" y="77"/>
                  </a:cubicBezTo>
                  <a:lnTo>
                    <a:pt x="0" y="737"/>
                  </a:lnTo>
                  <a:lnTo>
                    <a:pt x="4470" y="737"/>
                  </a:lnTo>
                  <a:lnTo>
                    <a:pt x="4470" y="77"/>
                  </a:lnTo>
                  <a:cubicBezTo>
                    <a:pt x="4470" y="48"/>
                    <a:pt x="4470" y="19"/>
                    <a:pt x="4460" y="0"/>
                  </a:cubicBezTo>
                  <a:close/>
                </a:path>
              </a:pathLst>
            </a:custGeom>
            <a:grpFill/>
            <a:ln>
              <a:solidFill>
                <a:schemeClr val="accent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8575;p64"/>
            <p:cNvSpPr/>
            <p:nvPr/>
          </p:nvSpPr>
          <p:spPr>
            <a:xfrm>
              <a:off x="1414381" y="2318982"/>
              <a:ext cx="146032" cy="25420"/>
            </a:xfrm>
            <a:custGeom>
              <a:avLst/>
              <a:gdLst/>
              <a:ahLst/>
              <a:cxnLst/>
              <a:rect l="l" t="t" r="r" b="b"/>
              <a:pathLst>
                <a:path w="5561" h="968" extrusionOk="0">
                  <a:moveTo>
                    <a:pt x="412" y="0"/>
                  </a:moveTo>
                  <a:cubicBezTo>
                    <a:pt x="182" y="0"/>
                    <a:pt x="0" y="182"/>
                    <a:pt x="0" y="402"/>
                  </a:cubicBezTo>
                  <a:lnTo>
                    <a:pt x="0" y="565"/>
                  </a:lnTo>
                  <a:cubicBezTo>
                    <a:pt x="0" y="785"/>
                    <a:pt x="182" y="967"/>
                    <a:pt x="412" y="967"/>
                  </a:cubicBezTo>
                  <a:lnTo>
                    <a:pt x="5149" y="967"/>
                  </a:lnTo>
                  <a:cubicBezTo>
                    <a:pt x="5369" y="967"/>
                    <a:pt x="5551" y="785"/>
                    <a:pt x="5561" y="565"/>
                  </a:cubicBezTo>
                  <a:lnTo>
                    <a:pt x="5561" y="402"/>
                  </a:lnTo>
                  <a:cubicBezTo>
                    <a:pt x="5551" y="182"/>
                    <a:pt x="5369" y="0"/>
                    <a:pt x="5149" y="0"/>
                  </a:cubicBezTo>
                  <a:close/>
                </a:path>
              </a:pathLst>
            </a:custGeom>
            <a:grpFill/>
            <a:ln>
              <a:solidFill>
                <a:schemeClr val="accent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8576;p64"/>
            <p:cNvSpPr/>
            <p:nvPr/>
          </p:nvSpPr>
          <p:spPr>
            <a:xfrm>
              <a:off x="1414381" y="2323263"/>
              <a:ext cx="146032" cy="21139"/>
            </a:xfrm>
            <a:custGeom>
              <a:avLst/>
              <a:gdLst/>
              <a:ahLst/>
              <a:cxnLst/>
              <a:rect l="l" t="t" r="r" b="b"/>
              <a:pathLst>
                <a:path w="5561" h="805" extrusionOk="0">
                  <a:moveTo>
                    <a:pt x="87" y="0"/>
                  </a:moveTo>
                  <a:cubicBezTo>
                    <a:pt x="29" y="67"/>
                    <a:pt x="0" y="153"/>
                    <a:pt x="0" y="239"/>
                  </a:cubicBezTo>
                  <a:lnTo>
                    <a:pt x="0" y="393"/>
                  </a:lnTo>
                  <a:cubicBezTo>
                    <a:pt x="0" y="622"/>
                    <a:pt x="182" y="804"/>
                    <a:pt x="412" y="804"/>
                  </a:cubicBezTo>
                  <a:lnTo>
                    <a:pt x="5149" y="804"/>
                  </a:lnTo>
                  <a:cubicBezTo>
                    <a:pt x="5379" y="804"/>
                    <a:pt x="5561" y="622"/>
                    <a:pt x="5561" y="393"/>
                  </a:cubicBezTo>
                  <a:lnTo>
                    <a:pt x="5561" y="239"/>
                  </a:lnTo>
                  <a:cubicBezTo>
                    <a:pt x="5561" y="153"/>
                    <a:pt x="5532" y="67"/>
                    <a:pt x="5475" y="0"/>
                  </a:cubicBezTo>
                  <a:cubicBezTo>
                    <a:pt x="5398" y="105"/>
                    <a:pt x="5274" y="163"/>
                    <a:pt x="5149" y="163"/>
                  </a:cubicBezTo>
                  <a:lnTo>
                    <a:pt x="412" y="163"/>
                  </a:lnTo>
                  <a:cubicBezTo>
                    <a:pt x="278" y="163"/>
                    <a:pt x="163" y="105"/>
                    <a:pt x="87" y="0"/>
                  </a:cubicBezTo>
                  <a:close/>
                </a:path>
              </a:pathLst>
            </a:custGeom>
            <a:grpFill/>
            <a:ln>
              <a:solidFill>
                <a:schemeClr val="accent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8577;p64"/>
            <p:cNvSpPr/>
            <p:nvPr/>
          </p:nvSpPr>
          <p:spPr>
            <a:xfrm>
              <a:off x="1462384" y="1990260"/>
              <a:ext cx="49526" cy="49526"/>
            </a:xfrm>
            <a:custGeom>
              <a:avLst/>
              <a:gdLst/>
              <a:ahLst/>
              <a:cxnLst/>
              <a:rect l="l" t="t" r="r" b="b"/>
              <a:pathLst>
                <a:path w="1886" h="1886" extrusionOk="0">
                  <a:moveTo>
                    <a:pt x="938" y="1"/>
                  </a:moveTo>
                  <a:cubicBezTo>
                    <a:pt x="421" y="1"/>
                    <a:pt x="0" y="422"/>
                    <a:pt x="0" y="938"/>
                  </a:cubicBezTo>
                  <a:cubicBezTo>
                    <a:pt x="0" y="1465"/>
                    <a:pt x="421" y="1886"/>
                    <a:pt x="938" y="1886"/>
                  </a:cubicBezTo>
                  <a:cubicBezTo>
                    <a:pt x="1465" y="1886"/>
                    <a:pt x="1886" y="1465"/>
                    <a:pt x="1886" y="938"/>
                  </a:cubicBezTo>
                  <a:cubicBezTo>
                    <a:pt x="1886" y="422"/>
                    <a:pt x="1465" y="1"/>
                    <a:pt x="938" y="1"/>
                  </a:cubicBezTo>
                  <a:close/>
                </a:path>
              </a:pathLst>
            </a:custGeom>
            <a:grpFill/>
            <a:ln>
              <a:solidFill>
                <a:schemeClr val="accent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8578;p64"/>
            <p:cNvSpPr/>
            <p:nvPr/>
          </p:nvSpPr>
          <p:spPr>
            <a:xfrm>
              <a:off x="1333211" y="2029571"/>
              <a:ext cx="29674" cy="33980"/>
            </a:xfrm>
            <a:custGeom>
              <a:avLst/>
              <a:gdLst/>
              <a:ahLst/>
              <a:cxnLst/>
              <a:rect l="l" t="t" r="r" b="b"/>
              <a:pathLst>
                <a:path w="1130" h="1294" extrusionOk="0">
                  <a:moveTo>
                    <a:pt x="654" y="1"/>
                  </a:moveTo>
                  <a:cubicBezTo>
                    <a:pt x="322" y="1"/>
                    <a:pt x="0" y="255"/>
                    <a:pt x="0" y="647"/>
                  </a:cubicBezTo>
                  <a:cubicBezTo>
                    <a:pt x="0" y="1040"/>
                    <a:pt x="322" y="1294"/>
                    <a:pt x="654" y="1294"/>
                  </a:cubicBezTo>
                  <a:cubicBezTo>
                    <a:pt x="824" y="1294"/>
                    <a:pt x="997" y="1227"/>
                    <a:pt x="1130" y="1078"/>
                  </a:cubicBezTo>
                  <a:cubicBezTo>
                    <a:pt x="1024" y="963"/>
                    <a:pt x="967" y="810"/>
                    <a:pt x="967" y="647"/>
                  </a:cubicBezTo>
                  <a:cubicBezTo>
                    <a:pt x="967" y="485"/>
                    <a:pt x="1024" y="331"/>
                    <a:pt x="1130" y="217"/>
                  </a:cubicBezTo>
                  <a:cubicBezTo>
                    <a:pt x="997" y="67"/>
                    <a:pt x="824" y="1"/>
                    <a:pt x="654" y="1"/>
                  </a:cubicBezTo>
                  <a:close/>
                </a:path>
              </a:pathLst>
            </a:custGeom>
            <a:grpFill/>
            <a:ln>
              <a:solidFill>
                <a:schemeClr val="accent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8579;p64"/>
            <p:cNvSpPr/>
            <p:nvPr/>
          </p:nvSpPr>
          <p:spPr>
            <a:xfrm>
              <a:off x="1607891" y="2029571"/>
              <a:ext cx="29674" cy="33980"/>
            </a:xfrm>
            <a:custGeom>
              <a:avLst/>
              <a:gdLst/>
              <a:ahLst/>
              <a:cxnLst/>
              <a:rect l="l" t="t" r="r" b="b"/>
              <a:pathLst>
                <a:path w="1130" h="1294" extrusionOk="0">
                  <a:moveTo>
                    <a:pt x="650" y="1"/>
                  </a:moveTo>
                  <a:cubicBezTo>
                    <a:pt x="319" y="1"/>
                    <a:pt x="1" y="255"/>
                    <a:pt x="1" y="647"/>
                  </a:cubicBezTo>
                  <a:cubicBezTo>
                    <a:pt x="1" y="1040"/>
                    <a:pt x="319" y="1294"/>
                    <a:pt x="650" y="1294"/>
                  </a:cubicBezTo>
                  <a:cubicBezTo>
                    <a:pt x="820" y="1294"/>
                    <a:pt x="994" y="1227"/>
                    <a:pt x="1130" y="1078"/>
                  </a:cubicBezTo>
                  <a:cubicBezTo>
                    <a:pt x="1025" y="963"/>
                    <a:pt x="967" y="810"/>
                    <a:pt x="967" y="647"/>
                  </a:cubicBezTo>
                  <a:cubicBezTo>
                    <a:pt x="967" y="485"/>
                    <a:pt x="1025" y="331"/>
                    <a:pt x="1130" y="217"/>
                  </a:cubicBezTo>
                  <a:cubicBezTo>
                    <a:pt x="994" y="67"/>
                    <a:pt x="820" y="1"/>
                    <a:pt x="650" y="1"/>
                  </a:cubicBezTo>
                  <a:close/>
                </a:path>
              </a:pathLst>
            </a:custGeom>
            <a:grpFill/>
            <a:ln>
              <a:solidFill>
                <a:schemeClr val="accent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8580;p64"/>
            <p:cNvSpPr/>
            <p:nvPr/>
          </p:nvSpPr>
          <p:spPr>
            <a:xfrm>
              <a:off x="1462384" y="1990286"/>
              <a:ext cx="37473" cy="49763"/>
            </a:xfrm>
            <a:custGeom>
              <a:avLst/>
              <a:gdLst/>
              <a:ahLst/>
              <a:cxnLst/>
              <a:rect l="l" t="t" r="r" b="b"/>
              <a:pathLst>
                <a:path w="1427" h="1895" extrusionOk="0">
                  <a:moveTo>
                    <a:pt x="948" y="1"/>
                  </a:moveTo>
                  <a:cubicBezTo>
                    <a:pt x="454" y="1"/>
                    <a:pt x="0" y="397"/>
                    <a:pt x="0" y="947"/>
                  </a:cubicBezTo>
                  <a:cubicBezTo>
                    <a:pt x="0" y="1502"/>
                    <a:pt x="451" y="1895"/>
                    <a:pt x="944" y="1895"/>
                  </a:cubicBezTo>
                  <a:cubicBezTo>
                    <a:pt x="1105" y="1895"/>
                    <a:pt x="1271" y="1853"/>
                    <a:pt x="1426" y="1760"/>
                  </a:cubicBezTo>
                  <a:cubicBezTo>
                    <a:pt x="1139" y="1588"/>
                    <a:pt x="967" y="1282"/>
                    <a:pt x="967" y="947"/>
                  </a:cubicBezTo>
                  <a:cubicBezTo>
                    <a:pt x="967" y="612"/>
                    <a:pt x="1139" y="306"/>
                    <a:pt x="1426" y="134"/>
                  </a:cubicBezTo>
                  <a:cubicBezTo>
                    <a:pt x="1272" y="42"/>
                    <a:pt x="1108" y="1"/>
                    <a:pt x="948" y="1"/>
                  </a:cubicBezTo>
                  <a:close/>
                </a:path>
              </a:pathLst>
            </a:custGeom>
            <a:grpFill/>
            <a:ln>
              <a:solidFill>
                <a:schemeClr val="accent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8581;p64"/>
            <p:cNvSpPr/>
            <p:nvPr/>
          </p:nvSpPr>
          <p:spPr>
            <a:xfrm>
              <a:off x="1277409" y="2161921"/>
              <a:ext cx="145796" cy="25393"/>
            </a:xfrm>
            <a:custGeom>
              <a:avLst/>
              <a:gdLst/>
              <a:ahLst/>
              <a:cxnLst/>
              <a:rect l="l" t="t" r="r" b="b"/>
              <a:pathLst>
                <a:path w="5552" h="967" extrusionOk="0">
                  <a:moveTo>
                    <a:pt x="403" y="0"/>
                  </a:moveTo>
                  <a:cubicBezTo>
                    <a:pt x="182" y="0"/>
                    <a:pt x="1" y="182"/>
                    <a:pt x="1" y="402"/>
                  </a:cubicBezTo>
                  <a:lnTo>
                    <a:pt x="1" y="565"/>
                  </a:lnTo>
                  <a:cubicBezTo>
                    <a:pt x="1" y="785"/>
                    <a:pt x="182" y="967"/>
                    <a:pt x="403" y="967"/>
                  </a:cubicBezTo>
                  <a:lnTo>
                    <a:pt x="5149" y="967"/>
                  </a:lnTo>
                  <a:cubicBezTo>
                    <a:pt x="5370" y="967"/>
                    <a:pt x="5551" y="785"/>
                    <a:pt x="5551" y="565"/>
                  </a:cubicBezTo>
                  <a:lnTo>
                    <a:pt x="5551" y="402"/>
                  </a:lnTo>
                  <a:cubicBezTo>
                    <a:pt x="5551" y="182"/>
                    <a:pt x="5370" y="0"/>
                    <a:pt x="5149" y="0"/>
                  </a:cubicBezTo>
                  <a:close/>
                </a:path>
              </a:pathLst>
            </a:custGeom>
            <a:grpFill/>
            <a:ln>
              <a:solidFill>
                <a:schemeClr val="accent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8582;p64"/>
            <p:cNvSpPr/>
            <p:nvPr/>
          </p:nvSpPr>
          <p:spPr>
            <a:xfrm>
              <a:off x="1277409" y="2166175"/>
              <a:ext cx="145796" cy="21139"/>
            </a:xfrm>
            <a:custGeom>
              <a:avLst/>
              <a:gdLst/>
              <a:ahLst/>
              <a:cxnLst/>
              <a:rect l="l" t="t" r="r" b="b"/>
              <a:pathLst>
                <a:path w="5552" h="805" extrusionOk="0">
                  <a:moveTo>
                    <a:pt x="77" y="1"/>
                  </a:moveTo>
                  <a:cubicBezTo>
                    <a:pt x="29" y="68"/>
                    <a:pt x="1" y="154"/>
                    <a:pt x="1" y="240"/>
                  </a:cubicBezTo>
                  <a:lnTo>
                    <a:pt x="1" y="393"/>
                  </a:lnTo>
                  <a:cubicBezTo>
                    <a:pt x="1" y="623"/>
                    <a:pt x="182" y="805"/>
                    <a:pt x="403" y="805"/>
                  </a:cubicBezTo>
                  <a:lnTo>
                    <a:pt x="5149" y="805"/>
                  </a:lnTo>
                  <a:cubicBezTo>
                    <a:pt x="5370" y="805"/>
                    <a:pt x="5551" y="623"/>
                    <a:pt x="5551" y="393"/>
                  </a:cubicBezTo>
                  <a:lnTo>
                    <a:pt x="5551" y="240"/>
                  </a:lnTo>
                  <a:cubicBezTo>
                    <a:pt x="5551" y="154"/>
                    <a:pt x="5523" y="68"/>
                    <a:pt x="5475" y="1"/>
                  </a:cubicBezTo>
                  <a:cubicBezTo>
                    <a:pt x="5398" y="96"/>
                    <a:pt x="5274" y="163"/>
                    <a:pt x="5149" y="163"/>
                  </a:cubicBezTo>
                  <a:lnTo>
                    <a:pt x="403" y="163"/>
                  </a:lnTo>
                  <a:cubicBezTo>
                    <a:pt x="278" y="163"/>
                    <a:pt x="154" y="96"/>
                    <a:pt x="77" y="1"/>
                  </a:cubicBezTo>
                  <a:close/>
                </a:path>
              </a:pathLst>
            </a:custGeom>
            <a:grpFill/>
            <a:ln>
              <a:solidFill>
                <a:schemeClr val="accent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098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732" y="939454"/>
            <a:ext cx="2161339" cy="3841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959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2"/>
          </p:nvPr>
        </p:nvSpPr>
        <p:spPr>
          <a:xfrm>
            <a:off x="0" y="2370007"/>
            <a:ext cx="3817939" cy="1394486"/>
          </a:xfrm>
        </p:spPr>
        <p:txBody>
          <a:bodyPr/>
          <a:lstStyle/>
          <a:p>
            <a:pPr algn="ctr"/>
            <a:r>
              <a:rPr lang="en-US" b="1" dirty="0"/>
              <a:t>	Fitness</a:t>
            </a:r>
            <a:r>
              <a:rPr lang="en-US" dirty="0"/>
              <a:t> tells us how close each individual is to solving the problem.</a:t>
            </a:r>
          </a:p>
          <a:p>
            <a:pPr algn="ctr"/>
            <a:r>
              <a:rPr lang="en-US" dirty="0"/>
              <a:t>	The best solutions are more likely to survive and influence the next generation.</a:t>
            </a:r>
          </a:p>
          <a:p>
            <a:pPr algn="ctr"/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Fitness Evaluation</a:t>
            </a:r>
            <a:br>
              <a:rPr lang="en-US" b="1" dirty="0"/>
            </a:br>
            <a:endParaRPr lang="ru-RU" dirty="0"/>
          </a:p>
        </p:txBody>
      </p:sp>
      <p:pic>
        <p:nvPicPr>
          <p:cNvPr id="3074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686156"/>
            <a:ext cx="4143284" cy="2762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44057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41"/>
          <p:cNvSpPr/>
          <p:nvPr/>
        </p:nvSpPr>
        <p:spPr>
          <a:xfrm>
            <a:off x="4254325" y="2246000"/>
            <a:ext cx="3540900" cy="2724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5" name="Google Shape;825;p41"/>
          <p:cNvSpPr txBox="1">
            <a:spLocks noGrp="1"/>
          </p:cNvSpPr>
          <p:nvPr>
            <p:ph type="title"/>
          </p:nvPr>
        </p:nvSpPr>
        <p:spPr>
          <a:xfrm flipH="1">
            <a:off x="3835013" y="2072894"/>
            <a:ext cx="5050559" cy="169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Mathematical Foundations</a:t>
            </a:r>
            <a:br>
              <a:rPr lang="en-US" dirty="0"/>
            </a:br>
            <a:endParaRPr sz="5000" dirty="0"/>
          </a:p>
        </p:txBody>
      </p:sp>
      <p:grpSp>
        <p:nvGrpSpPr>
          <p:cNvPr id="826" name="Google Shape;826;p41"/>
          <p:cNvGrpSpPr/>
          <p:nvPr/>
        </p:nvGrpSpPr>
        <p:grpSpPr>
          <a:xfrm>
            <a:off x="512610" y="978022"/>
            <a:ext cx="3443694" cy="3380397"/>
            <a:chOff x="719878" y="1032266"/>
            <a:chExt cx="3382053" cy="3078966"/>
          </a:xfrm>
        </p:grpSpPr>
        <p:sp>
          <p:nvSpPr>
            <p:cNvPr id="827" name="Google Shape;827;p41"/>
            <p:cNvSpPr/>
            <p:nvPr/>
          </p:nvSpPr>
          <p:spPr>
            <a:xfrm flipH="1">
              <a:off x="719878" y="3834800"/>
              <a:ext cx="3083924" cy="276432"/>
            </a:xfrm>
            <a:custGeom>
              <a:avLst/>
              <a:gdLst/>
              <a:ahLst/>
              <a:cxnLst/>
              <a:rect l="l" t="t" r="r" b="b"/>
              <a:pathLst>
                <a:path w="161716" h="9441" extrusionOk="0">
                  <a:moveTo>
                    <a:pt x="80858" y="1"/>
                  </a:moveTo>
                  <a:cubicBezTo>
                    <a:pt x="36193" y="1"/>
                    <a:pt x="0" y="2136"/>
                    <a:pt x="0" y="4738"/>
                  </a:cubicBezTo>
                  <a:cubicBezTo>
                    <a:pt x="0" y="7339"/>
                    <a:pt x="36193" y="9441"/>
                    <a:pt x="80858" y="9441"/>
                  </a:cubicBezTo>
                  <a:cubicBezTo>
                    <a:pt x="125523" y="9441"/>
                    <a:pt x="161716" y="7339"/>
                    <a:pt x="161716" y="4738"/>
                  </a:cubicBezTo>
                  <a:cubicBezTo>
                    <a:pt x="161716" y="2136"/>
                    <a:pt x="125523" y="1"/>
                    <a:pt x="808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41"/>
            <p:cNvSpPr/>
            <p:nvPr/>
          </p:nvSpPr>
          <p:spPr>
            <a:xfrm rot="3863858">
              <a:off x="3581854" y="1890967"/>
              <a:ext cx="391677" cy="531400"/>
            </a:xfrm>
            <a:custGeom>
              <a:avLst/>
              <a:gdLst/>
              <a:ahLst/>
              <a:cxnLst/>
              <a:rect l="l" t="t" r="r" b="b"/>
              <a:pathLst>
                <a:path w="13377" h="18149" extrusionOk="0">
                  <a:moveTo>
                    <a:pt x="7756" y="0"/>
                  </a:moveTo>
                  <a:cubicBezTo>
                    <a:pt x="6728" y="0"/>
                    <a:pt x="5615" y="269"/>
                    <a:pt x="4403" y="836"/>
                  </a:cubicBezTo>
                  <a:cubicBezTo>
                    <a:pt x="2402" y="1737"/>
                    <a:pt x="1101" y="2904"/>
                    <a:pt x="567" y="4272"/>
                  </a:cubicBezTo>
                  <a:cubicBezTo>
                    <a:pt x="0" y="5740"/>
                    <a:pt x="0" y="7307"/>
                    <a:pt x="567" y="8775"/>
                  </a:cubicBezTo>
                  <a:lnTo>
                    <a:pt x="4970" y="7374"/>
                  </a:lnTo>
                  <a:cubicBezTo>
                    <a:pt x="4670" y="6507"/>
                    <a:pt x="4637" y="5806"/>
                    <a:pt x="4804" y="5306"/>
                  </a:cubicBezTo>
                  <a:cubicBezTo>
                    <a:pt x="5004" y="4839"/>
                    <a:pt x="5371" y="4439"/>
                    <a:pt x="5838" y="4238"/>
                  </a:cubicBezTo>
                  <a:cubicBezTo>
                    <a:pt x="6091" y="4100"/>
                    <a:pt x="6376" y="4026"/>
                    <a:pt x="6671" y="4026"/>
                  </a:cubicBezTo>
                  <a:cubicBezTo>
                    <a:pt x="6803" y="4026"/>
                    <a:pt x="6938" y="4041"/>
                    <a:pt x="7072" y="4072"/>
                  </a:cubicBezTo>
                  <a:cubicBezTo>
                    <a:pt x="7405" y="4205"/>
                    <a:pt x="7706" y="4472"/>
                    <a:pt x="7839" y="4839"/>
                  </a:cubicBezTo>
                  <a:cubicBezTo>
                    <a:pt x="8006" y="5239"/>
                    <a:pt x="7906" y="5806"/>
                    <a:pt x="7539" y="6540"/>
                  </a:cubicBezTo>
                  <a:cubicBezTo>
                    <a:pt x="7072" y="7474"/>
                    <a:pt x="6672" y="8442"/>
                    <a:pt x="6305" y="9409"/>
                  </a:cubicBezTo>
                  <a:cubicBezTo>
                    <a:pt x="6171" y="9909"/>
                    <a:pt x="6104" y="10410"/>
                    <a:pt x="6138" y="10910"/>
                  </a:cubicBezTo>
                  <a:cubicBezTo>
                    <a:pt x="6205" y="11544"/>
                    <a:pt x="6405" y="12178"/>
                    <a:pt x="6672" y="12745"/>
                  </a:cubicBezTo>
                  <a:lnTo>
                    <a:pt x="6872" y="13145"/>
                  </a:lnTo>
                  <a:lnTo>
                    <a:pt x="10975" y="11277"/>
                  </a:lnTo>
                  <a:cubicBezTo>
                    <a:pt x="10741" y="10810"/>
                    <a:pt x="10641" y="10276"/>
                    <a:pt x="10641" y="9776"/>
                  </a:cubicBezTo>
                  <a:cubicBezTo>
                    <a:pt x="10774" y="9075"/>
                    <a:pt x="11041" y="8375"/>
                    <a:pt x="11408" y="7774"/>
                  </a:cubicBezTo>
                  <a:cubicBezTo>
                    <a:pt x="11942" y="6807"/>
                    <a:pt x="12309" y="5806"/>
                    <a:pt x="12509" y="4739"/>
                  </a:cubicBezTo>
                  <a:cubicBezTo>
                    <a:pt x="12609" y="4038"/>
                    <a:pt x="12509" y="3371"/>
                    <a:pt x="12209" y="2737"/>
                  </a:cubicBezTo>
                  <a:cubicBezTo>
                    <a:pt x="11575" y="1270"/>
                    <a:pt x="10207" y="269"/>
                    <a:pt x="8640" y="69"/>
                  </a:cubicBezTo>
                  <a:cubicBezTo>
                    <a:pt x="8352" y="23"/>
                    <a:pt x="8058" y="0"/>
                    <a:pt x="7756" y="0"/>
                  </a:cubicBezTo>
                  <a:close/>
                  <a:moveTo>
                    <a:pt x="11608" y="12311"/>
                  </a:moveTo>
                  <a:lnTo>
                    <a:pt x="7239" y="14279"/>
                  </a:lnTo>
                  <a:lnTo>
                    <a:pt x="8973" y="18148"/>
                  </a:lnTo>
                  <a:lnTo>
                    <a:pt x="13376" y="16180"/>
                  </a:lnTo>
                  <a:lnTo>
                    <a:pt x="11608" y="1231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41"/>
            <p:cNvSpPr/>
            <p:nvPr/>
          </p:nvSpPr>
          <p:spPr>
            <a:xfrm rot="3863858">
              <a:off x="3183681" y="1870301"/>
              <a:ext cx="393638" cy="364183"/>
            </a:xfrm>
            <a:custGeom>
              <a:avLst/>
              <a:gdLst/>
              <a:ahLst/>
              <a:cxnLst/>
              <a:rect l="l" t="t" r="r" b="b"/>
              <a:pathLst>
                <a:path w="13444" h="12438" extrusionOk="0">
                  <a:moveTo>
                    <a:pt x="5395" y="0"/>
                  </a:moveTo>
                  <a:cubicBezTo>
                    <a:pt x="4946" y="0"/>
                    <a:pt x="4496" y="86"/>
                    <a:pt x="4070" y="262"/>
                  </a:cubicBezTo>
                  <a:cubicBezTo>
                    <a:pt x="3003" y="696"/>
                    <a:pt x="2102" y="1430"/>
                    <a:pt x="1468" y="2397"/>
                  </a:cubicBezTo>
                  <a:cubicBezTo>
                    <a:pt x="434" y="3765"/>
                    <a:pt x="1" y="5032"/>
                    <a:pt x="134" y="6200"/>
                  </a:cubicBezTo>
                  <a:cubicBezTo>
                    <a:pt x="334" y="7400"/>
                    <a:pt x="935" y="8468"/>
                    <a:pt x="1869" y="9235"/>
                  </a:cubicBezTo>
                  <a:lnTo>
                    <a:pt x="4370" y="6633"/>
                  </a:lnTo>
                  <a:cubicBezTo>
                    <a:pt x="3937" y="6266"/>
                    <a:pt x="3603" y="5799"/>
                    <a:pt x="3470" y="5266"/>
                  </a:cubicBezTo>
                  <a:cubicBezTo>
                    <a:pt x="3403" y="4865"/>
                    <a:pt x="3503" y="4465"/>
                    <a:pt x="3770" y="4131"/>
                  </a:cubicBezTo>
                  <a:cubicBezTo>
                    <a:pt x="3937" y="3865"/>
                    <a:pt x="4204" y="3664"/>
                    <a:pt x="4537" y="3564"/>
                  </a:cubicBezTo>
                  <a:cubicBezTo>
                    <a:pt x="4586" y="3559"/>
                    <a:pt x="4635" y="3556"/>
                    <a:pt x="4683" y="3556"/>
                  </a:cubicBezTo>
                  <a:cubicBezTo>
                    <a:pt x="4933" y="3556"/>
                    <a:pt x="5175" y="3630"/>
                    <a:pt x="5371" y="3798"/>
                  </a:cubicBezTo>
                  <a:cubicBezTo>
                    <a:pt x="5638" y="3998"/>
                    <a:pt x="5771" y="4398"/>
                    <a:pt x="5805" y="5065"/>
                  </a:cubicBezTo>
                  <a:cubicBezTo>
                    <a:pt x="5838" y="5866"/>
                    <a:pt x="5905" y="6667"/>
                    <a:pt x="6072" y="7467"/>
                  </a:cubicBezTo>
                  <a:cubicBezTo>
                    <a:pt x="6138" y="7867"/>
                    <a:pt x="6305" y="8234"/>
                    <a:pt x="6505" y="8568"/>
                  </a:cubicBezTo>
                  <a:cubicBezTo>
                    <a:pt x="6805" y="8968"/>
                    <a:pt x="7172" y="9335"/>
                    <a:pt x="7573" y="9602"/>
                  </a:cubicBezTo>
                  <a:lnTo>
                    <a:pt x="7840" y="9836"/>
                  </a:lnTo>
                  <a:lnTo>
                    <a:pt x="9941" y="7000"/>
                  </a:lnTo>
                  <a:cubicBezTo>
                    <a:pt x="9574" y="6767"/>
                    <a:pt x="9307" y="6466"/>
                    <a:pt x="9107" y="6133"/>
                  </a:cubicBezTo>
                  <a:cubicBezTo>
                    <a:pt x="8940" y="5599"/>
                    <a:pt x="8840" y="5032"/>
                    <a:pt x="8874" y="4465"/>
                  </a:cubicBezTo>
                  <a:cubicBezTo>
                    <a:pt x="8874" y="3598"/>
                    <a:pt x="8740" y="2764"/>
                    <a:pt x="8473" y="1963"/>
                  </a:cubicBezTo>
                  <a:cubicBezTo>
                    <a:pt x="8273" y="1463"/>
                    <a:pt x="7940" y="1029"/>
                    <a:pt x="7506" y="696"/>
                  </a:cubicBezTo>
                  <a:cubicBezTo>
                    <a:pt x="6881" y="238"/>
                    <a:pt x="6140" y="0"/>
                    <a:pt x="5395" y="0"/>
                  </a:cubicBezTo>
                  <a:close/>
                  <a:moveTo>
                    <a:pt x="10742" y="7434"/>
                  </a:moveTo>
                  <a:lnTo>
                    <a:pt x="8507" y="10469"/>
                  </a:lnTo>
                  <a:lnTo>
                    <a:pt x="11209" y="12437"/>
                  </a:lnTo>
                  <a:lnTo>
                    <a:pt x="13444" y="9402"/>
                  </a:lnTo>
                  <a:lnTo>
                    <a:pt x="10742" y="743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41"/>
            <p:cNvSpPr/>
            <p:nvPr/>
          </p:nvSpPr>
          <p:spPr>
            <a:xfrm flipH="1">
              <a:off x="2288267" y="3141187"/>
              <a:ext cx="355547" cy="788393"/>
            </a:xfrm>
            <a:custGeom>
              <a:avLst/>
              <a:gdLst/>
              <a:ahLst/>
              <a:cxnLst/>
              <a:rect l="l" t="t" r="r" b="b"/>
              <a:pathLst>
                <a:path w="12143" h="26926" extrusionOk="0">
                  <a:moveTo>
                    <a:pt x="5573" y="1"/>
                  </a:moveTo>
                  <a:cubicBezTo>
                    <a:pt x="4842" y="1"/>
                    <a:pt x="4119" y="410"/>
                    <a:pt x="3837" y="1374"/>
                  </a:cubicBezTo>
                  <a:cubicBezTo>
                    <a:pt x="3803" y="1441"/>
                    <a:pt x="1602" y="8112"/>
                    <a:pt x="201" y="12982"/>
                  </a:cubicBezTo>
                  <a:cubicBezTo>
                    <a:pt x="1" y="13616"/>
                    <a:pt x="167" y="14283"/>
                    <a:pt x="601" y="14750"/>
                  </a:cubicBezTo>
                  <a:cubicBezTo>
                    <a:pt x="4404" y="18886"/>
                    <a:pt x="6505" y="22689"/>
                    <a:pt x="8173" y="25925"/>
                  </a:cubicBezTo>
                  <a:cubicBezTo>
                    <a:pt x="8507" y="26525"/>
                    <a:pt x="9141" y="26926"/>
                    <a:pt x="9841" y="26926"/>
                  </a:cubicBezTo>
                  <a:cubicBezTo>
                    <a:pt x="11242" y="26926"/>
                    <a:pt x="12143" y="25458"/>
                    <a:pt x="11509" y="24190"/>
                  </a:cubicBezTo>
                  <a:cubicBezTo>
                    <a:pt x="9507" y="20154"/>
                    <a:pt x="7006" y="16418"/>
                    <a:pt x="4070" y="13016"/>
                  </a:cubicBezTo>
                  <a:cubicBezTo>
                    <a:pt x="5471" y="8346"/>
                    <a:pt x="7373" y="2608"/>
                    <a:pt x="7373" y="2541"/>
                  </a:cubicBezTo>
                  <a:cubicBezTo>
                    <a:pt x="7926" y="1044"/>
                    <a:pt x="6740" y="1"/>
                    <a:pt x="55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41"/>
            <p:cNvSpPr/>
            <p:nvPr/>
          </p:nvSpPr>
          <p:spPr>
            <a:xfrm flipH="1">
              <a:off x="2263848" y="3845547"/>
              <a:ext cx="424882" cy="127983"/>
            </a:xfrm>
            <a:custGeom>
              <a:avLst/>
              <a:gdLst/>
              <a:ahLst/>
              <a:cxnLst/>
              <a:rect l="l" t="t" r="r" b="b"/>
              <a:pathLst>
                <a:path w="14511" h="4371" extrusionOk="0">
                  <a:moveTo>
                    <a:pt x="7672" y="1"/>
                  </a:moveTo>
                  <a:lnTo>
                    <a:pt x="0" y="4371"/>
                  </a:lnTo>
                  <a:lnTo>
                    <a:pt x="14511" y="4371"/>
                  </a:lnTo>
                  <a:lnTo>
                    <a:pt x="14110" y="268"/>
                  </a:lnTo>
                  <a:lnTo>
                    <a:pt x="767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41"/>
            <p:cNvSpPr/>
            <p:nvPr/>
          </p:nvSpPr>
          <p:spPr>
            <a:xfrm flipH="1">
              <a:off x="1995262" y="2858548"/>
              <a:ext cx="800925" cy="620355"/>
            </a:xfrm>
            <a:custGeom>
              <a:avLst/>
              <a:gdLst/>
              <a:ahLst/>
              <a:cxnLst/>
              <a:rect l="l" t="t" r="r" b="b"/>
              <a:pathLst>
                <a:path w="27354" h="21187" extrusionOk="0">
                  <a:moveTo>
                    <a:pt x="14994" y="0"/>
                  </a:moveTo>
                  <a:cubicBezTo>
                    <a:pt x="13554" y="0"/>
                    <a:pt x="12061" y="221"/>
                    <a:pt x="10575" y="686"/>
                  </a:cubicBezTo>
                  <a:cubicBezTo>
                    <a:pt x="3970" y="2754"/>
                    <a:pt x="1" y="8859"/>
                    <a:pt x="1736" y="14329"/>
                  </a:cubicBezTo>
                  <a:cubicBezTo>
                    <a:pt x="3054" y="18569"/>
                    <a:pt x="7398" y="21186"/>
                    <a:pt x="12361" y="21186"/>
                  </a:cubicBezTo>
                  <a:cubicBezTo>
                    <a:pt x="13801" y="21186"/>
                    <a:pt x="15294" y="20966"/>
                    <a:pt x="16780" y="20500"/>
                  </a:cubicBezTo>
                  <a:cubicBezTo>
                    <a:pt x="23384" y="18432"/>
                    <a:pt x="27354" y="12328"/>
                    <a:pt x="25653" y="6857"/>
                  </a:cubicBezTo>
                  <a:cubicBezTo>
                    <a:pt x="24308" y="2617"/>
                    <a:pt x="19958" y="0"/>
                    <a:pt x="149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41"/>
            <p:cNvSpPr/>
            <p:nvPr/>
          </p:nvSpPr>
          <p:spPr>
            <a:xfrm flipH="1">
              <a:off x="2407407" y="2264281"/>
              <a:ext cx="1030451" cy="705209"/>
            </a:xfrm>
            <a:custGeom>
              <a:avLst/>
              <a:gdLst/>
              <a:ahLst/>
              <a:cxnLst/>
              <a:rect l="l" t="t" r="r" b="b"/>
              <a:pathLst>
                <a:path w="35193" h="24085" extrusionOk="0">
                  <a:moveTo>
                    <a:pt x="33324" y="0"/>
                  </a:moveTo>
                  <a:cubicBezTo>
                    <a:pt x="32290" y="0"/>
                    <a:pt x="31456" y="868"/>
                    <a:pt x="31456" y="1902"/>
                  </a:cubicBezTo>
                  <a:cubicBezTo>
                    <a:pt x="31456" y="2335"/>
                    <a:pt x="31323" y="12543"/>
                    <a:pt x="21582" y="18013"/>
                  </a:cubicBezTo>
                  <a:cubicBezTo>
                    <a:pt x="16504" y="16572"/>
                    <a:pt x="13208" y="16119"/>
                    <a:pt x="10859" y="16119"/>
                  </a:cubicBezTo>
                  <a:cubicBezTo>
                    <a:pt x="8642" y="16119"/>
                    <a:pt x="7269" y="16523"/>
                    <a:pt x="6038" y="16879"/>
                  </a:cubicBezTo>
                  <a:cubicBezTo>
                    <a:pt x="5571" y="17046"/>
                    <a:pt x="5104" y="17146"/>
                    <a:pt x="4670" y="17246"/>
                  </a:cubicBezTo>
                  <a:cubicBezTo>
                    <a:pt x="3836" y="17380"/>
                    <a:pt x="3203" y="18080"/>
                    <a:pt x="3136" y="18914"/>
                  </a:cubicBezTo>
                  <a:cubicBezTo>
                    <a:pt x="3002" y="19614"/>
                    <a:pt x="2535" y="20215"/>
                    <a:pt x="1868" y="20482"/>
                  </a:cubicBezTo>
                  <a:cubicBezTo>
                    <a:pt x="0" y="21282"/>
                    <a:pt x="534" y="24084"/>
                    <a:pt x="2602" y="24084"/>
                  </a:cubicBezTo>
                  <a:cubicBezTo>
                    <a:pt x="2836" y="24084"/>
                    <a:pt x="3103" y="24051"/>
                    <a:pt x="3336" y="23951"/>
                  </a:cubicBezTo>
                  <a:cubicBezTo>
                    <a:pt x="4804" y="23317"/>
                    <a:pt x="5971" y="22150"/>
                    <a:pt x="6505" y="20649"/>
                  </a:cubicBezTo>
                  <a:lnTo>
                    <a:pt x="7105" y="20482"/>
                  </a:lnTo>
                  <a:cubicBezTo>
                    <a:pt x="8063" y="20193"/>
                    <a:pt x="9139" y="19876"/>
                    <a:pt x="10920" y="19876"/>
                  </a:cubicBezTo>
                  <a:cubicBezTo>
                    <a:pt x="13047" y="19876"/>
                    <a:pt x="16178" y="20328"/>
                    <a:pt x="21316" y="21816"/>
                  </a:cubicBezTo>
                  <a:cubicBezTo>
                    <a:pt x="21469" y="21863"/>
                    <a:pt x="21631" y="21885"/>
                    <a:pt x="21796" y="21885"/>
                  </a:cubicBezTo>
                  <a:cubicBezTo>
                    <a:pt x="22095" y="21885"/>
                    <a:pt x="22403" y="21812"/>
                    <a:pt x="22683" y="21683"/>
                  </a:cubicBezTo>
                  <a:cubicBezTo>
                    <a:pt x="35125" y="15245"/>
                    <a:pt x="35192" y="2402"/>
                    <a:pt x="35192" y="1868"/>
                  </a:cubicBezTo>
                  <a:cubicBezTo>
                    <a:pt x="35159" y="834"/>
                    <a:pt x="34325" y="0"/>
                    <a:pt x="333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41"/>
            <p:cNvSpPr/>
            <p:nvPr/>
          </p:nvSpPr>
          <p:spPr>
            <a:xfrm flipH="1">
              <a:off x="1103540" y="1032266"/>
              <a:ext cx="1999326" cy="2401399"/>
            </a:xfrm>
            <a:custGeom>
              <a:avLst/>
              <a:gdLst/>
              <a:ahLst/>
              <a:cxnLst/>
              <a:rect l="l" t="t" r="r" b="b"/>
              <a:pathLst>
                <a:path w="68283" h="82015" extrusionOk="0">
                  <a:moveTo>
                    <a:pt x="32431" y="1"/>
                  </a:moveTo>
                  <a:cubicBezTo>
                    <a:pt x="31731" y="1"/>
                    <a:pt x="31017" y="27"/>
                    <a:pt x="30289" y="81"/>
                  </a:cubicBezTo>
                  <a:cubicBezTo>
                    <a:pt x="1" y="2282"/>
                    <a:pt x="9474" y="38675"/>
                    <a:pt x="13010" y="52785"/>
                  </a:cubicBezTo>
                  <a:cubicBezTo>
                    <a:pt x="15345" y="61992"/>
                    <a:pt x="15312" y="68963"/>
                    <a:pt x="14978" y="73000"/>
                  </a:cubicBezTo>
                  <a:cubicBezTo>
                    <a:pt x="14711" y="75735"/>
                    <a:pt x="16279" y="78337"/>
                    <a:pt x="18814" y="79337"/>
                  </a:cubicBezTo>
                  <a:cubicBezTo>
                    <a:pt x="23488" y="81187"/>
                    <a:pt x="29281" y="82015"/>
                    <a:pt x="35737" y="82015"/>
                  </a:cubicBezTo>
                  <a:cubicBezTo>
                    <a:pt x="42322" y="82015"/>
                    <a:pt x="49596" y="81154"/>
                    <a:pt x="57075" y="79638"/>
                  </a:cubicBezTo>
                  <a:cubicBezTo>
                    <a:pt x="63613" y="78337"/>
                    <a:pt x="68283" y="72566"/>
                    <a:pt x="68216" y="65895"/>
                  </a:cubicBezTo>
                  <a:cubicBezTo>
                    <a:pt x="68149" y="59490"/>
                    <a:pt x="67649" y="53085"/>
                    <a:pt x="66748" y="46781"/>
                  </a:cubicBezTo>
                  <a:cubicBezTo>
                    <a:pt x="64995" y="34607"/>
                    <a:pt x="57871" y="1"/>
                    <a:pt x="324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41"/>
            <p:cNvSpPr/>
            <p:nvPr/>
          </p:nvSpPr>
          <p:spPr>
            <a:xfrm flipH="1">
              <a:off x="1103540" y="1033672"/>
              <a:ext cx="1207214" cy="2390946"/>
            </a:xfrm>
            <a:custGeom>
              <a:avLst/>
              <a:gdLst/>
              <a:ahLst/>
              <a:cxnLst/>
              <a:rect l="l" t="t" r="r" b="b"/>
              <a:pathLst>
                <a:path w="41230" h="81658" extrusionOk="0">
                  <a:moveTo>
                    <a:pt x="7075" y="0"/>
                  </a:moveTo>
                  <a:cubicBezTo>
                    <a:pt x="4584" y="0"/>
                    <a:pt x="2260" y="1362"/>
                    <a:pt x="1035" y="3569"/>
                  </a:cubicBezTo>
                  <a:cubicBezTo>
                    <a:pt x="0" y="5603"/>
                    <a:pt x="34" y="8072"/>
                    <a:pt x="1602" y="10507"/>
                  </a:cubicBezTo>
                  <a:cubicBezTo>
                    <a:pt x="6772" y="18579"/>
                    <a:pt x="19147" y="46366"/>
                    <a:pt x="17279" y="61543"/>
                  </a:cubicBezTo>
                  <a:cubicBezTo>
                    <a:pt x="16446" y="68415"/>
                    <a:pt x="12109" y="73919"/>
                    <a:pt x="15878" y="81658"/>
                  </a:cubicBezTo>
                  <a:cubicBezTo>
                    <a:pt x="20615" y="81258"/>
                    <a:pt x="25352" y="80557"/>
                    <a:pt x="30022" y="79590"/>
                  </a:cubicBezTo>
                  <a:cubicBezTo>
                    <a:pt x="36560" y="78289"/>
                    <a:pt x="41230" y="72485"/>
                    <a:pt x="41163" y="65813"/>
                  </a:cubicBezTo>
                  <a:cubicBezTo>
                    <a:pt x="41096" y="59442"/>
                    <a:pt x="40629" y="53071"/>
                    <a:pt x="39729" y="46733"/>
                  </a:cubicBezTo>
                  <a:cubicBezTo>
                    <a:pt x="37994" y="34924"/>
                    <a:pt x="31289" y="2134"/>
                    <a:pt x="7739" y="33"/>
                  </a:cubicBezTo>
                  <a:cubicBezTo>
                    <a:pt x="7517" y="11"/>
                    <a:pt x="7295" y="0"/>
                    <a:pt x="70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41"/>
            <p:cNvSpPr/>
            <p:nvPr/>
          </p:nvSpPr>
          <p:spPr>
            <a:xfrm flipH="1">
              <a:off x="1261740" y="1056656"/>
              <a:ext cx="1087108" cy="1909905"/>
            </a:xfrm>
            <a:custGeom>
              <a:avLst/>
              <a:gdLst/>
              <a:ahLst/>
              <a:cxnLst/>
              <a:rect l="l" t="t" r="r" b="b"/>
              <a:pathLst>
                <a:path w="37128" h="65229" extrusionOk="0">
                  <a:moveTo>
                    <a:pt x="2397" y="0"/>
                  </a:moveTo>
                  <a:cubicBezTo>
                    <a:pt x="1675" y="0"/>
                    <a:pt x="943" y="27"/>
                    <a:pt x="201" y="82"/>
                  </a:cubicBezTo>
                  <a:cubicBezTo>
                    <a:pt x="101" y="115"/>
                    <a:pt x="1" y="182"/>
                    <a:pt x="34" y="282"/>
                  </a:cubicBezTo>
                  <a:cubicBezTo>
                    <a:pt x="34" y="382"/>
                    <a:pt x="101" y="482"/>
                    <a:pt x="234" y="482"/>
                  </a:cubicBezTo>
                  <a:cubicBezTo>
                    <a:pt x="971" y="427"/>
                    <a:pt x="1699" y="400"/>
                    <a:pt x="2416" y="400"/>
                  </a:cubicBezTo>
                  <a:cubicBezTo>
                    <a:pt x="19607" y="400"/>
                    <a:pt x="30970" y="16105"/>
                    <a:pt x="35292" y="45981"/>
                  </a:cubicBezTo>
                  <a:cubicBezTo>
                    <a:pt x="36193" y="52286"/>
                    <a:pt x="36693" y="58657"/>
                    <a:pt x="36760" y="65062"/>
                  </a:cubicBezTo>
                  <a:cubicBezTo>
                    <a:pt x="36760" y="65157"/>
                    <a:pt x="36821" y="65222"/>
                    <a:pt x="36941" y="65228"/>
                  </a:cubicBezTo>
                  <a:lnTo>
                    <a:pt x="36941" y="65228"/>
                  </a:lnTo>
                  <a:cubicBezTo>
                    <a:pt x="37036" y="65222"/>
                    <a:pt x="37127" y="65157"/>
                    <a:pt x="37127" y="65062"/>
                  </a:cubicBezTo>
                  <a:cubicBezTo>
                    <a:pt x="37027" y="58657"/>
                    <a:pt x="36527" y="52252"/>
                    <a:pt x="35626" y="45914"/>
                  </a:cubicBezTo>
                  <a:cubicBezTo>
                    <a:pt x="31302" y="15807"/>
                    <a:pt x="19812" y="0"/>
                    <a:pt x="2397" y="0"/>
                  </a:cubicBezTo>
                  <a:close/>
                  <a:moveTo>
                    <a:pt x="36941" y="65228"/>
                  </a:moveTo>
                  <a:cubicBezTo>
                    <a:pt x="36937" y="65228"/>
                    <a:pt x="36932" y="65228"/>
                    <a:pt x="36927" y="65228"/>
                  </a:cubicBezTo>
                  <a:lnTo>
                    <a:pt x="36960" y="65228"/>
                  </a:lnTo>
                  <a:cubicBezTo>
                    <a:pt x="36954" y="65228"/>
                    <a:pt x="36948" y="65228"/>
                    <a:pt x="36941" y="6522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41"/>
            <p:cNvSpPr/>
            <p:nvPr/>
          </p:nvSpPr>
          <p:spPr>
            <a:xfrm flipH="1">
              <a:off x="965807" y="2887857"/>
              <a:ext cx="800925" cy="620326"/>
            </a:xfrm>
            <a:custGeom>
              <a:avLst/>
              <a:gdLst/>
              <a:ahLst/>
              <a:cxnLst/>
              <a:rect l="l" t="t" r="r" b="b"/>
              <a:pathLst>
                <a:path w="27354" h="21186" extrusionOk="0">
                  <a:moveTo>
                    <a:pt x="14994" y="0"/>
                  </a:moveTo>
                  <a:cubicBezTo>
                    <a:pt x="13553" y="0"/>
                    <a:pt x="12060" y="221"/>
                    <a:pt x="10575" y="686"/>
                  </a:cubicBezTo>
                  <a:cubicBezTo>
                    <a:pt x="3970" y="2754"/>
                    <a:pt x="0" y="8858"/>
                    <a:pt x="1735" y="14329"/>
                  </a:cubicBezTo>
                  <a:cubicBezTo>
                    <a:pt x="3053" y="18569"/>
                    <a:pt x="7398" y="21186"/>
                    <a:pt x="12360" y="21186"/>
                  </a:cubicBezTo>
                  <a:cubicBezTo>
                    <a:pt x="13801" y="21186"/>
                    <a:pt x="15293" y="20965"/>
                    <a:pt x="16779" y="20500"/>
                  </a:cubicBezTo>
                  <a:cubicBezTo>
                    <a:pt x="23384" y="18432"/>
                    <a:pt x="27353" y="12328"/>
                    <a:pt x="25652" y="6857"/>
                  </a:cubicBezTo>
                  <a:cubicBezTo>
                    <a:pt x="24308" y="2617"/>
                    <a:pt x="19958" y="0"/>
                    <a:pt x="149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41"/>
            <p:cNvSpPr/>
            <p:nvPr/>
          </p:nvSpPr>
          <p:spPr>
            <a:xfrm flipH="1">
              <a:off x="1174836" y="3143442"/>
              <a:ext cx="355547" cy="786139"/>
            </a:xfrm>
            <a:custGeom>
              <a:avLst/>
              <a:gdLst/>
              <a:ahLst/>
              <a:cxnLst/>
              <a:rect l="l" t="t" r="r" b="b"/>
              <a:pathLst>
                <a:path w="12143" h="26849" extrusionOk="0">
                  <a:moveTo>
                    <a:pt x="5551" y="0"/>
                  </a:moveTo>
                  <a:cubicBezTo>
                    <a:pt x="4837" y="0"/>
                    <a:pt x="4131" y="389"/>
                    <a:pt x="3837" y="1297"/>
                  </a:cubicBezTo>
                  <a:cubicBezTo>
                    <a:pt x="3804" y="1364"/>
                    <a:pt x="1602" y="8035"/>
                    <a:pt x="201" y="12905"/>
                  </a:cubicBezTo>
                  <a:cubicBezTo>
                    <a:pt x="1" y="13539"/>
                    <a:pt x="168" y="14206"/>
                    <a:pt x="601" y="14673"/>
                  </a:cubicBezTo>
                  <a:cubicBezTo>
                    <a:pt x="4404" y="18809"/>
                    <a:pt x="6505" y="22612"/>
                    <a:pt x="8173" y="25848"/>
                  </a:cubicBezTo>
                  <a:cubicBezTo>
                    <a:pt x="8507" y="26448"/>
                    <a:pt x="9141" y="26849"/>
                    <a:pt x="9841" y="26849"/>
                  </a:cubicBezTo>
                  <a:cubicBezTo>
                    <a:pt x="11242" y="26849"/>
                    <a:pt x="12143" y="25381"/>
                    <a:pt x="11509" y="24113"/>
                  </a:cubicBezTo>
                  <a:cubicBezTo>
                    <a:pt x="9508" y="20077"/>
                    <a:pt x="7006" y="16341"/>
                    <a:pt x="4070" y="12939"/>
                  </a:cubicBezTo>
                  <a:cubicBezTo>
                    <a:pt x="5471" y="8269"/>
                    <a:pt x="7373" y="2531"/>
                    <a:pt x="7373" y="2464"/>
                  </a:cubicBezTo>
                  <a:cubicBezTo>
                    <a:pt x="7866" y="1004"/>
                    <a:pt x="6699" y="0"/>
                    <a:pt x="55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41"/>
            <p:cNvSpPr/>
            <p:nvPr/>
          </p:nvSpPr>
          <p:spPr>
            <a:xfrm flipH="1">
              <a:off x="946277" y="1120135"/>
              <a:ext cx="678564" cy="1140280"/>
            </a:xfrm>
            <a:custGeom>
              <a:avLst/>
              <a:gdLst/>
              <a:ahLst/>
              <a:cxnLst/>
              <a:rect l="l" t="t" r="r" b="b"/>
              <a:pathLst>
                <a:path w="23175" h="38944" extrusionOk="0">
                  <a:moveTo>
                    <a:pt x="2484" y="0"/>
                  </a:moveTo>
                  <a:cubicBezTo>
                    <a:pt x="1240" y="0"/>
                    <a:pt x="0" y="1256"/>
                    <a:pt x="758" y="2750"/>
                  </a:cubicBezTo>
                  <a:lnTo>
                    <a:pt x="1726" y="4652"/>
                  </a:lnTo>
                  <a:cubicBezTo>
                    <a:pt x="1225" y="6120"/>
                    <a:pt x="1059" y="7687"/>
                    <a:pt x="1325" y="9255"/>
                  </a:cubicBezTo>
                  <a:cubicBezTo>
                    <a:pt x="1392" y="9555"/>
                    <a:pt x="1526" y="9856"/>
                    <a:pt x="1726" y="10122"/>
                  </a:cubicBezTo>
                  <a:cubicBezTo>
                    <a:pt x="3861" y="12691"/>
                    <a:pt x="13634" y="17828"/>
                    <a:pt x="19071" y="20096"/>
                  </a:cubicBezTo>
                  <a:cubicBezTo>
                    <a:pt x="16770" y="30771"/>
                    <a:pt x="8631" y="35207"/>
                    <a:pt x="8264" y="35407"/>
                  </a:cubicBezTo>
                  <a:cubicBezTo>
                    <a:pt x="6529" y="36308"/>
                    <a:pt x="7196" y="38943"/>
                    <a:pt x="9164" y="38943"/>
                  </a:cubicBezTo>
                  <a:cubicBezTo>
                    <a:pt x="9465" y="38943"/>
                    <a:pt x="9765" y="38876"/>
                    <a:pt x="10032" y="38710"/>
                  </a:cubicBezTo>
                  <a:cubicBezTo>
                    <a:pt x="10465" y="38476"/>
                    <a:pt x="20906" y="32872"/>
                    <a:pt x="23041" y="19196"/>
                  </a:cubicBezTo>
                  <a:cubicBezTo>
                    <a:pt x="23174" y="18328"/>
                    <a:pt x="22674" y="17461"/>
                    <a:pt x="21840" y="17161"/>
                  </a:cubicBezTo>
                  <a:cubicBezTo>
                    <a:pt x="17070" y="15393"/>
                    <a:pt x="7396" y="10256"/>
                    <a:pt x="4995" y="8088"/>
                  </a:cubicBezTo>
                  <a:cubicBezTo>
                    <a:pt x="4895" y="7220"/>
                    <a:pt x="5061" y="6386"/>
                    <a:pt x="5462" y="5619"/>
                  </a:cubicBezTo>
                  <a:cubicBezTo>
                    <a:pt x="5795" y="5052"/>
                    <a:pt x="5829" y="4352"/>
                    <a:pt x="5495" y="3785"/>
                  </a:cubicBezTo>
                  <a:lnTo>
                    <a:pt x="4094" y="1049"/>
                  </a:lnTo>
                  <a:cubicBezTo>
                    <a:pt x="3718" y="309"/>
                    <a:pt x="3101" y="0"/>
                    <a:pt x="24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41"/>
            <p:cNvSpPr/>
            <p:nvPr/>
          </p:nvSpPr>
          <p:spPr>
            <a:xfrm flipH="1">
              <a:off x="1392650" y="1275642"/>
              <a:ext cx="173865" cy="133078"/>
            </a:xfrm>
            <a:custGeom>
              <a:avLst/>
              <a:gdLst/>
              <a:ahLst/>
              <a:cxnLst/>
              <a:rect l="l" t="t" r="r" b="b"/>
              <a:pathLst>
                <a:path w="5938" h="4545" extrusionOk="0">
                  <a:moveTo>
                    <a:pt x="4657" y="0"/>
                  </a:moveTo>
                  <a:cubicBezTo>
                    <a:pt x="4567" y="0"/>
                    <a:pt x="4471" y="13"/>
                    <a:pt x="4370" y="41"/>
                  </a:cubicBezTo>
                  <a:cubicBezTo>
                    <a:pt x="2002" y="675"/>
                    <a:pt x="468" y="3010"/>
                    <a:pt x="401" y="3110"/>
                  </a:cubicBezTo>
                  <a:cubicBezTo>
                    <a:pt x="1" y="3711"/>
                    <a:pt x="434" y="4545"/>
                    <a:pt x="1201" y="4545"/>
                  </a:cubicBezTo>
                  <a:cubicBezTo>
                    <a:pt x="1502" y="4545"/>
                    <a:pt x="1802" y="4378"/>
                    <a:pt x="1969" y="4111"/>
                  </a:cubicBezTo>
                  <a:cubicBezTo>
                    <a:pt x="1969" y="4111"/>
                    <a:pt x="3203" y="2276"/>
                    <a:pt x="4837" y="1843"/>
                  </a:cubicBezTo>
                  <a:cubicBezTo>
                    <a:pt x="5937" y="1537"/>
                    <a:pt x="5638" y="0"/>
                    <a:pt x="46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41"/>
            <p:cNvSpPr/>
            <p:nvPr/>
          </p:nvSpPr>
          <p:spPr>
            <a:xfrm flipH="1">
              <a:off x="1150417" y="3845547"/>
              <a:ext cx="424882" cy="127983"/>
            </a:xfrm>
            <a:custGeom>
              <a:avLst/>
              <a:gdLst/>
              <a:ahLst/>
              <a:cxnLst/>
              <a:rect l="l" t="t" r="r" b="b"/>
              <a:pathLst>
                <a:path w="14511" h="4371" extrusionOk="0">
                  <a:moveTo>
                    <a:pt x="7673" y="1"/>
                  </a:moveTo>
                  <a:lnTo>
                    <a:pt x="0" y="4371"/>
                  </a:lnTo>
                  <a:lnTo>
                    <a:pt x="14511" y="4371"/>
                  </a:lnTo>
                  <a:lnTo>
                    <a:pt x="14110" y="268"/>
                  </a:lnTo>
                  <a:lnTo>
                    <a:pt x="76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41"/>
            <p:cNvSpPr/>
            <p:nvPr/>
          </p:nvSpPr>
          <p:spPr>
            <a:xfrm flipH="1">
              <a:off x="1759880" y="1812666"/>
              <a:ext cx="607531" cy="526249"/>
            </a:xfrm>
            <a:custGeom>
              <a:avLst/>
              <a:gdLst/>
              <a:ahLst/>
              <a:cxnLst/>
              <a:rect l="l" t="t" r="r" b="b"/>
              <a:pathLst>
                <a:path w="20749" h="17973" extrusionOk="0">
                  <a:moveTo>
                    <a:pt x="10586" y="1"/>
                  </a:moveTo>
                  <a:cubicBezTo>
                    <a:pt x="10252" y="1"/>
                    <a:pt x="9914" y="16"/>
                    <a:pt x="9574" y="47"/>
                  </a:cubicBezTo>
                  <a:cubicBezTo>
                    <a:pt x="4104" y="547"/>
                    <a:pt x="1" y="4917"/>
                    <a:pt x="434" y="9854"/>
                  </a:cubicBezTo>
                  <a:cubicBezTo>
                    <a:pt x="872" y="14515"/>
                    <a:pt x="5094" y="17973"/>
                    <a:pt x="10157" y="17973"/>
                  </a:cubicBezTo>
                  <a:cubicBezTo>
                    <a:pt x="10493" y="17973"/>
                    <a:pt x="10833" y="17957"/>
                    <a:pt x="11175" y="17926"/>
                  </a:cubicBezTo>
                  <a:cubicBezTo>
                    <a:pt x="16646" y="17459"/>
                    <a:pt x="20749" y="13056"/>
                    <a:pt x="20315" y="8119"/>
                  </a:cubicBezTo>
                  <a:cubicBezTo>
                    <a:pt x="19908" y="3487"/>
                    <a:pt x="15655" y="1"/>
                    <a:pt x="105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41"/>
            <p:cNvSpPr/>
            <p:nvPr/>
          </p:nvSpPr>
          <p:spPr>
            <a:xfrm flipH="1">
              <a:off x="2035288" y="1959886"/>
              <a:ext cx="198313" cy="284572"/>
            </a:xfrm>
            <a:custGeom>
              <a:avLst/>
              <a:gdLst/>
              <a:ahLst/>
              <a:cxnLst/>
              <a:rect l="l" t="t" r="r" b="b"/>
              <a:pathLst>
                <a:path w="6773" h="9719" extrusionOk="0">
                  <a:moveTo>
                    <a:pt x="2422" y="0"/>
                  </a:moveTo>
                  <a:cubicBezTo>
                    <a:pt x="2280" y="0"/>
                    <a:pt x="2140" y="18"/>
                    <a:pt x="2002" y="56"/>
                  </a:cubicBezTo>
                  <a:cubicBezTo>
                    <a:pt x="568" y="456"/>
                    <a:pt x="1" y="2958"/>
                    <a:pt x="735" y="5593"/>
                  </a:cubicBezTo>
                  <a:cubicBezTo>
                    <a:pt x="1430" y="8012"/>
                    <a:pt x="2948" y="9718"/>
                    <a:pt x="4319" y="9718"/>
                  </a:cubicBezTo>
                  <a:cubicBezTo>
                    <a:pt x="4460" y="9718"/>
                    <a:pt x="4600" y="9700"/>
                    <a:pt x="4737" y="9663"/>
                  </a:cubicBezTo>
                  <a:cubicBezTo>
                    <a:pt x="6205" y="9229"/>
                    <a:pt x="6772" y="6761"/>
                    <a:pt x="6005" y="4092"/>
                  </a:cubicBezTo>
                  <a:cubicBezTo>
                    <a:pt x="5340" y="1703"/>
                    <a:pt x="3798" y="0"/>
                    <a:pt x="24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41"/>
            <p:cNvSpPr/>
            <p:nvPr/>
          </p:nvSpPr>
          <p:spPr>
            <a:xfrm flipH="1">
              <a:off x="1786232" y="1745790"/>
              <a:ext cx="643692" cy="379820"/>
            </a:xfrm>
            <a:custGeom>
              <a:avLst/>
              <a:gdLst/>
              <a:ahLst/>
              <a:cxnLst/>
              <a:rect l="l" t="t" r="r" b="b"/>
              <a:pathLst>
                <a:path w="21984" h="12972" extrusionOk="0">
                  <a:moveTo>
                    <a:pt x="10141" y="1"/>
                  </a:moveTo>
                  <a:cubicBezTo>
                    <a:pt x="8797" y="1"/>
                    <a:pt x="7434" y="207"/>
                    <a:pt x="6105" y="663"/>
                  </a:cubicBezTo>
                  <a:cubicBezTo>
                    <a:pt x="1" y="2731"/>
                    <a:pt x="1168" y="12972"/>
                    <a:pt x="1168" y="12972"/>
                  </a:cubicBezTo>
                  <a:cubicBezTo>
                    <a:pt x="7473" y="12171"/>
                    <a:pt x="19948" y="8602"/>
                    <a:pt x="21983" y="7168"/>
                  </a:cubicBezTo>
                  <a:cubicBezTo>
                    <a:pt x="20699" y="3370"/>
                    <a:pt x="15577" y="1"/>
                    <a:pt x="10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41"/>
            <p:cNvSpPr/>
            <p:nvPr/>
          </p:nvSpPr>
          <p:spPr>
            <a:xfrm flipH="1">
              <a:off x="1748139" y="2051357"/>
              <a:ext cx="611454" cy="356748"/>
            </a:xfrm>
            <a:custGeom>
              <a:avLst/>
              <a:gdLst/>
              <a:ahLst/>
              <a:cxnLst/>
              <a:rect l="l" t="t" r="r" b="b"/>
              <a:pathLst>
                <a:path w="20883" h="12184" extrusionOk="0">
                  <a:moveTo>
                    <a:pt x="20882" y="1"/>
                  </a:moveTo>
                  <a:lnTo>
                    <a:pt x="20882" y="1"/>
                  </a:lnTo>
                  <a:cubicBezTo>
                    <a:pt x="17980" y="1602"/>
                    <a:pt x="7806" y="4104"/>
                    <a:pt x="1" y="5571"/>
                  </a:cubicBezTo>
                  <a:cubicBezTo>
                    <a:pt x="1" y="5571"/>
                    <a:pt x="3951" y="12184"/>
                    <a:pt x="9644" y="12184"/>
                  </a:cubicBezTo>
                  <a:cubicBezTo>
                    <a:pt x="10163" y="12184"/>
                    <a:pt x="10696" y="12129"/>
                    <a:pt x="11242" y="12009"/>
                  </a:cubicBezTo>
                  <a:cubicBezTo>
                    <a:pt x="19214" y="10275"/>
                    <a:pt x="20682" y="5104"/>
                    <a:pt x="208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41"/>
            <p:cNvSpPr/>
            <p:nvPr/>
          </p:nvSpPr>
          <p:spPr>
            <a:xfrm flipH="1">
              <a:off x="2455280" y="1953854"/>
              <a:ext cx="437590" cy="428484"/>
            </a:xfrm>
            <a:custGeom>
              <a:avLst/>
              <a:gdLst/>
              <a:ahLst/>
              <a:cxnLst/>
              <a:rect l="l" t="t" r="r" b="b"/>
              <a:pathLst>
                <a:path w="14945" h="14634" extrusionOk="0">
                  <a:moveTo>
                    <a:pt x="6033" y="0"/>
                  </a:moveTo>
                  <a:cubicBezTo>
                    <a:pt x="5019" y="0"/>
                    <a:pt x="4046" y="267"/>
                    <a:pt x="3203" y="829"/>
                  </a:cubicBezTo>
                  <a:cubicBezTo>
                    <a:pt x="368" y="2697"/>
                    <a:pt x="1" y="7133"/>
                    <a:pt x="2369" y="10703"/>
                  </a:cubicBezTo>
                  <a:cubicBezTo>
                    <a:pt x="4025" y="13198"/>
                    <a:pt x="6577" y="14633"/>
                    <a:pt x="8931" y="14633"/>
                  </a:cubicBezTo>
                  <a:cubicBezTo>
                    <a:pt x="9945" y="14633"/>
                    <a:pt x="10922" y="14367"/>
                    <a:pt x="11776" y="13805"/>
                  </a:cubicBezTo>
                  <a:cubicBezTo>
                    <a:pt x="14578" y="11937"/>
                    <a:pt x="14945" y="7500"/>
                    <a:pt x="12610" y="3931"/>
                  </a:cubicBezTo>
                  <a:cubicBezTo>
                    <a:pt x="10954" y="1436"/>
                    <a:pt x="8386" y="0"/>
                    <a:pt x="60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41"/>
            <p:cNvSpPr/>
            <p:nvPr/>
          </p:nvSpPr>
          <p:spPr>
            <a:xfrm flipH="1">
              <a:off x="2656463" y="2057154"/>
              <a:ext cx="130911" cy="237490"/>
            </a:xfrm>
            <a:custGeom>
              <a:avLst/>
              <a:gdLst/>
              <a:ahLst/>
              <a:cxnLst/>
              <a:rect l="l" t="t" r="r" b="b"/>
              <a:pathLst>
                <a:path w="4471" h="8111" extrusionOk="0">
                  <a:moveTo>
                    <a:pt x="1423" y="1"/>
                  </a:moveTo>
                  <a:cubicBezTo>
                    <a:pt x="1405" y="1"/>
                    <a:pt x="1386" y="2"/>
                    <a:pt x="1368" y="3"/>
                  </a:cubicBezTo>
                  <a:cubicBezTo>
                    <a:pt x="400" y="69"/>
                    <a:pt x="0" y="1937"/>
                    <a:pt x="467" y="4172"/>
                  </a:cubicBezTo>
                  <a:cubicBezTo>
                    <a:pt x="926" y="6366"/>
                    <a:pt x="2059" y="8110"/>
                    <a:pt x="3047" y="8110"/>
                  </a:cubicBezTo>
                  <a:cubicBezTo>
                    <a:pt x="3066" y="8110"/>
                    <a:pt x="3084" y="8110"/>
                    <a:pt x="3102" y="8109"/>
                  </a:cubicBezTo>
                  <a:cubicBezTo>
                    <a:pt x="4070" y="8008"/>
                    <a:pt x="4470" y="6174"/>
                    <a:pt x="4003" y="3939"/>
                  </a:cubicBezTo>
                  <a:cubicBezTo>
                    <a:pt x="3545" y="1745"/>
                    <a:pt x="2411" y="1"/>
                    <a:pt x="14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41"/>
            <p:cNvSpPr/>
            <p:nvPr/>
          </p:nvSpPr>
          <p:spPr>
            <a:xfrm flipH="1">
              <a:off x="2486522" y="1886686"/>
              <a:ext cx="429772" cy="265950"/>
            </a:xfrm>
            <a:custGeom>
              <a:avLst/>
              <a:gdLst/>
              <a:ahLst/>
              <a:cxnLst/>
              <a:rect l="l" t="t" r="r" b="b"/>
              <a:pathLst>
                <a:path w="14678" h="9083" extrusionOk="0">
                  <a:moveTo>
                    <a:pt x="4919" y="1"/>
                  </a:moveTo>
                  <a:cubicBezTo>
                    <a:pt x="4646" y="1"/>
                    <a:pt x="4374" y="18"/>
                    <a:pt x="4103" y="54"/>
                  </a:cubicBezTo>
                  <a:cubicBezTo>
                    <a:pt x="0" y="554"/>
                    <a:pt x="667" y="8894"/>
                    <a:pt x="667" y="8894"/>
                  </a:cubicBezTo>
                  <a:cubicBezTo>
                    <a:pt x="1779" y="9025"/>
                    <a:pt x="3174" y="9083"/>
                    <a:pt x="4655" y="9083"/>
                  </a:cubicBezTo>
                  <a:cubicBezTo>
                    <a:pt x="8817" y="9083"/>
                    <a:pt x="13644" y="8626"/>
                    <a:pt x="14677" y="8060"/>
                  </a:cubicBezTo>
                  <a:cubicBezTo>
                    <a:pt x="13705" y="4296"/>
                    <a:pt x="9223" y="1"/>
                    <a:pt x="49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41"/>
            <p:cNvSpPr/>
            <p:nvPr/>
          </p:nvSpPr>
          <p:spPr>
            <a:xfrm flipH="1">
              <a:off x="2463098" y="2205691"/>
              <a:ext cx="411208" cy="227593"/>
            </a:xfrm>
            <a:custGeom>
              <a:avLst/>
              <a:gdLst/>
              <a:ahLst/>
              <a:cxnLst/>
              <a:rect l="l" t="t" r="r" b="b"/>
              <a:pathLst>
                <a:path w="14044" h="7773" extrusionOk="0">
                  <a:moveTo>
                    <a:pt x="14044" y="0"/>
                  </a:moveTo>
                  <a:lnTo>
                    <a:pt x="14044" y="0"/>
                  </a:lnTo>
                  <a:cubicBezTo>
                    <a:pt x="12672" y="520"/>
                    <a:pt x="8838" y="739"/>
                    <a:pt x="4844" y="739"/>
                  </a:cubicBezTo>
                  <a:cubicBezTo>
                    <a:pt x="3203" y="739"/>
                    <a:pt x="1535" y="702"/>
                    <a:pt x="0" y="634"/>
                  </a:cubicBezTo>
                  <a:lnTo>
                    <a:pt x="0" y="634"/>
                  </a:lnTo>
                  <a:cubicBezTo>
                    <a:pt x="0" y="634"/>
                    <a:pt x="3103" y="7706"/>
                    <a:pt x="7472" y="7772"/>
                  </a:cubicBezTo>
                  <a:cubicBezTo>
                    <a:pt x="7496" y="7772"/>
                    <a:pt x="7519" y="7772"/>
                    <a:pt x="7542" y="7772"/>
                  </a:cubicBezTo>
                  <a:cubicBezTo>
                    <a:pt x="12852" y="7772"/>
                    <a:pt x="13878" y="3985"/>
                    <a:pt x="140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41"/>
            <p:cNvSpPr/>
            <p:nvPr/>
          </p:nvSpPr>
          <p:spPr>
            <a:xfrm flipH="1">
              <a:off x="1789512" y="1471905"/>
              <a:ext cx="638977" cy="219102"/>
            </a:xfrm>
            <a:custGeom>
              <a:avLst/>
              <a:gdLst/>
              <a:ahLst/>
              <a:cxnLst/>
              <a:rect l="l" t="t" r="r" b="b"/>
              <a:pathLst>
                <a:path w="21823" h="7483" extrusionOk="0">
                  <a:moveTo>
                    <a:pt x="2744" y="1"/>
                  </a:moveTo>
                  <a:cubicBezTo>
                    <a:pt x="1176" y="1"/>
                    <a:pt x="1" y="2198"/>
                    <a:pt x="1620" y="3412"/>
                  </a:cubicBezTo>
                  <a:cubicBezTo>
                    <a:pt x="5511" y="6050"/>
                    <a:pt x="10120" y="7482"/>
                    <a:pt x="14833" y="7482"/>
                  </a:cubicBezTo>
                  <a:cubicBezTo>
                    <a:pt x="14887" y="7482"/>
                    <a:pt x="14942" y="7482"/>
                    <a:pt x="14996" y="7482"/>
                  </a:cubicBezTo>
                  <a:cubicBezTo>
                    <a:pt x="16530" y="7482"/>
                    <a:pt x="18031" y="7348"/>
                    <a:pt x="19533" y="7048"/>
                  </a:cubicBezTo>
                  <a:cubicBezTo>
                    <a:pt x="21822" y="6609"/>
                    <a:pt x="21339" y="3338"/>
                    <a:pt x="19249" y="3338"/>
                  </a:cubicBezTo>
                  <a:cubicBezTo>
                    <a:pt x="19116" y="3338"/>
                    <a:pt x="18977" y="3351"/>
                    <a:pt x="18832" y="3379"/>
                  </a:cubicBezTo>
                  <a:cubicBezTo>
                    <a:pt x="17564" y="3615"/>
                    <a:pt x="16288" y="3731"/>
                    <a:pt x="15020" y="3731"/>
                  </a:cubicBezTo>
                  <a:cubicBezTo>
                    <a:pt x="11083" y="3731"/>
                    <a:pt x="7218" y="2605"/>
                    <a:pt x="3888" y="410"/>
                  </a:cubicBezTo>
                  <a:cubicBezTo>
                    <a:pt x="3506" y="123"/>
                    <a:pt x="3114" y="1"/>
                    <a:pt x="27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41"/>
            <p:cNvSpPr/>
            <p:nvPr/>
          </p:nvSpPr>
          <p:spPr>
            <a:xfrm flipH="1">
              <a:off x="2573542" y="1356015"/>
              <a:ext cx="458993" cy="241209"/>
            </a:xfrm>
            <a:custGeom>
              <a:avLst/>
              <a:gdLst/>
              <a:ahLst/>
              <a:cxnLst/>
              <a:rect l="l" t="t" r="r" b="b"/>
              <a:pathLst>
                <a:path w="15676" h="8238" extrusionOk="0">
                  <a:moveTo>
                    <a:pt x="7800" y="0"/>
                  </a:moveTo>
                  <a:cubicBezTo>
                    <a:pt x="6982" y="0"/>
                    <a:pt x="6138" y="114"/>
                    <a:pt x="5304" y="399"/>
                  </a:cubicBezTo>
                  <a:cubicBezTo>
                    <a:pt x="3069" y="1166"/>
                    <a:pt x="1402" y="2967"/>
                    <a:pt x="434" y="5736"/>
                  </a:cubicBezTo>
                  <a:cubicBezTo>
                    <a:pt x="1" y="6937"/>
                    <a:pt x="901" y="8204"/>
                    <a:pt x="2202" y="8237"/>
                  </a:cubicBezTo>
                  <a:cubicBezTo>
                    <a:pt x="2969" y="8237"/>
                    <a:pt x="3670" y="7737"/>
                    <a:pt x="3937" y="7003"/>
                  </a:cubicBezTo>
                  <a:cubicBezTo>
                    <a:pt x="4537" y="5335"/>
                    <a:pt x="5371" y="4335"/>
                    <a:pt x="6505" y="3934"/>
                  </a:cubicBezTo>
                  <a:cubicBezTo>
                    <a:pt x="6921" y="3796"/>
                    <a:pt x="7365" y="3738"/>
                    <a:pt x="7814" y="3738"/>
                  </a:cubicBezTo>
                  <a:cubicBezTo>
                    <a:pt x="9524" y="3738"/>
                    <a:pt x="11315" y="4579"/>
                    <a:pt x="11976" y="5002"/>
                  </a:cubicBezTo>
                  <a:cubicBezTo>
                    <a:pt x="12323" y="5211"/>
                    <a:pt x="12665" y="5302"/>
                    <a:pt x="12986" y="5302"/>
                  </a:cubicBezTo>
                  <a:cubicBezTo>
                    <a:pt x="14608" y="5302"/>
                    <a:pt x="15676" y="2975"/>
                    <a:pt x="13977" y="1833"/>
                  </a:cubicBezTo>
                  <a:cubicBezTo>
                    <a:pt x="13818" y="1753"/>
                    <a:pt x="11010" y="0"/>
                    <a:pt x="78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41"/>
            <p:cNvSpPr/>
            <p:nvPr/>
          </p:nvSpPr>
          <p:spPr>
            <a:xfrm flipH="1">
              <a:off x="2199373" y="2420080"/>
              <a:ext cx="355547" cy="101104"/>
            </a:xfrm>
            <a:custGeom>
              <a:avLst/>
              <a:gdLst/>
              <a:ahLst/>
              <a:cxnLst/>
              <a:rect l="l" t="t" r="r" b="b"/>
              <a:pathLst>
                <a:path w="12143" h="3453" extrusionOk="0">
                  <a:moveTo>
                    <a:pt x="5228" y="0"/>
                  </a:moveTo>
                  <a:cubicBezTo>
                    <a:pt x="3956" y="0"/>
                    <a:pt x="2867" y="227"/>
                    <a:pt x="1968" y="684"/>
                  </a:cubicBezTo>
                  <a:cubicBezTo>
                    <a:pt x="1101" y="1084"/>
                    <a:pt x="400" y="1818"/>
                    <a:pt x="67" y="2719"/>
                  </a:cubicBezTo>
                  <a:cubicBezTo>
                    <a:pt x="0" y="3019"/>
                    <a:pt x="167" y="3319"/>
                    <a:pt x="467" y="3419"/>
                  </a:cubicBezTo>
                  <a:cubicBezTo>
                    <a:pt x="501" y="3419"/>
                    <a:pt x="567" y="3452"/>
                    <a:pt x="601" y="3452"/>
                  </a:cubicBezTo>
                  <a:cubicBezTo>
                    <a:pt x="867" y="3452"/>
                    <a:pt x="1101" y="3286"/>
                    <a:pt x="1168" y="3052"/>
                  </a:cubicBezTo>
                  <a:cubicBezTo>
                    <a:pt x="1435" y="2418"/>
                    <a:pt x="1935" y="1918"/>
                    <a:pt x="2569" y="1651"/>
                  </a:cubicBezTo>
                  <a:cubicBezTo>
                    <a:pt x="3138" y="1359"/>
                    <a:pt x="3991" y="1116"/>
                    <a:pt x="5228" y="1116"/>
                  </a:cubicBezTo>
                  <a:cubicBezTo>
                    <a:pt x="6675" y="1116"/>
                    <a:pt x="8648" y="1448"/>
                    <a:pt x="11308" y="2418"/>
                  </a:cubicBezTo>
                  <a:cubicBezTo>
                    <a:pt x="11375" y="2440"/>
                    <a:pt x="11443" y="2451"/>
                    <a:pt x="11510" y="2451"/>
                  </a:cubicBezTo>
                  <a:cubicBezTo>
                    <a:pt x="11745" y="2451"/>
                    <a:pt x="11964" y="2319"/>
                    <a:pt x="12042" y="2085"/>
                  </a:cubicBezTo>
                  <a:cubicBezTo>
                    <a:pt x="12142" y="1785"/>
                    <a:pt x="11975" y="1451"/>
                    <a:pt x="11709" y="1351"/>
                  </a:cubicBezTo>
                  <a:cubicBezTo>
                    <a:pt x="9190" y="453"/>
                    <a:pt x="7025" y="0"/>
                    <a:pt x="52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41"/>
            <p:cNvSpPr/>
            <p:nvPr/>
          </p:nvSpPr>
          <p:spPr>
            <a:xfrm flipH="1">
              <a:off x="2537323" y="2460603"/>
              <a:ext cx="1063655" cy="881972"/>
            </a:xfrm>
            <a:custGeom>
              <a:avLst/>
              <a:gdLst/>
              <a:ahLst/>
              <a:cxnLst/>
              <a:rect l="l" t="t" r="r" b="b"/>
              <a:pathLst>
                <a:path w="36327" h="30122" extrusionOk="0">
                  <a:moveTo>
                    <a:pt x="18681" y="0"/>
                  </a:moveTo>
                  <a:cubicBezTo>
                    <a:pt x="12143" y="567"/>
                    <a:pt x="5805" y="2435"/>
                    <a:pt x="1" y="5471"/>
                  </a:cubicBezTo>
                  <a:cubicBezTo>
                    <a:pt x="67" y="5459"/>
                    <a:pt x="136" y="5453"/>
                    <a:pt x="209" y="5453"/>
                  </a:cubicBezTo>
                  <a:cubicBezTo>
                    <a:pt x="3703" y="5453"/>
                    <a:pt x="14805" y="19372"/>
                    <a:pt x="17713" y="30122"/>
                  </a:cubicBezTo>
                  <a:cubicBezTo>
                    <a:pt x="23184" y="28087"/>
                    <a:pt x="29555" y="26719"/>
                    <a:pt x="36327" y="25652"/>
                  </a:cubicBezTo>
                  <a:cubicBezTo>
                    <a:pt x="32224" y="14311"/>
                    <a:pt x="24685" y="1468"/>
                    <a:pt x="1868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41"/>
            <p:cNvSpPr/>
            <p:nvPr/>
          </p:nvSpPr>
          <p:spPr>
            <a:xfrm flipH="1">
              <a:off x="3053998" y="2458436"/>
              <a:ext cx="606564" cy="293239"/>
            </a:xfrm>
            <a:custGeom>
              <a:avLst/>
              <a:gdLst/>
              <a:ahLst/>
              <a:cxnLst/>
              <a:rect l="l" t="t" r="r" b="b"/>
              <a:pathLst>
                <a:path w="20716" h="10015" extrusionOk="0">
                  <a:moveTo>
                    <a:pt x="19328" y="0"/>
                  </a:moveTo>
                  <a:cubicBezTo>
                    <a:pt x="12202" y="0"/>
                    <a:pt x="2036" y="5245"/>
                    <a:pt x="2036" y="5245"/>
                  </a:cubicBezTo>
                  <a:cubicBezTo>
                    <a:pt x="1" y="6546"/>
                    <a:pt x="535" y="8981"/>
                    <a:pt x="1669" y="10015"/>
                  </a:cubicBezTo>
                  <a:cubicBezTo>
                    <a:pt x="2736" y="8480"/>
                    <a:pt x="14678" y="4477"/>
                    <a:pt x="19181" y="3944"/>
                  </a:cubicBezTo>
                  <a:cubicBezTo>
                    <a:pt x="16946" y="1876"/>
                    <a:pt x="19014" y="374"/>
                    <a:pt x="20716" y="74"/>
                  </a:cubicBezTo>
                  <a:cubicBezTo>
                    <a:pt x="20269" y="24"/>
                    <a:pt x="19805" y="0"/>
                    <a:pt x="193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41"/>
            <p:cNvSpPr/>
            <p:nvPr/>
          </p:nvSpPr>
          <p:spPr>
            <a:xfrm flipH="1">
              <a:off x="3299130" y="2735747"/>
              <a:ext cx="148508" cy="233742"/>
            </a:xfrm>
            <a:custGeom>
              <a:avLst/>
              <a:gdLst/>
              <a:ahLst/>
              <a:cxnLst/>
              <a:rect l="l" t="t" r="r" b="b"/>
              <a:pathLst>
                <a:path w="5072" h="7983" extrusionOk="0">
                  <a:moveTo>
                    <a:pt x="2755" y="0"/>
                  </a:moveTo>
                  <a:cubicBezTo>
                    <a:pt x="2043" y="0"/>
                    <a:pt x="1336" y="387"/>
                    <a:pt x="1035" y="1278"/>
                  </a:cubicBezTo>
                  <a:cubicBezTo>
                    <a:pt x="835" y="1911"/>
                    <a:pt x="1" y="5080"/>
                    <a:pt x="1368" y="7148"/>
                  </a:cubicBezTo>
                  <a:cubicBezTo>
                    <a:pt x="1702" y="7682"/>
                    <a:pt x="2302" y="7982"/>
                    <a:pt x="2936" y="7982"/>
                  </a:cubicBezTo>
                  <a:cubicBezTo>
                    <a:pt x="3303" y="7982"/>
                    <a:pt x="3637" y="7882"/>
                    <a:pt x="3937" y="7682"/>
                  </a:cubicBezTo>
                  <a:cubicBezTo>
                    <a:pt x="4804" y="7115"/>
                    <a:pt x="5071" y="5981"/>
                    <a:pt x="4504" y="5114"/>
                  </a:cubicBezTo>
                  <a:cubicBezTo>
                    <a:pt x="4237" y="4747"/>
                    <a:pt x="4304" y="3412"/>
                    <a:pt x="4604" y="2345"/>
                  </a:cubicBezTo>
                  <a:cubicBezTo>
                    <a:pt x="4969" y="927"/>
                    <a:pt x="3856" y="0"/>
                    <a:pt x="2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Прямоугольник 2"/>
          <p:cNvSpPr/>
          <p:nvPr/>
        </p:nvSpPr>
        <p:spPr>
          <a:xfrm>
            <a:off x="189592" y="147025"/>
            <a:ext cx="556563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buClr>
                <a:srgbClr val="80ED99"/>
              </a:buClr>
              <a:buSzPts val="4800"/>
            </a:pPr>
            <a:r>
              <a:rPr lang="ru-RU" sz="4800" dirty="0">
                <a:solidFill>
                  <a:srgbClr val="80ED99"/>
                </a:solidFill>
                <a:latin typeface="Poppins Black"/>
                <a:cs typeface="Poppins Black"/>
                <a:sym typeface="Poppins Black"/>
              </a:rPr>
              <a:t>3</a:t>
            </a:r>
            <a:endParaRPr lang="en" sz="4800" dirty="0">
              <a:solidFill>
                <a:srgbClr val="80ED99"/>
              </a:solidFill>
              <a:latin typeface="Poppins Black"/>
              <a:cs typeface="Poppins Black"/>
              <a:sym typeface="Poppins Blac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Mathematical Model of Solutions</a:t>
            </a:r>
          </a:p>
          <a:p>
            <a:pPr marL="139700" indent="0">
              <a:buNone/>
            </a:pPr>
            <a:endParaRPr lang="en-US" b="1" dirty="0"/>
          </a:p>
          <a:p>
            <a:pPr marL="139700" indent="0">
              <a:buNone/>
            </a:pPr>
            <a:r>
              <a:rPr lang="en-US" dirty="0"/>
              <a:t>In ES, each solution is typically represented as a </a:t>
            </a:r>
            <a:r>
              <a:rPr lang="en-US" b="1" dirty="0"/>
              <a:t>vector of real numbers</a:t>
            </a:r>
            <a:r>
              <a:rPr lang="en-US" dirty="0"/>
              <a:t>, which corresponds to the parameters of the problem.</a:t>
            </a:r>
          </a:p>
          <a:p>
            <a:pPr marL="139700" indent="0">
              <a:buNone/>
            </a:pP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Representation of Solutions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b="1" dirty="0"/>
              <a:t>Dimensionality</a:t>
            </a:r>
          </a:p>
          <a:p>
            <a:pPr marL="139700" indent="0">
              <a:buNone/>
            </a:pPr>
            <a:endParaRPr lang="en-US" b="1" dirty="0"/>
          </a:p>
          <a:p>
            <a:pPr marL="139700" indent="0">
              <a:buNone/>
            </a:pPr>
            <a:r>
              <a:rPr lang="en-US" dirty="0"/>
              <a:t>The dimension </a:t>
            </a:r>
            <a:r>
              <a:rPr lang="en-US" b="1" dirty="0"/>
              <a:t>n</a:t>
            </a:r>
            <a:r>
              <a:rPr lang="en-US" dirty="0"/>
              <a:t> of the vector </a:t>
            </a:r>
            <a:r>
              <a:rPr lang="en-US" b="1" dirty="0"/>
              <a:t>{x}</a:t>
            </a:r>
            <a:r>
              <a:rPr lang="en-US" dirty="0"/>
              <a:t> depends on the number of variables in the optimization problem.</a:t>
            </a:r>
          </a:p>
          <a:p>
            <a:pPr marL="139700" indent="0">
              <a:buNone/>
            </a:pP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5808" y="2887512"/>
            <a:ext cx="2868192" cy="462856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149" y="3118940"/>
            <a:ext cx="4921703" cy="1322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87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25885" y="1398207"/>
            <a:ext cx="2854247" cy="371400"/>
          </a:xfrm>
        </p:spPr>
        <p:txBody>
          <a:bodyPr/>
          <a:lstStyle/>
          <a:p>
            <a:r>
              <a:rPr lang="en-US" dirty="0"/>
              <a:t>Objective function</a:t>
            </a:r>
            <a:endParaRPr lang="ru-RU" dirty="0"/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2"/>
          </p:nvPr>
        </p:nvSpPr>
        <p:spPr>
          <a:xfrm>
            <a:off x="144049" y="1913113"/>
            <a:ext cx="2674308" cy="1525823"/>
          </a:xfrm>
        </p:spPr>
        <p:txBody>
          <a:bodyPr/>
          <a:lstStyle/>
          <a:p>
            <a:r>
              <a:rPr lang="en-US" dirty="0"/>
              <a:t>	The objective function, denoted as </a:t>
            </a:r>
            <a:r>
              <a:rPr lang="en-US" b="1" dirty="0"/>
              <a:t>f(x)</a:t>
            </a:r>
            <a:r>
              <a:rPr lang="en-US" dirty="0"/>
              <a:t>, is a mathematical expression that evaluates how "good" a solution is.</a:t>
            </a:r>
          </a:p>
          <a:p>
            <a:endParaRPr lang="ru-RU" dirty="0"/>
          </a:p>
        </p:txBody>
      </p:sp>
      <p:sp>
        <p:nvSpPr>
          <p:cNvPr id="6" name="Подзаголовок 5"/>
          <p:cNvSpPr>
            <a:spLocks noGrp="1"/>
          </p:cNvSpPr>
          <p:nvPr>
            <p:ph type="subTitle" idx="4"/>
          </p:nvPr>
        </p:nvSpPr>
        <p:spPr>
          <a:xfrm>
            <a:off x="3684039" y="1412288"/>
            <a:ext cx="2205600" cy="371400"/>
          </a:xfrm>
        </p:spPr>
        <p:txBody>
          <a:bodyPr/>
          <a:lstStyle/>
          <a:p>
            <a:r>
              <a:rPr lang="en-US" dirty="0"/>
              <a:t>Constraints</a:t>
            </a:r>
            <a:endParaRPr lang="ru-RU" dirty="0"/>
          </a:p>
        </p:txBody>
      </p:sp>
      <p:sp>
        <p:nvSpPr>
          <p:cNvPr id="7" name="Подзаголовок 6"/>
          <p:cNvSpPr>
            <a:spLocks noGrp="1"/>
          </p:cNvSpPr>
          <p:nvPr>
            <p:ph type="subTitle" idx="5"/>
          </p:nvPr>
        </p:nvSpPr>
        <p:spPr>
          <a:xfrm>
            <a:off x="3035422" y="1927194"/>
            <a:ext cx="2746973" cy="854100"/>
          </a:xfrm>
        </p:spPr>
        <p:txBody>
          <a:bodyPr/>
          <a:lstStyle/>
          <a:p>
            <a:pPr algn="ctr"/>
            <a:r>
              <a:rPr lang="en-US" dirty="0"/>
              <a:t>	Optimization problems often include constraints that limit the values the solution vector can take.</a:t>
            </a:r>
            <a:endParaRPr lang="ru-RU" dirty="0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7"/>
          </p:nvPr>
        </p:nvSpPr>
        <p:spPr>
          <a:xfrm>
            <a:off x="6150279" y="1398207"/>
            <a:ext cx="2993721" cy="371400"/>
          </a:xfrm>
        </p:spPr>
        <p:txBody>
          <a:bodyPr/>
          <a:lstStyle/>
          <a:p>
            <a:r>
              <a:rPr lang="en-US" dirty="0"/>
              <a:t>Performance metrics</a:t>
            </a:r>
            <a:endParaRPr lang="ru-RU" dirty="0"/>
          </a:p>
        </p:txBody>
      </p:sp>
      <p:sp>
        <p:nvSpPr>
          <p:cNvPr id="10" name="Подзаголовок 9"/>
          <p:cNvSpPr>
            <a:spLocks noGrp="1"/>
          </p:cNvSpPr>
          <p:nvPr>
            <p:ph type="subTitle" idx="8"/>
          </p:nvPr>
        </p:nvSpPr>
        <p:spPr>
          <a:xfrm>
            <a:off x="5782395" y="1913113"/>
            <a:ext cx="2845623" cy="854100"/>
          </a:xfrm>
        </p:spPr>
        <p:txBody>
          <a:bodyPr/>
          <a:lstStyle/>
          <a:p>
            <a:pPr algn="just"/>
            <a:r>
              <a:rPr lang="en-US" dirty="0"/>
              <a:t>	The choice of the function depends on the specific problem:</a:t>
            </a:r>
          </a:p>
          <a:p>
            <a:pPr algn="just"/>
            <a:r>
              <a:rPr lang="en-US" dirty="0"/>
              <a:t>	In </a:t>
            </a:r>
            <a:r>
              <a:rPr lang="en-US" b="1" dirty="0"/>
              <a:t>engineering</a:t>
            </a:r>
            <a:r>
              <a:rPr lang="en-US" dirty="0"/>
              <a:t> might measure the weight, cost, or energy efficiency.</a:t>
            </a:r>
          </a:p>
          <a:p>
            <a:pPr algn="just"/>
            <a:r>
              <a:rPr lang="en-US" dirty="0"/>
              <a:t>	In </a:t>
            </a:r>
            <a:r>
              <a:rPr lang="en-US" b="1" dirty="0"/>
              <a:t>ML</a:t>
            </a:r>
            <a:r>
              <a:rPr lang="en-US" dirty="0"/>
              <a:t> could represent the error.</a:t>
            </a:r>
          </a:p>
          <a:p>
            <a:pPr algn="just"/>
            <a:endParaRPr lang="ru-RU" dirty="0"/>
          </a:p>
        </p:txBody>
      </p:sp>
      <p:sp>
        <p:nvSpPr>
          <p:cNvPr id="11" name="Заголовок 10"/>
          <p:cNvSpPr>
            <a:spLocks noGrp="1"/>
          </p:cNvSpPr>
          <p:nvPr>
            <p:ph type="title" idx="9"/>
          </p:nvPr>
        </p:nvSpPr>
        <p:spPr>
          <a:xfrm>
            <a:off x="225468" y="387600"/>
            <a:ext cx="8198532" cy="612600"/>
          </a:xfrm>
        </p:spPr>
        <p:txBody>
          <a:bodyPr/>
          <a:lstStyle/>
          <a:p>
            <a:r>
              <a:rPr lang="en-US" dirty="0"/>
              <a:t>Objective Function and Optimization</a:t>
            </a:r>
            <a:endParaRPr lang="ru-RU" dirty="0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067" y="3582443"/>
            <a:ext cx="2453350" cy="1299444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0132" y="3713708"/>
            <a:ext cx="2715506" cy="1036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435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/>
          <p:cNvSpPr>
            <a:spLocks noGrp="1"/>
          </p:cNvSpPr>
          <p:nvPr>
            <p:ph type="subTitle" idx="1"/>
          </p:nvPr>
        </p:nvSpPr>
        <p:spPr>
          <a:xfrm>
            <a:off x="419590" y="1427076"/>
            <a:ext cx="2437200" cy="778325"/>
          </a:xfrm>
        </p:spPr>
        <p:txBody>
          <a:bodyPr/>
          <a:lstStyle/>
          <a:p>
            <a:r>
              <a:rPr lang="en-US" dirty="0"/>
              <a:t>Step Size (</a:t>
            </a:r>
            <a:r>
              <a:rPr lang="el-GR" dirty="0"/>
              <a:t>σ)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2"/>
          </p:nvPr>
        </p:nvSpPr>
        <p:spPr>
          <a:xfrm>
            <a:off x="-144081" y="1878806"/>
            <a:ext cx="2437200" cy="612600"/>
          </a:xfrm>
        </p:spPr>
        <p:txBody>
          <a:bodyPr/>
          <a:lstStyle/>
          <a:p>
            <a:pPr algn="ctr"/>
            <a:r>
              <a:rPr lang="ru-RU" dirty="0"/>
              <a:t>	</a:t>
            </a:r>
            <a:r>
              <a:rPr lang="en-US" dirty="0"/>
              <a:t>Controls the size of random changes (mutations) applied to solutions.</a:t>
            </a:r>
            <a:endParaRPr lang="ru-RU" dirty="0"/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3"/>
          </p:nvPr>
        </p:nvSpPr>
        <p:spPr>
          <a:xfrm>
            <a:off x="4947781" y="1428124"/>
            <a:ext cx="2776258" cy="371400"/>
          </a:xfrm>
        </p:spPr>
        <p:txBody>
          <a:bodyPr/>
          <a:lstStyle/>
          <a:p>
            <a:r>
              <a:rPr lang="en-US" dirty="0"/>
              <a:t>Mutation of Step Size</a:t>
            </a:r>
            <a:endParaRPr lang="ru-RU" dirty="0"/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4"/>
          </p:nvPr>
        </p:nvSpPr>
        <p:spPr>
          <a:xfrm>
            <a:off x="4572000" y="1878806"/>
            <a:ext cx="3187018" cy="612600"/>
          </a:xfrm>
        </p:spPr>
        <p:txBody>
          <a:bodyPr/>
          <a:lstStyle/>
          <a:p>
            <a:pPr algn="ctr"/>
            <a:r>
              <a:rPr lang="ru-RU" dirty="0"/>
              <a:t>	</a:t>
            </a:r>
            <a:r>
              <a:rPr lang="en-US" dirty="0"/>
              <a:t>Step size adapts based on performance, ensuring flexibility during the search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Strategy Parameters in ES</a:t>
            </a:r>
            <a:endParaRPr lang="ru-RU" dirty="0"/>
          </a:p>
        </p:txBody>
      </p:sp>
      <p:sp>
        <p:nvSpPr>
          <p:cNvPr id="7" name="Подзаголовок 6"/>
          <p:cNvSpPr>
            <a:spLocks noGrp="1"/>
          </p:cNvSpPr>
          <p:nvPr>
            <p:ph type="subTitle" idx="5"/>
          </p:nvPr>
        </p:nvSpPr>
        <p:spPr>
          <a:xfrm>
            <a:off x="93437" y="3213476"/>
            <a:ext cx="2437200" cy="371400"/>
          </a:xfrm>
        </p:spPr>
        <p:txBody>
          <a:bodyPr/>
          <a:lstStyle/>
          <a:p>
            <a:r>
              <a:rPr lang="en-US" dirty="0"/>
              <a:t>Self-Adaptive Parameters</a:t>
            </a:r>
            <a:endParaRPr lang="ru-RU" dirty="0"/>
          </a:p>
        </p:txBody>
      </p:sp>
      <p:sp>
        <p:nvSpPr>
          <p:cNvPr id="8" name="Подзаголовок 7"/>
          <p:cNvSpPr>
            <a:spLocks noGrp="1"/>
          </p:cNvSpPr>
          <p:nvPr>
            <p:ph type="subTitle" idx="6"/>
          </p:nvPr>
        </p:nvSpPr>
        <p:spPr>
          <a:xfrm>
            <a:off x="-388206" y="3921247"/>
            <a:ext cx="2681325" cy="612600"/>
          </a:xfrm>
        </p:spPr>
        <p:txBody>
          <a:bodyPr/>
          <a:lstStyle/>
          <a:p>
            <a:pPr algn="ctr"/>
            <a:r>
              <a:rPr lang="ru-RU" dirty="0"/>
              <a:t>	</a:t>
            </a:r>
            <a:r>
              <a:rPr lang="en-US" dirty="0"/>
              <a:t>Step sizes evolve along with solutions to balance exploration and exploitation.</a:t>
            </a:r>
            <a:endParaRPr lang="ru-RU" dirty="0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7"/>
          </p:nvPr>
        </p:nvSpPr>
        <p:spPr>
          <a:xfrm>
            <a:off x="5286839" y="3550190"/>
            <a:ext cx="2437200" cy="371400"/>
          </a:xfrm>
        </p:spPr>
        <p:txBody>
          <a:bodyPr/>
          <a:lstStyle/>
          <a:p>
            <a:r>
              <a:rPr lang="en-US" dirty="0"/>
              <a:t>Advantages</a:t>
            </a:r>
            <a:endParaRPr lang="ru-RU" dirty="0"/>
          </a:p>
        </p:txBody>
      </p:sp>
      <p:sp>
        <p:nvSpPr>
          <p:cNvPr id="10" name="Подзаголовок 9"/>
          <p:cNvSpPr>
            <a:spLocks noGrp="1"/>
          </p:cNvSpPr>
          <p:nvPr>
            <p:ph type="subTitle" idx="8"/>
          </p:nvPr>
        </p:nvSpPr>
        <p:spPr>
          <a:xfrm>
            <a:off x="4440477" y="3957026"/>
            <a:ext cx="3144412" cy="612600"/>
          </a:xfrm>
        </p:spPr>
        <p:txBody>
          <a:bodyPr/>
          <a:lstStyle/>
          <a:p>
            <a:pPr algn="ctr"/>
            <a:r>
              <a:rPr lang="ru-RU" dirty="0"/>
              <a:t>	</a:t>
            </a:r>
            <a:r>
              <a:rPr lang="en-US" dirty="0"/>
              <a:t>Dynamically adjusts mutation rates, reducing the need for manual tuning.</a:t>
            </a:r>
            <a:endParaRPr lang="ru-RU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2631" y="2772120"/>
            <a:ext cx="3086557" cy="519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3638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40"/>
          <p:cNvSpPr txBox="1">
            <a:spLocks noGrp="1"/>
          </p:cNvSpPr>
          <p:nvPr>
            <p:ph type="title"/>
          </p:nvPr>
        </p:nvSpPr>
        <p:spPr>
          <a:xfrm flipH="1">
            <a:off x="3442437" y="387600"/>
            <a:ext cx="4962900" cy="18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Algorithm Workflow</a:t>
            </a:r>
            <a:br>
              <a:rPr lang="en-US" dirty="0"/>
            </a:br>
            <a:endParaRPr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345914" y="177139"/>
            <a:ext cx="52770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800" b="1" dirty="0">
                <a:solidFill>
                  <a:srgbClr val="80ED99"/>
                </a:solidFill>
                <a:cs typeface="Poppins Black" panose="020B0604020202020204" charset="0"/>
              </a:rPr>
              <a:t>4</a:t>
            </a:r>
            <a:endParaRPr lang="ru-RU" b="1" dirty="0">
              <a:effectLst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80060" y="2400289"/>
            <a:ext cx="2205600" cy="371400"/>
          </a:xfrm>
        </p:spPr>
        <p:txBody>
          <a:bodyPr/>
          <a:lstStyle/>
          <a:p>
            <a:r>
              <a:rPr lang="en-US" dirty="0"/>
              <a:t>What it is</a:t>
            </a:r>
            <a:endParaRPr lang="ru-RU" dirty="0"/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2"/>
          </p:nvPr>
        </p:nvSpPr>
        <p:spPr>
          <a:xfrm>
            <a:off x="0" y="2873337"/>
            <a:ext cx="2457285" cy="854100"/>
          </a:xfrm>
        </p:spPr>
        <p:txBody>
          <a:bodyPr/>
          <a:lstStyle/>
          <a:p>
            <a:pPr algn="ctr"/>
            <a:r>
              <a:rPr lang="ru-RU" dirty="0"/>
              <a:t>	</a:t>
            </a:r>
            <a:r>
              <a:rPr lang="en-US" dirty="0"/>
              <a:t>The first step (ES) is creating an initial population of candidate solutions.</a:t>
            </a:r>
            <a:endParaRPr lang="ru-RU" dirty="0"/>
          </a:p>
        </p:txBody>
      </p:sp>
      <p:sp>
        <p:nvSpPr>
          <p:cNvPr id="6" name="Подзаголовок 5"/>
          <p:cNvSpPr>
            <a:spLocks noGrp="1"/>
          </p:cNvSpPr>
          <p:nvPr>
            <p:ph type="subTitle" idx="4"/>
          </p:nvPr>
        </p:nvSpPr>
        <p:spPr>
          <a:xfrm>
            <a:off x="3116067" y="2400289"/>
            <a:ext cx="2205600" cy="371400"/>
          </a:xfrm>
        </p:spPr>
        <p:txBody>
          <a:bodyPr/>
          <a:lstStyle/>
          <a:p>
            <a:r>
              <a:rPr lang="en-US" dirty="0"/>
              <a:t>How it’s done</a:t>
            </a:r>
            <a:endParaRPr lang="ru-RU" dirty="0"/>
          </a:p>
        </p:txBody>
      </p:sp>
      <p:sp>
        <p:nvSpPr>
          <p:cNvPr id="7" name="Подзаголовок 6"/>
          <p:cNvSpPr>
            <a:spLocks noGrp="1"/>
          </p:cNvSpPr>
          <p:nvPr>
            <p:ph type="subTitle" idx="5"/>
          </p:nvPr>
        </p:nvSpPr>
        <p:spPr>
          <a:xfrm>
            <a:off x="2457286" y="2873337"/>
            <a:ext cx="2795489" cy="854100"/>
          </a:xfrm>
        </p:spPr>
        <p:txBody>
          <a:bodyPr/>
          <a:lstStyle/>
          <a:p>
            <a:pPr algn="ctr"/>
            <a:r>
              <a:rPr lang="ru-RU" dirty="0"/>
              <a:t>	</a:t>
            </a:r>
            <a:r>
              <a:rPr lang="en-US" dirty="0"/>
              <a:t>Solutions are typically generated randomly within the bounds of the problem's variables. </a:t>
            </a:r>
            <a:endParaRPr lang="ru-RU" dirty="0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7"/>
          </p:nvPr>
        </p:nvSpPr>
        <p:spPr>
          <a:xfrm>
            <a:off x="5552074" y="2400289"/>
            <a:ext cx="3330293" cy="371400"/>
          </a:xfrm>
        </p:spPr>
        <p:txBody>
          <a:bodyPr/>
          <a:lstStyle/>
          <a:p>
            <a:r>
              <a:rPr lang="en-US" dirty="0"/>
              <a:t>Importance of Diversity</a:t>
            </a:r>
            <a:endParaRPr lang="ru-RU" dirty="0"/>
          </a:p>
        </p:txBody>
      </p:sp>
      <p:sp>
        <p:nvSpPr>
          <p:cNvPr id="11" name="Заголовок 10"/>
          <p:cNvSpPr>
            <a:spLocks noGrp="1"/>
          </p:cNvSpPr>
          <p:nvPr>
            <p:ph type="title" idx="9"/>
          </p:nvPr>
        </p:nvSpPr>
        <p:spPr/>
        <p:txBody>
          <a:bodyPr/>
          <a:lstStyle/>
          <a:p>
            <a:r>
              <a:rPr lang="en-US" dirty="0"/>
              <a:t>Initialization of Population</a:t>
            </a:r>
            <a:endParaRPr lang="ru-RU" dirty="0"/>
          </a:p>
        </p:txBody>
      </p:sp>
      <p:sp>
        <p:nvSpPr>
          <p:cNvPr id="12" name="Rectangle 1"/>
          <p:cNvSpPr>
            <a:spLocks noGrp="1" noChangeArrowheads="1"/>
          </p:cNvSpPr>
          <p:nvPr>
            <p:ph type="subTitle" idx="8"/>
          </p:nvPr>
        </p:nvSpPr>
        <p:spPr bwMode="auto">
          <a:xfrm>
            <a:off x="5488629" y="2585989"/>
            <a:ext cx="3226776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20B0604020202020204" charset="0"/>
                <a:cs typeface="Poppins" panose="020B0604020202020204" charset="0"/>
              </a:rPr>
              <a:t>Improving</a:t>
            </a:r>
            <a:r>
              <a:rPr kumimoji="0" lang="en-US" altLang="ru-RU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20B0604020202020204" charset="0"/>
                <a:cs typeface="Poppins" panose="020B060402020202020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Poppins" panose="020B0604020202020204" charset="0"/>
              </a:rPr>
              <a:t>the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Poppins" panose="020B060402020202020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Poppins" panose="020B0604020202020204" charset="0"/>
              </a:rPr>
              <a:t>chances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Poppins" panose="020B060402020202020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Poppins" panose="020B0604020202020204" charset="0"/>
              </a:rPr>
              <a:t>of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Poppins" panose="020B060402020202020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Poppins" panose="020B0604020202020204" charset="0"/>
              </a:rPr>
              <a:t>finding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Poppins" panose="020B060402020202020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Poppins" panose="020B0604020202020204" charset="0"/>
              </a:rPr>
              <a:t>good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Poppins" panose="020B060402020202020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Poppins" panose="020B0604020202020204" charset="0"/>
              </a:rPr>
              <a:t>solutions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Poppins" panose="020B0604020202020204" charset="0"/>
              </a:rPr>
              <a:t>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Poppins" panose="020B0604020202020204" charset="0"/>
              </a:rPr>
              <a:t>If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Poppins" panose="020B060402020202020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Poppins" panose="020B0604020202020204" charset="0"/>
              </a:rPr>
              <a:t>diversity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Poppins" panose="020B060402020202020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Poppins" panose="020B0604020202020204" charset="0"/>
              </a:rPr>
              <a:t>is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Poppins" panose="020B060402020202020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Poppins" panose="020B0604020202020204" charset="0"/>
              </a:rPr>
              <a:t>low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Poppins" panose="020B0604020202020204" charset="0"/>
              </a:rPr>
              <a:t>,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Poppins" panose="020B0604020202020204" charset="0"/>
              </a:rPr>
              <a:t>the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Poppins" panose="020B060402020202020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Poppins" panose="020B0604020202020204" charset="0"/>
              </a:rPr>
              <a:t>algorithm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Poppins" panose="020B060402020202020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Poppins" panose="020B0604020202020204" charset="0"/>
              </a:rPr>
              <a:t>risks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Poppins" panose="020B060402020202020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Poppins" panose="020B0604020202020204" charset="0"/>
              </a:rPr>
              <a:t>converging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Poppins" panose="020B060402020202020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Poppins" panose="020B0604020202020204" charset="0"/>
              </a:rPr>
              <a:t>prematurely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Poppins" panose="020B060402020202020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Poppins" panose="020B0604020202020204" charset="0"/>
              </a:rPr>
              <a:t>to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Poppins" panose="020B0604020202020204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Poppins" panose="020B0604020202020204" charset="0"/>
              </a:rPr>
              <a:t>suboptimal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Poppins" panose="020B060402020202020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1290622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46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Timeline</a:t>
            </a:r>
            <a:endParaRPr/>
          </a:p>
        </p:txBody>
      </p:sp>
      <p:cxnSp>
        <p:nvCxnSpPr>
          <p:cNvPr id="977" name="Google Shape;977;p46"/>
          <p:cNvCxnSpPr/>
          <p:nvPr/>
        </p:nvCxnSpPr>
        <p:spPr>
          <a:xfrm>
            <a:off x="726000" y="3020819"/>
            <a:ext cx="7692000" cy="0"/>
          </a:xfrm>
          <a:prstGeom prst="straightConnector1">
            <a:avLst/>
          </a:prstGeom>
          <a:noFill/>
          <a:ln w="9525" cap="rnd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978" name="Google Shape;978;p46"/>
          <p:cNvSpPr/>
          <p:nvPr/>
        </p:nvSpPr>
        <p:spPr>
          <a:xfrm>
            <a:off x="826295" y="2533769"/>
            <a:ext cx="974100" cy="9741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9" name="Google Shape;979;p46"/>
          <p:cNvSpPr/>
          <p:nvPr/>
        </p:nvSpPr>
        <p:spPr>
          <a:xfrm>
            <a:off x="2658258" y="2533769"/>
            <a:ext cx="974100" cy="9741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0" name="Google Shape;980;p46"/>
          <p:cNvSpPr/>
          <p:nvPr/>
        </p:nvSpPr>
        <p:spPr>
          <a:xfrm>
            <a:off x="4490221" y="2533769"/>
            <a:ext cx="974100" cy="9741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1" name="Google Shape;981;p46"/>
          <p:cNvSpPr/>
          <p:nvPr/>
        </p:nvSpPr>
        <p:spPr>
          <a:xfrm>
            <a:off x="6322185" y="2533769"/>
            <a:ext cx="974100" cy="9741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2" name="Google Shape;982;p46"/>
          <p:cNvSpPr txBox="1">
            <a:spLocks noGrp="1"/>
          </p:cNvSpPr>
          <p:nvPr>
            <p:ph type="subTitle" idx="4294967295"/>
          </p:nvPr>
        </p:nvSpPr>
        <p:spPr>
          <a:xfrm>
            <a:off x="2185734" y="3894577"/>
            <a:ext cx="2205600" cy="11400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buNone/>
            </a:pPr>
            <a:r>
              <a:rPr lang="en-US" sz="1400" dirty="0"/>
              <a:t>Each mutated individual is evaluated using the </a:t>
            </a:r>
            <a:r>
              <a:rPr lang="en-US" sz="1400" b="1" dirty="0"/>
              <a:t>objective function</a:t>
            </a:r>
            <a:r>
              <a:rPr lang="en-US" sz="1400" dirty="0"/>
              <a:t> f(x)</a:t>
            </a:r>
            <a:endParaRPr sz="1400" dirty="0"/>
          </a:p>
        </p:txBody>
      </p:sp>
      <p:sp>
        <p:nvSpPr>
          <p:cNvPr id="983" name="Google Shape;983;p46"/>
          <p:cNvSpPr txBox="1">
            <a:spLocks noGrp="1"/>
          </p:cNvSpPr>
          <p:nvPr>
            <p:ph type="subTitle" idx="4294967295"/>
          </p:nvPr>
        </p:nvSpPr>
        <p:spPr>
          <a:xfrm>
            <a:off x="2559375" y="3538517"/>
            <a:ext cx="2205600" cy="3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Poppins Black"/>
                <a:ea typeface="Poppins Black"/>
                <a:cs typeface="Poppins Black"/>
                <a:sym typeface="Poppins Black"/>
              </a:rPr>
              <a:t>Evaluation</a:t>
            </a:r>
            <a:endParaRPr dirty="0"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984" name="Google Shape;984;p46"/>
          <p:cNvSpPr txBox="1">
            <a:spLocks noGrp="1"/>
          </p:cNvSpPr>
          <p:nvPr>
            <p:ph type="subTitle" idx="4294967295"/>
          </p:nvPr>
        </p:nvSpPr>
        <p:spPr>
          <a:xfrm>
            <a:off x="529083" y="1212437"/>
            <a:ext cx="2205600" cy="3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b="1" dirty="0"/>
              <a:t>Mutation</a:t>
            </a:r>
            <a:endParaRPr b="1" dirty="0"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985" name="Google Shape;985;p46"/>
          <p:cNvSpPr txBox="1">
            <a:spLocks noGrp="1"/>
          </p:cNvSpPr>
          <p:nvPr>
            <p:ph type="subTitle" idx="4294967295"/>
          </p:nvPr>
        </p:nvSpPr>
        <p:spPr>
          <a:xfrm>
            <a:off x="50130" y="1566141"/>
            <a:ext cx="2205600" cy="7797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buNone/>
            </a:pPr>
            <a:r>
              <a:rPr lang="en-US" sz="1400" dirty="0"/>
              <a:t>Introducing random changes to individuals in the population.</a:t>
            </a:r>
          </a:p>
          <a:p>
            <a:pPr marL="0" lvl="0" indent="0">
              <a:buNone/>
            </a:pPr>
            <a:endParaRPr sz="1400" dirty="0"/>
          </a:p>
        </p:txBody>
      </p:sp>
      <p:sp>
        <p:nvSpPr>
          <p:cNvPr id="986" name="Google Shape;986;p46"/>
          <p:cNvSpPr txBox="1">
            <a:spLocks noGrp="1"/>
          </p:cNvSpPr>
          <p:nvPr>
            <p:ph type="subTitle" idx="4294967295"/>
          </p:nvPr>
        </p:nvSpPr>
        <p:spPr>
          <a:xfrm>
            <a:off x="5936982" y="3556654"/>
            <a:ext cx="2205600" cy="3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Poppins Black"/>
                <a:ea typeface="Poppins Black"/>
                <a:cs typeface="Poppins Black"/>
                <a:sym typeface="Poppins Black"/>
              </a:rPr>
              <a:t>Reproduction</a:t>
            </a:r>
            <a:endParaRPr dirty="0"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988" name="Google Shape;988;p46"/>
          <p:cNvSpPr txBox="1">
            <a:spLocks noGrp="1"/>
          </p:cNvSpPr>
          <p:nvPr>
            <p:ph type="subTitle" idx="4294967295"/>
          </p:nvPr>
        </p:nvSpPr>
        <p:spPr>
          <a:xfrm>
            <a:off x="4361521" y="1213365"/>
            <a:ext cx="2205600" cy="3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Poppins Black"/>
                <a:ea typeface="Poppins Black"/>
                <a:cs typeface="Poppins Black"/>
                <a:sym typeface="Poppins Black"/>
              </a:rPr>
              <a:t>Selection</a:t>
            </a:r>
            <a:endParaRPr dirty="0"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grpSp>
        <p:nvGrpSpPr>
          <p:cNvPr id="990" name="Google Shape;990;p46"/>
          <p:cNvGrpSpPr/>
          <p:nvPr/>
        </p:nvGrpSpPr>
        <p:grpSpPr>
          <a:xfrm>
            <a:off x="2908444" y="2784145"/>
            <a:ext cx="473728" cy="473349"/>
            <a:chOff x="1750184" y="2413530"/>
            <a:chExt cx="359730" cy="359441"/>
          </a:xfrm>
        </p:grpSpPr>
        <p:sp>
          <p:nvSpPr>
            <p:cNvPr id="991" name="Google Shape;991;p46"/>
            <p:cNvSpPr/>
            <p:nvPr/>
          </p:nvSpPr>
          <p:spPr>
            <a:xfrm>
              <a:off x="1824863" y="2413530"/>
              <a:ext cx="285050" cy="285312"/>
            </a:xfrm>
            <a:custGeom>
              <a:avLst/>
              <a:gdLst/>
              <a:ahLst/>
              <a:cxnLst/>
              <a:rect l="l" t="t" r="r" b="b"/>
              <a:pathLst>
                <a:path w="10886" h="10896" extrusionOk="0">
                  <a:moveTo>
                    <a:pt x="2033" y="1"/>
                  </a:moveTo>
                  <a:cubicBezTo>
                    <a:pt x="1851" y="1"/>
                    <a:pt x="1670" y="29"/>
                    <a:pt x="1498" y="77"/>
                  </a:cubicBezTo>
                  <a:cubicBezTo>
                    <a:pt x="1336" y="125"/>
                    <a:pt x="1279" y="335"/>
                    <a:pt x="1403" y="449"/>
                  </a:cubicBezTo>
                  <a:lnTo>
                    <a:pt x="2519" y="1565"/>
                  </a:lnTo>
                  <a:cubicBezTo>
                    <a:pt x="2586" y="1632"/>
                    <a:pt x="2643" y="1718"/>
                    <a:pt x="2672" y="1804"/>
                  </a:cubicBezTo>
                  <a:cubicBezTo>
                    <a:pt x="2843" y="2243"/>
                    <a:pt x="2510" y="2720"/>
                    <a:pt x="2033" y="2720"/>
                  </a:cubicBezTo>
                  <a:cubicBezTo>
                    <a:pt x="1956" y="2720"/>
                    <a:pt x="1870" y="2701"/>
                    <a:pt x="1794" y="2672"/>
                  </a:cubicBezTo>
                  <a:cubicBezTo>
                    <a:pt x="1708" y="2643"/>
                    <a:pt x="1622" y="2586"/>
                    <a:pt x="1556" y="2519"/>
                  </a:cubicBezTo>
                  <a:lnTo>
                    <a:pt x="439" y="1403"/>
                  </a:lnTo>
                  <a:cubicBezTo>
                    <a:pt x="397" y="1360"/>
                    <a:pt x="341" y="1340"/>
                    <a:pt x="285" y="1340"/>
                  </a:cubicBezTo>
                  <a:cubicBezTo>
                    <a:pt x="192" y="1340"/>
                    <a:pt x="101" y="1397"/>
                    <a:pt x="77" y="1499"/>
                  </a:cubicBezTo>
                  <a:cubicBezTo>
                    <a:pt x="20" y="1680"/>
                    <a:pt x="1" y="1861"/>
                    <a:pt x="1" y="2042"/>
                  </a:cubicBezTo>
                  <a:cubicBezTo>
                    <a:pt x="1" y="3120"/>
                    <a:pt x="831" y="4008"/>
                    <a:pt x="1909" y="4065"/>
                  </a:cubicBezTo>
                  <a:lnTo>
                    <a:pt x="2042" y="4084"/>
                  </a:lnTo>
                  <a:cubicBezTo>
                    <a:pt x="2242" y="4084"/>
                    <a:pt x="2443" y="4055"/>
                    <a:pt x="2634" y="3989"/>
                  </a:cubicBezTo>
                  <a:cubicBezTo>
                    <a:pt x="2681" y="3979"/>
                    <a:pt x="2719" y="3960"/>
                    <a:pt x="2758" y="3950"/>
                  </a:cubicBezTo>
                  <a:lnTo>
                    <a:pt x="6946" y="8138"/>
                  </a:lnTo>
                  <a:cubicBezTo>
                    <a:pt x="6927" y="8177"/>
                    <a:pt x="6917" y="8215"/>
                    <a:pt x="6907" y="8262"/>
                  </a:cubicBezTo>
                  <a:cubicBezTo>
                    <a:pt x="6841" y="8453"/>
                    <a:pt x="6812" y="8654"/>
                    <a:pt x="6812" y="8854"/>
                  </a:cubicBezTo>
                  <a:lnTo>
                    <a:pt x="6831" y="8987"/>
                  </a:lnTo>
                  <a:cubicBezTo>
                    <a:pt x="6888" y="10065"/>
                    <a:pt x="7776" y="10895"/>
                    <a:pt x="8854" y="10895"/>
                  </a:cubicBezTo>
                  <a:cubicBezTo>
                    <a:pt x="9035" y="10895"/>
                    <a:pt x="9216" y="10876"/>
                    <a:pt x="9388" y="10819"/>
                  </a:cubicBezTo>
                  <a:cubicBezTo>
                    <a:pt x="9569" y="10781"/>
                    <a:pt x="9617" y="10552"/>
                    <a:pt x="9483" y="10438"/>
                  </a:cubicBezTo>
                  <a:lnTo>
                    <a:pt x="8367" y="9331"/>
                  </a:lnTo>
                  <a:cubicBezTo>
                    <a:pt x="8300" y="9264"/>
                    <a:pt x="8243" y="9178"/>
                    <a:pt x="8214" y="9092"/>
                  </a:cubicBezTo>
                  <a:cubicBezTo>
                    <a:pt x="8043" y="8644"/>
                    <a:pt x="8367" y="8177"/>
                    <a:pt x="8844" y="8177"/>
                  </a:cubicBezTo>
                  <a:cubicBezTo>
                    <a:pt x="8920" y="8177"/>
                    <a:pt x="9006" y="8186"/>
                    <a:pt x="9083" y="8224"/>
                  </a:cubicBezTo>
                  <a:cubicBezTo>
                    <a:pt x="9178" y="8253"/>
                    <a:pt x="9254" y="8301"/>
                    <a:pt x="9331" y="8377"/>
                  </a:cubicBezTo>
                  <a:lnTo>
                    <a:pt x="10437" y="9484"/>
                  </a:lnTo>
                  <a:cubicBezTo>
                    <a:pt x="10485" y="9531"/>
                    <a:pt x="10543" y="9553"/>
                    <a:pt x="10600" y="9553"/>
                  </a:cubicBezTo>
                  <a:cubicBezTo>
                    <a:pt x="10692" y="9553"/>
                    <a:pt x="10780" y="9494"/>
                    <a:pt x="10809" y="9388"/>
                  </a:cubicBezTo>
                  <a:cubicBezTo>
                    <a:pt x="10867" y="9216"/>
                    <a:pt x="10886" y="9035"/>
                    <a:pt x="10886" y="8854"/>
                  </a:cubicBezTo>
                  <a:cubicBezTo>
                    <a:pt x="10886" y="7785"/>
                    <a:pt x="10046" y="6898"/>
                    <a:pt x="8978" y="6831"/>
                  </a:cubicBezTo>
                  <a:lnTo>
                    <a:pt x="8844" y="6812"/>
                  </a:lnTo>
                  <a:cubicBezTo>
                    <a:pt x="8644" y="6812"/>
                    <a:pt x="8443" y="6851"/>
                    <a:pt x="8253" y="6908"/>
                  </a:cubicBezTo>
                  <a:lnTo>
                    <a:pt x="8129" y="6946"/>
                  </a:lnTo>
                  <a:lnTo>
                    <a:pt x="3941" y="2758"/>
                  </a:lnTo>
                  <a:cubicBezTo>
                    <a:pt x="3960" y="2720"/>
                    <a:pt x="3969" y="2682"/>
                    <a:pt x="3979" y="2643"/>
                  </a:cubicBezTo>
                  <a:cubicBezTo>
                    <a:pt x="4045" y="2453"/>
                    <a:pt x="4074" y="2252"/>
                    <a:pt x="4074" y="2052"/>
                  </a:cubicBezTo>
                  <a:lnTo>
                    <a:pt x="4065" y="1909"/>
                  </a:lnTo>
                  <a:cubicBezTo>
                    <a:pt x="3998" y="840"/>
                    <a:pt x="3111" y="10"/>
                    <a:pt x="20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46"/>
            <p:cNvSpPr/>
            <p:nvPr/>
          </p:nvSpPr>
          <p:spPr>
            <a:xfrm>
              <a:off x="1787654" y="2492294"/>
              <a:ext cx="245065" cy="246767"/>
            </a:xfrm>
            <a:custGeom>
              <a:avLst/>
              <a:gdLst/>
              <a:ahLst/>
              <a:cxnLst/>
              <a:rect l="l" t="t" r="r" b="b"/>
              <a:pathLst>
                <a:path w="9359" h="9424" extrusionOk="0">
                  <a:moveTo>
                    <a:pt x="6073" y="0"/>
                  </a:moveTo>
                  <a:cubicBezTo>
                    <a:pt x="5922" y="0"/>
                    <a:pt x="5772" y="60"/>
                    <a:pt x="5657" y="179"/>
                  </a:cubicBezTo>
                  <a:lnTo>
                    <a:pt x="2853" y="2984"/>
                  </a:lnTo>
                  <a:cubicBezTo>
                    <a:pt x="2557" y="3270"/>
                    <a:pt x="2557" y="3747"/>
                    <a:pt x="2853" y="4033"/>
                  </a:cubicBezTo>
                  <a:lnTo>
                    <a:pt x="2957" y="4148"/>
                  </a:lnTo>
                  <a:lnTo>
                    <a:pt x="0" y="7105"/>
                  </a:lnTo>
                  <a:lnTo>
                    <a:pt x="2318" y="9423"/>
                  </a:lnTo>
                  <a:lnTo>
                    <a:pt x="5266" y="6456"/>
                  </a:lnTo>
                  <a:cubicBezTo>
                    <a:pt x="5414" y="6604"/>
                    <a:pt x="5607" y="6678"/>
                    <a:pt x="5799" y="6678"/>
                  </a:cubicBezTo>
                  <a:cubicBezTo>
                    <a:pt x="5991" y="6678"/>
                    <a:pt x="6182" y="6604"/>
                    <a:pt x="6325" y="6456"/>
                  </a:cubicBezTo>
                  <a:lnTo>
                    <a:pt x="9130" y="3652"/>
                  </a:lnTo>
                  <a:cubicBezTo>
                    <a:pt x="9359" y="3423"/>
                    <a:pt x="9359" y="3041"/>
                    <a:pt x="9120" y="2812"/>
                  </a:cubicBezTo>
                  <a:lnTo>
                    <a:pt x="9101" y="2793"/>
                  </a:lnTo>
                  <a:cubicBezTo>
                    <a:pt x="8984" y="2676"/>
                    <a:pt x="8829" y="2616"/>
                    <a:pt x="8673" y="2616"/>
                  </a:cubicBezTo>
                  <a:cubicBezTo>
                    <a:pt x="8537" y="2616"/>
                    <a:pt x="8401" y="2662"/>
                    <a:pt x="8290" y="2755"/>
                  </a:cubicBezTo>
                  <a:cubicBezTo>
                    <a:pt x="8287" y="2758"/>
                    <a:pt x="8284" y="2761"/>
                    <a:pt x="8280" y="2764"/>
                  </a:cubicBezTo>
                  <a:lnTo>
                    <a:pt x="8280" y="2764"/>
                  </a:lnTo>
                  <a:cubicBezTo>
                    <a:pt x="8490" y="2525"/>
                    <a:pt x="8481" y="2173"/>
                    <a:pt x="8252" y="1944"/>
                  </a:cubicBezTo>
                  <a:lnTo>
                    <a:pt x="8224" y="1925"/>
                  </a:lnTo>
                  <a:cubicBezTo>
                    <a:pt x="8185" y="1877"/>
                    <a:pt x="8138" y="1839"/>
                    <a:pt x="8080" y="1811"/>
                  </a:cubicBezTo>
                  <a:cubicBezTo>
                    <a:pt x="7994" y="1767"/>
                    <a:pt x="7900" y="1746"/>
                    <a:pt x="7807" y="1746"/>
                  </a:cubicBezTo>
                  <a:cubicBezTo>
                    <a:pt x="7655" y="1746"/>
                    <a:pt x="7506" y="1803"/>
                    <a:pt x="7394" y="1915"/>
                  </a:cubicBezTo>
                  <a:cubicBezTo>
                    <a:pt x="7623" y="1677"/>
                    <a:pt x="7623" y="1305"/>
                    <a:pt x="7394" y="1066"/>
                  </a:cubicBezTo>
                  <a:lnTo>
                    <a:pt x="7365" y="1047"/>
                  </a:lnTo>
                  <a:cubicBezTo>
                    <a:pt x="7250" y="928"/>
                    <a:pt x="7098" y="868"/>
                    <a:pt x="6945" y="868"/>
                  </a:cubicBezTo>
                  <a:cubicBezTo>
                    <a:pt x="6793" y="868"/>
                    <a:pt x="6640" y="928"/>
                    <a:pt x="6525" y="1047"/>
                  </a:cubicBezTo>
                  <a:cubicBezTo>
                    <a:pt x="6754" y="809"/>
                    <a:pt x="6754" y="437"/>
                    <a:pt x="6525" y="198"/>
                  </a:cubicBezTo>
                  <a:lnTo>
                    <a:pt x="6497" y="179"/>
                  </a:lnTo>
                  <a:cubicBezTo>
                    <a:pt x="6378" y="60"/>
                    <a:pt x="6225" y="0"/>
                    <a:pt x="60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46"/>
            <p:cNvSpPr/>
            <p:nvPr/>
          </p:nvSpPr>
          <p:spPr>
            <a:xfrm>
              <a:off x="1806141" y="2613871"/>
              <a:ext cx="106442" cy="106442"/>
            </a:xfrm>
            <a:custGeom>
              <a:avLst/>
              <a:gdLst/>
              <a:ahLst/>
              <a:cxnLst/>
              <a:rect l="l" t="t" r="r" b="b"/>
              <a:pathLst>
                <a:path w="4065" h="4065" extrusionOk="0">
                  <a:moveTo>
                    <a:pt x="1746" y="1"/>
                  </a:moveTo>
                  <a:lnTo>
                    <a:pt x="0" y="1747"/>
                  </a:lnTo>
                  <a:lnTo>
                    <a:pt x="2318" y="4065"/>
                  </a:lnTo>
                  <a:lnTo>
                    <a:pt x="4064" y="2310"/>
                  </a:lnTo>
                  <a:lnTo>
                    <a:pt x="17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46"/>
            <p:cNvSpPr/>
            <p:nvPr/>
          </p:nvSpPr>
          <p:spPr>
            <a:xfrm>
              <a:off x="1923790" y="2515075"/>
              <a:ext cx="52972" cy="46321"/>
            </a:xfrm>
            <a:custGeom>
              <a:avLst/>
              <a:gdLst/>
              <a:ahLst/>
              <a:cxnLst/>
              <a:rect l="l" t="t" r="r" b="b"/>
              <a:pathLst>
                <a:path w="2023" h="1769" extrusionOk="0">
                  <a:moveTo>
                    <a:pt x="1741" y="1"/>
                  </a:moveTo>
                  <a:cubicBezTo>
                    <a:pt x="1588" y="1"/>
                    <a:pt x="1438" y="60"/>
                    <a:pt x="1326" y="177"/>
                  </a:cubicBezTo>
                  <a:lnTo>
                    <a:pt x="77" y="1408"/>
                  </a:lnTo>
                  <a:cubicBezTo>
                    <a:pt x="0" y="1494"/>
                    <a:pt x="0" y="1627"/>
                    <a:pt x="77" y="1704"/>
                  </a:cubicBezTo>
                  <a:cubicBezTo>
                    <a:pt x="120" y="1747"/>
                    <a:pt x="172" y="1768"/>
                    <a:pt x="225" y="1768"/>
                  </a:cubicBezTo>
                  <a:cubicBezTo>
                    <a:pt x="277" y="1768"/>
                    <a:pt x="329" y="1747"/>
                    <a:pt x="372" y="1704"/>
                  </a:cubicBezTo>
                  <a:lnTo>
                    <a:pt x="2023" y="72"/>
                  </a:lnTo>
                  <a:cubicBezTo>
                    <a:pt x="1934" y="24"/>
                    <a:pt x="1837" y="1"/>
                    <a:pt x="17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46"/>
            <p:cNvSpPr/>
            <p:nvPr/>
          </p:nvSpPr>
          <p:spPr>
            <a:xfrm>
              <a:off x="1944215" y="2537882"/>
              <a:ext cx="55277" cy="46766"/>
            </a:xfrm>
            <a:custGeom>
              <a:avLst/>
              <a:gdLst/>
              <a:ahLst/>
              <a:cxnLst/>
              <a:rect l="l" t="t" r="r" b="b"/>
              <a:pathLst>
                <a:path w="2111" h="1786" extrusionOk="0">
                  <a:moveTo>
                    <a:pt x="1839" y="0"/>
                  </a:moveTo>
                  <a:cubicBezTo>
                    <a:pt x="1686" y="0"/>
                    <a:pt x="1533" y="62"/>
                    <a:pt x="1415" y="174"/>
                  </a:cubicBezTo>
                  <a:lnTo>
                    <a:pt x="174" y="1415"/>
                  </a:lnTo>
                  <a:cubicBezTo>
                    <a:pt x="0" y="1567"/>
                    <a:pt x="146" y="1785"/>
                    <a:pt x="313" y="1785"/>
                  </a:cubicBezTo>
                  <a:cubicBezTo>
                    <a:pt x="367" y="1785"/>
                    <a:pt x="422" y="1763"/>
                    <a:pt x="470" y="1710"/>
                  </a:cubicBezTo>
                  <a:lnTo>
                    <a:pt x="2111" y="70"/>
                  </a:lnTo>
                  <a:cubicBezTo>
                    <a:pt x="2025" y="23"/>
                    <a:pt x="1932" y="0"/>
                    <a:pt x="18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46"/>
            <p:cNvSpPr/>
            <p:nvPr/>
          </p:nvSpPr>
          <p:spPr>
            <a:xfrm>
              <a:off x="1968252" y="2560611"/>
              <a:ext cx="53993" cy="46243"/>
            </a:xfrm>
            <a:custGeom>
              <a:avLst/>
              <a:gdLst/>
              <a:ahLst/>
              <a:cxnLst/>
              <a:rect l="l" t="t" r="r" b="b"/>
              <a:pathLst>
                <a:path w="2062" h="1766" extrusionOk="0">
                  <a:moveTo>
                    <a:pt x="1790" y="0"/>
                  </a:moveTo>
                  <a:cubicBezTo>
                    <a:pt x="1653" y="0"/>
                    <a:pt x="1516" y="50"/>
                    <a:pt x="1403" y="146"/>
                  </a:cubicBezTo>
                  <a:lnTo>
                    <a:pt x="134" y="1415"/>
                  </a:lnTo>
                  <a:cubicBezTo>
                    <a:pt x="1" y="1570"/>
                    <a:pt x="132" y="1766"/>
                    <a:pt x="290" y="1766"/>
                  </a:cubicBezTo>
                  <a:cubicBezTo>
                    <a:pt x="336" y="1766"/>
                    <a:pt x="385" y="1749"/>
                    <a:pt x="430" y="1711"/>
                  </a:cubicBezTo>
                  <a:lnTo>
                    <a:pt x="2061" y="70"/>
                  </a:lnTo>
                  <a:cubicBezTo>
                    <a:pt x="1976" y="23"/>
                    <a:pt x="1883" y="0"/>
                    <a:pt x="17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46"/>
            <p:cNvSpPr/>
            <p:nvPr/>
          </p:nvSpPr>
          <p:spPr>
            <a:xfrm>
              <a:off x="1792630" y="2614945"/>
              <a:ext cx="116707" cy="115869"/>
            </a:xfrm>
            <a:custGeom>
              <a:avLst/>
              <a:gdLst/>
              <a:ahLst/>
              <a:cxnLst/>
              <a:rect l="l" t="t" r="r" b="b"/>
              <a:pathLst>
                <a:path w="4457" h="4425" extrusionOk="0">
                  <a:moveTo>
                    <a:pt x="1122" y="0"/>
                  </a:moveTo>
                  <a:cubicBezTo>
                    <a:pt x="1065" y="0"/>
                    <a:pt x="1007" y="22"/>
                    <a:pt x="964" y="65"/>
                  </a:cubicBezTo>
                  <a:lnTo>
                    <a:pt x="1" y="1028"/>
                  </a:lnTo>
                  <a:lnTo>
                    <a:pt x="3407" y="4425"/>
                  </a:lnTo>
                  <a:lnTo>
                    <a:pt x="4370" y="3471"/>
                  </a:lnTo>
                  <a:cubicBezTo>
                    <a:pt x="4456" y="3375"/>
                    <a:pt x="4456" y="3242"/>
                    <a:pt x="4370" y="3156"/>
                  </a:cubicBezTo>
                  <a:lnTo>
                    <a:pt x="1279" y="65"/>
                  </a:lnTo>
                  <a:cubicBezTo>
                    <a:pt x="1236" y="22"/>
                    <a:pt x="1179" y="0"/>
                    <a:pt x="11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6"/>
            <p:cNvSpPr/>
            <p:nvPr/>
          </p:nvSpPr>
          <p:spPr>
            <a:xfrm>
              <a:off x="1750184" y="2637621"/>
              <a:ext cx="135900" cy="135350"/>
            </a:xfrm>
            <a:custGeom>
              <a:avLst/>
              <a:gdLst/>
              <a:ahLst/>
              <a:cxnLst/>
              <a:rect l="l" t="t" r="r" b="b"/>
              <a:pathLst>
                <a:path w="5190" h="5169" extrusionOk="0">
                  <a:moveTo>
                    <a:pt x="1784" y="0"/>
                  </a:moveTo>
                  <a:lnTo>
                    <a:pt x="86" y="1698"/>
                  </a:lnTo>
                  <a:cubicBezTo>
                    <a:pt x="0" y="1784"/>
                    <a:pt x="0" y="1927"/>
                    <a:pt x="86" y="2013"/>
                  </a:cubicBezTo>
                  <a:lnTo>
                    <a:pt x="3177" y="5104"/>
                  </a:lnTo>
                  <a:cubicBezTo>
                    <a:pt x="3220" y="5147"/>
                    <a:pt x="3277" y="5168"/>
                    <a:pt x="3334" y="5168"/>
                  </a:cubicBezTo>
                  <a:cubicBezTo>
                    <a:pt x="3392" y="5168"/>
                    <a:pt x="3449" y="5147"/>
                    <a:pt x="3492" y="5104"/>
                  </a:cubicBezTo>
                  <a:lnTo>
                    <a:pt x="5190" y="3396"/>
                  </a:lnTo>
                  <a:lnTo>
                    <a:pt x="17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46"/>
            <p:cNvSpPr/>
            <p:nvPr/>
          </p:nvSpPr>
          <p:spPr>
            <a:xfrm>
              <a:off x="1750184" y="2665586"/>
              <a:ext cx="107673" cy="107385"/>
            </a:xfrm>
            <a:custGeom>
              <a:avLst/>
              <a:gdLst/>
              <a:ahLst/>
              <a:cxnLst/>
              <a:rect l="l" t="t" r="r" b="b"/>
              <a:pathLst>
                <a:path w="4112" h="4101" extrusionOk="0">
                  <a:moveTo>
                    <a:pt x="716" y="1"/>
                  </a:moveTo>
                  <a:lnTo>
                    <a:pt x="86" y="630"/>
                  </a:lnTo>
                  <a:cubicBezTo>
                    <a:pt x="0" y="716"/>
                    <a:pt x="0" y="859"/>
                    <a:pt x="86" y="945"/>
                  </a:cubicBezTo>
                  <a:lnTo>
                    <a:pt x="3177" y="4036"/>
                  </a:lnTo>
                  <a:cubicBezTo>
                    <a:pt x="3220" y="4079"/>
                    <a:pt x="3277" y="4100"/>
                    <a:pt x="3334" y="4100"/>
                  </a:cubicBezTo>
                  <a:cubicBezTo>
                    <a:pt x="3392" y="4100"/>
                    <a:pt x="3449" y="4079"/>
                    <a:pt x="3492" y="4036"/>
                  </a:cubicBezTo>
                  <a:lnTo>
                    <a:pt x="4112" y="3406"/>
                  </a:lnTo>
                  <a:lnTo>
                    <a:pt x="71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0" name="Google Shape;1000;p46"/>
          <p:cNvGrpSpPr/>
          <p:nvPr/>
        </p:nvGrpSpPr>
        <p:grpSpPr>
          <a:xfrm flipH="1">
            <a:off x="6569440" y="2839870"/>
            <a:ext cx="479589" cy="361451"/>
            <a:chOff x="4870671" y="2017200"/>
            <a:chExt cx="364180" cy="274471"/>
          </a:xfrm>
        </p:grpSpPr>
        <p:sp>
          <p:nvSpPr>
            <p:cNvPr id="1001" name="Google Shape;1001;p46"/>
            <p:cNvSpPr/>
            <p:nvPr/>
          </p:nvSpPr>
          <p:spPr>
            <a:xfrm>
              <a:off x="5143151" y="2097294"/>
              <a:ext cx="91700" cy="115044"/>
            </a:xfrm>
            <a:custGeom>
              <a:avLst/>
              <a:gdLst/>
              <a:ahLst/>
              <a:cxnLst/>
              <a:rect l="l" t="t" r="r" b="b"/>
              <a:pathLst>
                <a:path w="3500" h="4391" extrusionOk="0">
                  <a:moveTo>
                    <a:pt x="1" y="1"/>
                  </a:moveTo>
                  <a:lnTo>
                    <a:pt x="1" y="4391"/>
                  </a:lnTo>
                  <a:cubicBezTo>
                    <a:pt x="1" y="4391"/>
                    <a:pt x="1457" y="3070"/>
                    <a:pt x="2833" y="3070"/>
                  </a:cubicBezTo>
                  <a:cubicBezTo>
                    <a:pt x="2922" y="3070"/>
                    <a:pt x="3009" y="3076"/>
                    <a:pt x="3097" y="3087"/>
                  </a:cubicBezTo>
                  <a:cubicBezTo>
                    <a:pt x="3113" y="3089"/>
                    <a:pt x="3129" y="3091"/>
                    <a:pt x="3145" y="3091"/>
                  </a:cubicBezTo>
                  <a:cubicBezTo>
                    <a:pt x="3336" y="3091"/>
                    <a:pt x="3499" y="2936"/>
                    <a:pt x="3499" y="2733"/>
                  </a:cubicBezTo>
                  <a:lnTo>
                    <a:pt x="3499" y="1659"/>
                  </a:lnTo>
                  <a:cubicBezTo>
                    <a:pt x="3499" y="1456"/>
                    <a:pt x="3336" y="1301"/>
                    <a:pt x="3145" y="1301"/>
                  </a:cubicBezTo>
                  <a:cubicBezTo>
                    <a:pt x="3129" y="1301"/>
                    <a:pt x="3113" y="1302"/>
                    <a:pt x="3097" y="1304"/>
                  </a:cubicBezTo>
                  <a:cubicBezTo>
                    <a:pt x="3009" y="1316"/>
                    <a:pt x="2922" y="1321"/>
                    <a:pt x="2833" y="1321"/>
                  </a:cubicBezTo>
                  <a:cubicBezTo>
                    <a:pt x="1457" y="1321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46"/>
            <p:cNvSpPr/>
            <p:nvPr/>
          </p:nvSpPr>
          <p:spPr>
            <a:xfrm>
              <a:off x="4870671" y="2017200"/>
              <a:ext cx="290584" cy="274471"/>
            </a:xfrm>
            <a:custGeom>
              <a:avLst/>
              <a:gdLst/>
              <a:ahLst/>
              <a:cxnLst/>
              <a:rect l="l" t="t" r="r" b="b"/>
              <a:pathLst>
                <a:path w="11091" h="10476" extrusionOk="0">
                  <a:moveTo>
                    <a:pt x="5694" y="0"/>
                  </a:moveTo>
                  <a:cubicBezTo>
                    <a:pt x="5474" y="0"/>
                    <a:pt x="5253" y="10"/>
                    <a:pt x="5042" y="38"/>
                  </a:cubicBezTo>
                  <a:cubicBezTo>
                    <a:pt x="4793" y="48"/>
                    <a:pt x="4553" y="96"/>
                    <a:pt x="4323" y="182"/>
                  </a:cubicBezTo>
                  <a:cubicBezTo>
                    <a:pt x="1649" y="901"/>
                    <a:pt x="0" y="3566"/>
                    <a:pt x="547" y="6269"/>
                  </a:cubicBezTo>
                  <a:cubicBezTo>
                    <a:pt x="1038" y="8741"/>
                    <a:pt x="3212" y="10475"/>
                    <a:pt x="5669" y="10475"/>
                  </a:cubicBezTo>
                  <a:cubicBezTo>
                    <a:pt x="5899" y="10475"/>
                    <a:pt x="6131" y="10460"/>
                    <a:pt x="6365" y="10429"/>
                  </a:cubicBezTo>
                  <a:cubicBezTo>
                    <a:pt x="9107" y="10074"/>
                    <a:pt x="11091" y="7659"/>
                    <a:pt x="10918" y="4898"/>
                  </a:cubicBezTo>
                  <a:cubicBezTo>
                    <a:pt x="10736" y="2147"/>
                    <a:pt x="8455" y="0"/>
                    <a:pt x="56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6"/>
            <p:cNvSpPr/>
            <p:nvPr/>
          </p:nvSpPr>
          <p:spPr>
            <a:xfrm>
              <a:off x="4873946" y="2075024"/>
              <a:ext cx="73858" cy="159427"/>
            </a:xfrm>
            <a:custGeom>
              <a:avLst/>
              <a:gdLst/>
              <a:ahLst/>
              <a:cxnLst/>
              <a:rect l="l" t="t" r="r" b="b"/>
              <a:pathLst>
                <a:path w="2819" h="6085" extrusionOk="0">
                  <a:moveTo>
                    <a:pt x="1342" y="0"/>
                  </a:moveTo>
                  <a:cubicBezTo>
                    <a:pt x="1325" y="0"/>
                    <a:pt x="1308" y="2"/>
                    <a:pt x="1294" y="7"/>
                  </a:cubicBezTo>
                  <a:cubicBezTo>
                    <a:pt x="0" y="1829"/>
                    <a:pt x="0" y="4263"/>
                    <a:pt x="1294" y="6084"/>
                  </a:cubicBezTo>
                  <a:lnTo>
                    <a:pt x="1390" y="6084"/>
                  </a:lnTo>
                  <a:cubicBezTo>
                    <a:pt x="1572" y="6084"/>
                    <a:pt x="1812" y="5883"/>
                    <a:pt x="2003" y="5691"/>
                  </a:cubicBezTo>
                  <a:cubicBezTo>
                    <a:pt x="2291" y="5394"/>
                    <a:pt x="2502" y="5020"/>
                    <a:pt x="2598" y="4618"/>
                  </a:cubicBezTo>
                  <a:cubicBezTo>
                    <a:pt x="2607" y="4589"/>
                    <a:pt x="2617" y="4589"/>
                    <a:pt x="2617" y="4589"/>
                  </a:cubicBezTo>
                  <a:cubicBezTo>
                    <a:pt x="2751" y="4091"/>
                    <a:pt x="2818" y="3573"/>
                    <a:pt x="2818" y="3055"/>
                  </a:cubicBezTo>
                  <a:cubicBezTo>
                    <a:pt x="2818" y="1397"/>
                    <a:pt x="2176" y="17"/>
                    <a:pt x="1390" y="7"/>
                  </a:cubicBezTo>
                  <a:cubicBezTo>
                    <a:pt x="1376" y="2"/>
                    <a:pt x="1359" y="0"/>
                    <a:pt x="13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6"/>
            <p:cNvSpPr/>
            <p:nvPr/>
          </p:nvSpPr>
          <p:spPr>
            <a:xfrm>
              <a:off x="4904312" y="2074945"/>
              <a:ext cx="43492" cy="159244"/>
            </a:xfrm>
            <a:custGeom>
              <a:avLst/>
              <a:gdLst/>
              <a:ahLst/>
              <a:cxnLst/>
              <a:rect l="l" t="t" r="r" b="b"/>
              <a:pathLst>
                <a:path w="1660" h="6078" extrusionOk="0">
                  <a:moveTo>
                    <a:pt x="125" y="1"/>
                  </a:moveTo>
                  <a:cubicBezTo>
                    <a:pt x="97" y="39"/>
                    <a:pt x="58" y="87"/>
                    <a:pt x="30" y="135"/>
                  </a:cubicBezTo>
                  <a:cubicBezTo>
                    <a:pt x="605" y="547"/>
                    <a:pt x="1026" y="1697"/>
                    <a:pt x="1017" y="3030"/>
                  </a:cubicBezTo>
                  <a:cubicBezTo>
                    <a:pt x="1017" y="3547"/>
                    <a:pt x="950" y="4065"/>
                    <a:pt x="825" y="4573"/>
                  </a:cubicBezTo>
                  <a:cubicBezTo>
                    <a:pt x="816" y="4582"/>
                    <a:pt x="816" y="4602"/>
                    <a:pt x="806" y="4611"/>
                  </a:cubicBezTo>
                  <a:cubicBezTo>
                    <a:pt x="710" y="5023"/>
                    <a:pt x="499" y="5397"/>
                    <a:pt x="212" y="5694"/>
                  </a:cubicBezTo>
                  <a:cubicBezTo>
                    <a:pt x="145" y="5761"/>
                    <a:pt x="78" y="5819"/>
                    <a:pt x="1" y="5886"/>
                  </a:cubicBezTo>
                  <a:cubicBezTo>
                    <a:pt x="39" y="5944"/>
                    <a:pt x="87" y="6011"/>
                    <a:pt x="135" y="6078"/>
                  </a:cubicBezTo>
                  <a:lnTo>
                    <a:pt x="231" y="6078"/>
                  </a:lnTo>
                  <a:cubicBezTo>
                    <a:pt x="413" y="6078"/>
                    <a:pt x="653" y="5877"/>
                    <a:pt x="844" y="5685"/>
                  </a:cubicBezTo>
                  <a:cubicBezTo>
                    <a:pt x="1132" y="5388"/>
                    <a:pt x="1343" y="5014"/>
                    <a:pt x="1439" y="4602"/>
                  </a:cubicBezTo>
                  <a:cubicBezTo>
                    <a:pt x="1448" y="4592"/>
                    <a:pt x="1448" y="4573"/>
                    <a:pt x="1448" y="4563"/>
                  </a:cubicBezTo>
                  <a:cubicBezTo>
                    <a:pt x="1582" y="4065"/>
                    <a:pt x="1650" y="3547"/>
                    <a:pt x="1650" y="3030"/>
                  </a:cubicBezTo>
                  <a:cubicBezTo>
                    <a:pt x="1659" y="1391"/>
                    <a:pt x="1017" y="10"/>
                    <a:pt x="2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6"/>
            <p:cNvSpPr/>
            <p:nvPr/>
          </p:nvSpPr>
          <p:spPr>
            <a:xfrm>
              <a:off x="4877693" y="2119407"/>
              <a:ext cx="36706" cy="70583"/>
            </a:xfrm>
            <a:custGeom>
              <a:avLst/>
              <a:gdLst/>
              <a:ahLst/>
              <a:cxnLst/>
              <a:rect l="l" t="t" r="r" b="b"/>
              <a:pathLst>
                <a:path w="1401" h="2694" extrusionOk="0">
                  <a:moveTo>
                    <a:pt x="701" y="0"/>
                  </a:moveTo>
                  <a:cubicBezTo>
                    <a:pt x="308" y="0"/>
                    <a:pt x="1" y="595"/>
                    <a:pt x="1" y="1342"/>
                  </a:cubicBezTo>
                  <a:cubicBezTo>
                    <a:pt x="1" y="2099"/>
                    <a:pt x="308" y="2694"/>
                    <a:pt x="701" y="2694"/>
                  </a:cubicBezTo>
                  <a:cubicBezTo>
                    <a:pt x="1084" y="2694"/>
                    <a:pt x="1400" y="2090"/>
                    <a:pt x="1400" y="1342"/>
                  </a:cubicBezTo>
                  <a:cubicBezTo>
                    <a:pt x="1400" y="604"/>
                    <a:pt x="1084" y="0"/>
                    <a:pt x="7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6" name="Google Shape;1006;p46"/>
          <p:cNvGrpSpPr/>
          <p:nvPr/>
        </p:nvGrpSpPr>
        <p:grpSpPr>
          <a:xfrm>
            <a:off x="4749632" y="2793180"/>
            <a:ext cx="455278" cy="455278"/>
            <a:chOff x="5873617" y="2309901"/>
            <a:chExt cx="345720" cy="345720"/>
          </a:xfrm>
        </p:grpSpPr>
        <p:sp>
          <p:nvSpPr>
            <p:cNvPr id="1007" name="Google Shape;1007;p46"/>
            <p:cNvSpPr/>
            <p:nvPr/>
          </p:nvSpPr>
          <p:spPr>
            <a:xfrm>
              <a:off x="5873617" y="2309901"/>
              <a:ext cx="345720" cy="345720"/>
            </a:xfrm>
            <a:custGeom>
              <a:avLst/>
              <a:gdLst/>
              <a:ahLst/>
              <a:cxnLst/>
              <a:rect l="l" t="t" r="r" b="b"/>
              <a:pathLst>
                <a:path w="13159" h="13159" extrusionOk="0">
                  <a:moveTo>
                    <a:pt x="6583" y="1"/>
                  </a:moveTo>
                  <a:cubicBezTo>
                    <a:pt x="2949" y="1"/>
                    <a:pt x="1" y="2942"/>
                    <a:pt x="1" y="6576"/>
                  </a:cubicBezTo>
                  <a:cubicBezTo>
                    <a:pt x="1" y="10211"/>
                    <a:pt x="2949" y="13159"/>
                    <a:pt x="6583" y="13159"/>
                  </a:cubicBezTo>
                  <a:cubicBezTo>
                    <a:pt x="10218" y="13159"/>
                    <a:pt x="13159" y="10211"/>
                    <a:pt x="13159" y="6576"/>
                  </a:cubicBezTo>
                  <a:cubicBezTo>
                    <a:pt x="13159" y="2942"/>
                    <a:pt x="10218" y="1"/>
                    <a:pt x="65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46"/>
            <p:cNvSpPr/>
            <p:nvPr/>
          </p:nvSpPr>
          <p:spPr>
            <a:xfrm>
              <a:off x="5899496" y="2335779"/>
              <a:ext cx="293963" cy="293963"/>
            </a:xfrm>
            <a:custGeom>
              <a:avLst/>
              <a:gdLst/>
              <a:ahLst/>
              <a:cxnLst/>
              <a:rect l="l" t="t" r="r" b="b"/>
              <a:pathLst>
                <a:path w="11189" h="11189" extrusionOk="0">
                  <a:moveTo>
                    <a:pt x="5598" y="1"/>
                  </a:moveTo>
                  <a:cubicBezTo>
                    <a:pt x="2505" y="1"/>
                    <a:pt x="1" y="2504"/>
                    <a:pt x="1" y="5591"/>
                  </a:cubicBezTo>
                  <a:cubicBezTo>
                    <a:pt x="1" y="8685"/>
                    <a:pt x="2505" y="11189"/>
                    <a:pt x="5598" y="11189"/>
                  </a:cubicBezTo>
                  <a:cubicBezTo>
                    <a:pt x="8685" y="11189"/>
                    <a:pt x="11189" y="8685"/>
                    <a:pt x="11189" y="5591"/>
                  </a:cubicBezTo>
                  <a:cubicBezTo>
                    <a:pt x="11189" y="2504"/>
                    <a:pt x="8685" y="1"/>
                    <a:pt x="55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46"/>
            <p:cNvSpPr/>
            <p:nvPr/>
          </p:nvSpPr>
          <p:spPr>
            <a:xfrm>
              <a:off x="6041288" y="2356088"/>
              <a:ext cx="10404" cy="131888"/>
            </a:xfrm>
            <a:custGeom>
              <a:avLst/>
              <a:gdLst/>
              <a:ahLst/>
              <a:cxnLst/>
              <a:rect l="l" t="t" r="r" b="b"/>
              <a:pathLst>
                <a:path w="396" h="5020" extrusionOk="0">
                  <a:moveTo>
                    <a:pt x="198" y="1"/>
                  </a:moveTo>
                  <a:cubicBezTo>
                    <a:pt x="99" y="1"/>
                    <a:pt x="0" y="67"/>
                    <a:pt x="0" y="199"/>
                  </a:cubicBezTo>
                  <a:lnTo>
                    <a:pt x="0" y="4818"/>
                  </a:lnTo>
                  <a:cubicBezTo>
                    <a:pt x="0" y="4929"/>
                    <a:pt x="90" y="5019"/>
                    <a:pt x="201" y="5019"/>
                  </a:cubicBezTo>
                  <a:cubicBezTo>
                    <a:pt x="305" y="5019"/>
                    <a:pt x="395" y="4929"/>
                    <a:pt x="395" y="4818"/>
                  </a:cubicBezTo>
                  <a:lnTo>
                    <a:pt x="395" y="199"/>
                  </a:lnTo>
                  <a:cubicBezTo>
                    <a:pt x="395" y="67"/>
                    <a:pt x="297" y="1"/>
                    <a:pt x="1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46"/>
            <p:cNvSpPr/>
            <p:nvPr/>
          </p:nvSpPr>
          <p:spPr>
            <a:xfrm>
              <a:off x="6039449" y="2477546"/>
              <a:ext cx="135435" cy="10430"/>
            </a:xfrm>
            <a:custGeom>
              <a:avLst/>
              <a:gdLst/>
              <a:ahLst/>
              <a:cxnLst/>
              <a:rect l="l" t="t" r="r" b="b"/>
              <a:pathLst>
                <a:path w="5155" h="397" extrusionOk="0">
                  <a:moveTo>
                    <a:pt x="271" y="1"/>
                  </a:moveTo>
                  <a:cubicBezTo>
                    <a:pt x="1" y="1"/>
                    <a:pt x="1" y="396"/>
                    <a:pt x="271" y="396"/>
                  </a:cubicBezTo>
                  <a:lnTo>
                    <a:pt x="4891" y="396"/>
                  </a:lnTo>
                  <a:cubicBezTo>
                    <a:pt x="5154" y="396"/>
                    <a:pt x="5154" y="1"/>
                    <a:pt x="48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46"/>
            <p:cNvSpPr/>
            <p:nvPr/>
          </p:nvSpPr>
          <p:spPr>
            <a:xfrm>
              <a:off x="5918097" y="2477546"/>
              <a:ext cx="21333" cy="10430"/>
            </a:xfrm>
            <a:custGeom>
              <a:avLst/>
              <a:gdLst/>
              <a:ahLst/>
              <a:cxnLst/>
              <a:rect l="l" t="t" r="r" b="b"/>
              <a:pathLst>
                <a:path w="812" h="397" extrusionOk="0">
                  <a:moveTo>
                    <a:pt x="264" y="1"/>
                  </a:moveTo>
                  <a:cubicBezTo>
                    <a:pt x="0" y="1"/>
                    <a:pt x="0" y="396"/>
                    <a:pt x="264" y="396"/>
                  </a:cubicBezTo>
                  <a:lnTo>
                    <a:pt x="548" y="396"/>
                  </a:lnTo>
                  <a:cubicBezTo>
                    <a:pt x="812" y="396"/>
                    <a:pt x="812" y="1"/>
                    <a:pt x="5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46"/>
            <p:cNvSpPr/>
            <p:nvPr/>
          </p:nvSpPr>
          <p:spPr>
            <a:xfrm>
              <a:off x="6041288" y="2591542"/>
              <a:ext cx="10404" cy="17970"/>
            </a:xfrm>
            <a:custGeom>
              <a:avLst/>
              <a:gdLst/>
              <a:ahLst/>
              <a:cxnLst/>
              <a:rect l="l" t="t" r="r" b="b"/>
              <a:pathLst>
                <a:path w="396" h="684" extrusionOk="0">
                  <a:moveTo>
                    <a:pt x="198" y="0"/>
                  </a:moveTo>
                  <a:cubicBezTo>
                    <a:pt x="99" y="0"/>
                    <a:pt x="0" y="66"/>
                    <a:pt x="0" y="198"/>
                  </a:cubicBezTo>
                  <a:lnTo>
                    <a:pt x="0" y="483"/>
                  </a:lnTo>
                  <a:cubicBezTo>
                    <a:pt x="0" y="594"/>
                    <a:pt x="90" y="684"/>
                    <a:pt x="201" y="684"/>
                  </a:cubicBezTo>
                  <a:cubicBezTo>
                    <a:pt x="305" y="684"/>
                    <a:pt x="395" y="594"/>
                    <a:pt x="395" y="483"/>
                  </a:cubicBezTo>
                  <a:lnTo>
                    <a:pt x="395" y="198"/>
                  </a:lnTo>
                  <a:cubicBezTo>
                    <a:pt x="395" y="66"/>
                    <a:pt x="297" y="0"/>
                    <a:pt x="1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46"/>
            <p:cNvSpPr/>
            <p:nvPr/>
          </p:nvSpPr>
          <p:spPr>
            <a:xfrm>
              <a:off x="5953144" y="2391556"/>
              <a:ext cx="19836" cy="15869"/>
            </a:xfrm>
            <a:custGeom>
              <a:avLst/>
              <a:gdLst/>
              <a:ahLst/>
              <a:cxnLst/>
              <a:rect l="l" t="t" r="r" b="b"/>
              <a:pathLst>
                <a:path w="755" h="604" extrusionOk="0">
                  <a:moveTo>
                    <a:pt x="285" y="0"/>
                  </a:moveTo>
                  <a:cubicBezTo>
                    <a:pt x="133" y="0"/>
                    <a:pt x="0" y="196"/>
                    <a:pt x="144" y="340"/>
                  </a:cubicBezTo>
                  <a:lnTo>
                    <a:pt x="345" y="541"/>
                  </a:lnTo>
                  <a:cubicBezTo>
                    <a:pt x="379" y="583"/>
                    <a:pt x="435" y="603"/>
                    <a:pt x="484" y="603"/>
                  </a:cubicBezTo>
                  <a:cubicBezTo>
                    <a:pt x="664" y="603"/>
                    <a:pt x="754" y="388"/>
                    <a:pt x="629" y="264"/>
                  </a:cubicBezTo>
                  <a:lnTo>
                    <a:pt x="421" y="62"/>
                  </a:lnTo>
                  <a:cubicBezTo>
                    <a:pt x="379" y="19"/>
                    <a:pt x="331" y="0"/>
                    <a:pt x="2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46"/>
            <p:cNvSpPr/>
            <p:nvPr/>
          </p:nvSpPr>
          <p:spPr>
            <a:xfrm>
              <a:off x="6119686" y="2557939"/>
              <a:ext cx="19652" cy="15869"/>
            </a:xfrm>
            <a:custGeom>
              <a:avLst/>
              <a:gdLst/>
              <a:ahLst/>
              <a:cxnLst/>
              <a:rect l="l" t="t" r="r" b="b"/>
              <a:pathLst>
                <a:path w="748" h="604" extrusionOk="0">
                  <a:moveTo>
                    <a:pt x="285" y="1"/>
                  </a:moveTo>
                  <a:cubicBezTo>
                    <a:pt x="131" y="1"/>
                    <a:pt x="0" y="202"/>
                    <a:pt x="144" y="347"/>
                  </a:cubicBezTo>
                  <a:lnTo>
                    <a:pt x="345" y="548"/>
                  </a:lnTo>
                  <a:cubicBezTo>
                    <a:pt x="380" y="582"/>
                    <a:pt x="429" y="603"/>
                    <a:pt x="484" y="603"/>
                  </a:cubicBezTo>
                  <a:cubicBezTo>
                    <a:pt x="658" y="603"/>
                    <a:pt x="748" y="388"/>
                    <a:pt x="623" y="263"/>
                  </a:cubicBezTo>
                  <a:lnTo>
                    <a:pt x="422" y="62"/>
                  </a:lnTo>
                  <a:cubicBezTo>
                    <a:pt x="379" y="19"/>
                    <a:pt x="331" y="1"/>
                    <a:pt x="2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46"/>
            <p:cNvSpPr/>
            <p:nvPr/>
          </p:nvSpPr>
          <p:spPr>
            <a:xfrm>
              <a:off x="6120185" y="2391556"/>
              <a:ext cx="19652" cy="15869"/>
            </a:xfrm>
            <a:custGeom>
              <a:avLst/>
              <a:gdLst/>
              <a:ahLst/>
              <a:cxnLst/>
              <a:rect l="l" t="t" r="r" b="b"/>
              <a:pathLst>
                <a:path w="748" h="604" extrusionOk="0">
                  <a:moveTo>
                    <a:pt x="466" y="0"/>
                  </a:moveTo>
                  <a:cubicBezTo>
                    <a:pt x="419" y="0"/>
                    <a:pt x="370" y="19"/>
                    <a:pt x="326" y="62"/>
                  </a:cubicBezTo>
                  <a:lnTo>
                    <a:pt x="125" y="264"/>
                  </a:lnTo>
                  <a:cubicBezTo>
                    <a:pt x="0" y="388"/>
                    <a:pt x="84" y="603"/>
                    <a:pt x="264" y="603"/>
                  </a:cubicBezTo>
                  <a:cubicBezTo>
                    <a:pt x="313" y="603"/>
                    <a:pt x="368" y="583"/>
                    <a:pt x="403" y="541"/>
                  </a:cubicBezTo>
                  <a:lnTo>
                    <a:pt x="604" y="340"/>
                  </a:lnTo>
                  <a:cubicBezTo>
                    <a:pt x="747" y="196"/>
                    <a:pt x="618" y="0"/>
                    <a:pt x="4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46"/>
            <p:cNvSpPr/>
            <p:nvPr/>
          </p:nvSpPr>
          <p:spPr>
            <a:xfrm>
              <a:off x="5953617" y="2557939"/>
              <a:ext cx="19862" cy="15869"/>
            </a:xfrm>
            <a:custGeom>
              <a:avLst/>
              <a:gdLst/>
              <a:ahLst/>
              <a:cxnLst/>
              <a:rect l="l" t="t" r="r" b="b"/>
              <a:pathLst>
                <a:path w="756" h="604" extrusionOk="0">
                  <a:moveTo>
                    <a:pt x="465" y="1"/>
                  </a:moveTo>
                  <a:cubicBezTo>
                    <a:pt x="418" y="1"/>
                    <a:pt x="370" y="19"/>
                    <a:pt x="327" y="62"/>
                  </a:cubicBezTo>
                  <a:lnTo>
                    <a:pt x="126" y="263"/>
                  </a:lnTo>
                  <a:cubicBezTo>
                    <a:pt x="1" y="388"/>
                    <a:pt x="91" y="603"/>
                    <a:pt x="264" y="603"/>
                  </a:cubicBezTo>
                  <a:cubicBezTo>
                    <a:pt x="320" y="603"/>
                    <a:pt x="368" y="582"/>
                    <a:pt x="403" y="548"/>
                  </a:cubicBezTo>
                  <a:lnTo>
                    <a:pt x="611" y="347"/>
                  </a:lnTo>
                  <a:cubicBezTo>
                    <a:pt x="755" y="202"/>
                    <a:pt x="620" y="1"/>
                    <a:pt x="4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46"/>
            <p:cNvSpPr/>
            <p:nvPr/>
          </p:nvSpPr>
          <p:spPr>
            <a:xfrm>
              <a:off x="5927056" y="2429887"/>
              <a:ext cx="21859" cy="13425"/>
            </a:xfrm>
            <a:custGeom>
              <a:avLst/>
              <a:gdLst/>
              <a:ahLst/>
              <a:cxnLst/>
              <a:rect l="l" t="t" r="r" b="b"/>
              <a:pathLst>
                <a:path w="832" h="511" extrusionOk="0">
                  <a:moveTo>
                    <a:pt x="289" y="0"/>
                  </a:moveTo>
                  <a:cubicBezTo>
                    <a:pt x="98" y="0"/>
                    <a:pt x="1" y="295"/>
                    <a:pt x="214" y="386"/>
                  </a:cubicBezTo>
                  <a:lnTo>
                    <a:pt x="478" y="497"/>
                  </a:lnTo>
                  <a:cubicBezTo>
                    <a:pt x="499" y="504"/>
                    <a:pt x="526" y="511"/>
                    <a:pt x="554" y="511"/>
                  </a:cubicBezTo>
                  <a:cubicBezTo>
                    <a:pt x="769" y="511"/>
                    <a:pt x="831" y="213"/>
                    <a:pt x="630" y="129"/>
                  </a:cubicBezTo>
                  <a:lnTo>
                    <a:pt x="374" y="18"/>
                  </a:lnTo>
                  <a:cubicBezTo>
                    <a:pt x="344" y="6"/>
                    <a:pt x="316" y="0"/>
                    <a:pt x="2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46"/>
            <p:cNvSpPr/>
            <p:nvPr/>
          </p:nvSpPr>
          <p:spPr>
            <a:xfrm>
              <a:off x="6143751" y="2522077"/>
              <a:ext cx="21832" cy="13452"/>
            </a:xfrm>
            <a:custGeom>
              <a:avLst/>
              <a:gdLst/>
              <a:ahLst/>
              <a:cxnLst/>
              <a:rect l="l" t="t" r="r" b="b"/>
              <a:pathLst>
                <a:path w="831" h="512" extrusionOk="0">
                  <a:moveTo>
                    <a:pt x="287" y="0"/>
                  </a:moveTo>
                  <a:cubicBezTo>
                    <a:pt x="97" y="0"/>
                    <a:pt x="1" y="289"/>
                    <a:pt x="213" y="380"/>
                  </a:cubicBezTo>
                  <a:lnTo>
                    <a:pt x="477" y="491"/>
                  </a:lnTo>
                  <a:cubicBezTo>
                    <a:pt x="498" y="505"/>
                    <a:pt x="525" y="512"/>
                    <a:pt x="553" y="512"/>
                  </a:cubicBezTo>
                  <a:cubicBezTo>
                    <a:pt x="768" y="512"/>
                    <a:pt x="831" y="213"/>
                    <a:pt x="629" y="130"/>
                  </a:cubicBezTo>
                  <a:lnTo>
                    <a:pt x="373" y="19"/>
                  </a:lnTo>
                  <a:cubicBezTo>
                    <a:pt x="343" y="6"/>
                    <a:pt x="314" y="0"/>
                    <a:pt x="2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46"/>
            <p:cNvSpPr/>
            <p:nvPr/>
          </p:nvSpPr>
          <p:spPr>
            <a:xfrm>
              <a:off x="6084822" y="2365730"/>
              <a:ext cx="15816" cy="17261"/>
            </a:xfrm>
            <a:custGeom>
              <a:avLst/>
              <a:gdLst/>
              <a:ahLst/>
              <a:cxnLst/>
              <a:rect l="l" t="t" r="r" b="b"/>
              <a:pathLst>
                <a:path w="602" h="657" extrusionOk="0">
                  <a:moveTo>
                    <a:pt x="345" y="0"/>
                  </a:moveTo>
                  <a:cubicBezTo>
                    <a:pt x="275" y="0"/>
                    <a:pt x="204" y="37"/>
                    <a:pt x="167" y="123"/>
                  </a:cubicBezTo>
                  <a:lnTo>
                    <a:pt x="56" y="386"/>
                  </a:lnTo>
                  <a:cubicBezTo>
                    <a:pt x="1" y="511"/>
                    <a:pt x="98" y="657"/>
                    <a:pt x="237" y="657"/>
                  </a:cubicBezTo>
                  <a:cubicBezTo>
                    <a:pt x="320" y="657"/>
                    <a:pt x="389" y="608"/>
                    <a:pt x="424" y="539"/>
                  </a:cubicBezTo>
                  <a:lnTo>
                    <a:pt x="535" y="276"/>
                  </a:lnTo>
                  <a:cubicBezTo>
                    <a:pt x="602" y="119"/>
                    <a:pt x="473" y="0"/>
                    <a:pt x="3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46"/>
            <p:cNvSpPr/>
            <p:nvPr/>
          </p:nvSpPr>
          <p:spPr>
            <a:xfrm>
              <a:off x="5992632" y="2582399"/>
              <a:ext cx="15816" cy="17287"/>
            </a:xfrm>
            <a:custGeom>
              <a:avLst/>
              <a:gdLst/>
              <a:ahLst/>
              <a:cxnLst/>
              <a:rect l="l" t="t" r="r" b="b"/>
              <a:pathLst>
                <a:path w="602" h="658" extrusionOk="0">
                  <a:moveTo>
                    <a:pt x="350" y="0"/>
                  </a:moveTo>
                  <a:cubicBezTo>
                    <a:pt x="280" y="0"/>
                    <a:pt x="211" y="37"/>
                    <a:pt x="174" y="123"/>
                  </a:cubicBezTo>
                  <a:lnTo>
                    <a:pt x="56" y="387"/>
                  </a:lnTo>
                  <a:cubicBezTo>
                    <a:pt x="0" y="511"/>
                    <a:pt x="97" y="657"/>
                    <a:pt x="243" y="657"/>
                  </a:cubicBezTo>
                  <a:cubicBezTo>
                    <a:pt x="319" y="657"/>
                    <a:pt x="396" y="609"/>
                    <a:pt x="423" y="539"/>
                  </a:cubicBezTo>
                  <a:lnTo>
                    <a:pt x="534" y="276"/>
                  </a:lnTo>
                  <a:cubicBezTo>
                    <a:pt x="601" y="119"/>
                    <a:pt x="475" y="0"/>
                    <a:pt x="3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46"/>
            <p:cNvSpPr/>
            <p:nvPr/>
          </p:nvSpPr>
          <p:spPr>
            <a:xfrm>
              <a:off x="5994445" y="2364758"/>
              <a:ext cx="15527" cy="17524"/>
            </a:xfrm>
            <a:custGeom>
              <a:avLst/>
              <a:gdLst/>
              <a:ahLst/>
              <a:cxnLst/>
              <a:rect l="l" t="t" r="r" b="b"/>
              <a:pathLst>
                <a:path w="591" h="667" extrusionOk="0">
                  <a:moveTo>
                    <a:pt x="255" y="1"/>
                  </a:moveTo>
                  <a:cubicBezTo>
                    <a:pt x="129" y="1"/>
                    <a:pt x="1" y="118"/>
                    <a:pt x="63" y="278"/>
                  </a:cubicBezTo>
                  <a:lnTo>
                    <a:pt x="174" y="541"/>
                  </a:lnTo>
                  <a:cubicBezTo>
                    <a:pt x="202" y="611"/>
                    <a:pt x="271" y="659"/>
                    <a:pt x="354" y="666"/>
                  </a:cubicBezTo>
                  <a:cubicBezTo>
                    <a:pt x="493" y="666"/>
                    <a:pt x="590" y="521"/>
                    <a:pt x="542" y="389"/>
                  </a:cubicBezTo>
                  <a:lnTo>
                    <a:pt x="431" y="125"/>
                  </a:lnTo>
                  <a:cubicBezTo>
                    <a:pt x="396" y="38"/>
                    <a:pt x="326" y="1"/>
                    <a:pt x="2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46"/>
            <p:cNvSpPr/>
            <p:nvPr/>
          </p:nvSpPr>
          <p:spPr>
            <a:xfrm>
              <a:off x="6082641" y="2583161"/>
              <a:ext cx="15527" cy="17419"/>
            </a:xfrm>
            <a:custGeom>
              <a:avLst/>
              <a:gdLst/>
              <a:ahLst/>
              <a:cxnLst/>
              <a:rect l="l" t="t" r="r" b="b"/>
              <a:pathLst>
                <a:path w="591" h="663" extrusionOk="0">
                  <a:moveTo>
                    <a:pt x="254" y="1"/>
                  </a:moveTo>
                  <a:cubicBezTo>
                    <a:pt x="129" y="1"/>
                    <a:pt x="1" y="119"/>
                    <a:pt x="63" y="274"/>
                  </a:cubicBezTo>
                  <a:lnTo>
                    <a:pt x="174" y="538"/>
                  </a:lnTo>
                  <a:cubicBezTo>
                    <a:pt x="202" y="614"/>
                    <a:pt x="271" y="663"/>
                    <a:pt x="354" y="663"/>
                  </a:cubicBezTo>
                  <a:cubicBezTo>
                    <a:pt x="493" y="663"/>
                    <a:pt x="590" y="524"/>
                    <a:pt x="542" y="392"/>
                  </a:cubicBezTo>
                  <a:lnTo>
                    <a:pt x="431" y="129"/>
                  </a:lnTo>
                  <a:cubicBezTo>
                    <a:pt x="396" y="39"/>
                    <a:pt x="325" y="1"/>
                    <a:pt x="2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46"/>
            <p:cNvSpPr/>
            <p:nvPr/>
          </p:nvSpPr>
          <p:spPr>
            <a:xfrm>
              <a:off x="6144776" y="2431936"/>
              <a:ext cx="22069" cy="13399"/>
            </a:xfrm>
            <a:custGeom>
              <a:avLst/>
              <a:gdLst/>
              <a:ahLst/>
              <a:cxnLst/>
              <a:rect l="l" t="t" r="r" b="b"/>
              <a:pathLst>
                <a:path w="840" h="510" extrusionOk="0">
                  <a:moveTo>
                    <a:pt x="552" y="1"/>
                  </a:moveTo>
                  <a:cubicBezTo>
                    <a:pt x="527" y="1"/>
                    <a:pt x="500" y="6"/>
                    <a:pt x="473" y="17"/>
                  </a:cubicBezTo>
                  <a:lnTo>
                    <a:pt x="209" y="128"/>
                  </a:lnTo>
                  <a:cubicBezTo>
                    <a:pt x="1" y="204"/>
                    <a:pt x="63" y="509"/>
                    <a:pt x="285" y="509"/>
                  </a:cubicBezTo>
                  <a:cubicBezTo>
                    <a:pt x="306" y="509"/>
                    <a:pt x="334" y="502"/>
                    <a:pt x="355" y="495"/>
                  </a:cubicBezTo>
                  <a:lnTo>
                    <a:pt x="618" y="384"/>
                  </a:lnTo>
                  <a:cubicBezTo>
                    <a:pt x="839" y="298"/>
                    <a:pt x="745" y="1"/>
                    <a:pt x="5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46"/>
            <p:cNvSpPr/>
            <p:nvPr/>
          </p:nvSpPr>
          <p:spPr>
            <a:xfrm>
              <a:off x="5926530" y="2520081"/>
              <a:ext cx="21964" cy="13268"/>
            </a:xfrm>
            <a:custGeom>
              <a:avLst/>
              <a:gdLst/>
              <a:ahLst/>
              <a:cxnLst/>
              <a:rect l="l" t="t" r="r" b="b"/>
              <a:pathLst>
                <a:path w="836" h="505" extrusionOk="0">
                  <a:moveTo>
                    <a:pt x="553" y="1"/>
                  </a:moveTo>
                  <a:cubicBezTo>
                    <a:pt x="527" y="1"/>
                    <a:pt x="499" y="6"/>
                    <a:pt x="470" y="19"/>
                  </a:cubicBezTo>
                  <a:lnTo>
                    <a:pt x="206" y="123"/>
                  </a:lnTo>
                  <a:cubicBezTo>
                    <a:pt x="1" y="205"/>
                    <a:pt x="59" y="504"/>
                    <a:pt x="275" y="504"/>
                  </a:cubicBezTo>
                  <a:cubicBezTo>
                    <a:pt x="278" y="504"/>
                    <a:pt x="280" y="504"/>
                    <a:pt x="283" y="504"/>
                  </a:cubicBezTo>
                  <a:lnTo>
                    <a:pt x="276" y="504"/>
                  </a:lnTo>
                  <a:cubicBezTo>
                    <a:pt x="303" y="504"/>
                    <a:pt x="331" y="504"/>
                    <a:pt x="352" y="490"/>
                  </a:cubicBezTo>
                  <a:lnTo>
                    <a:pt x="616" y="386"/>
                  </a:lnTo>
                  <a:cubicBezTo>
                    <a:pt x="835" y="301"/>
                    <a:pt x="744" y="1"/>
                    <a:pt x="5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5" name="Google Shape;1025;p46"/>
          <p:cNvGrpSpPr/>
          <p:nvPr/>
        </p:nvGrpSpPr>
        <p:grpSpPr>
          <a:xfrm>
            <a:off x="1052837" y="2743912"/>
            <a:ext cx="521015" cy="553814"/>
            <a:chOff x="4093603" y="4146138"/>
            <a:chExt cx="395638" cy="420544"/>
          </a:xfrm>
        </p:grpSpPr>
        <p:sp>
          <p:nvSpPr>
            <p:cNvPr id="1026" name="Google Shape;1026;p46"/>
            <p:cNvSpPr/>
            <p:nvPr/>
          </p:nvSpPr>
          <p:spPr>
            <a:xfrm>
              <a:off x="4158286" y="4218414"/>
              <a:ext cx="266088" cy="326567"/>
            </a:xfrm>
            <a:custGeom>
              <a:avLst/>
              <a:gdLst/>
              <a:ahLst/>
              <a:cxnLst/>
              <a:rect l="l" t="t" r="r" b="b"/>
              <a:pathLst>
                <a:path w="10128" h="12430" extrusionOk="0">
                  <a:moveTo>
                    <a:pt x="5064" y="0"/>
                  </a:moveTo>
                  <a:cubicBezTo>
                    <a:pt x="2865" y="0"/>
                    <a:pt x="958" y="1526"/>
                    <a:pt x="479" y="3669"/>
                  </a:cubicBezTo>
                  <a:cubicBezTo>
                    <a:pt x="1" y="5813"/>
                    <a:pt x="1076" y="8005"/>
                    <a:pt x="3059" y="8941"/>
                  </a:cubicBezTo>
                  <a:cubicBezTo>
                    <a:pt x="3448" y="9128"/>
                    <a:pt x="3691" y="9510"/>
                    <a:pt x="3684" y="9933"/>
                  </a:cubicBezTo>
                  <a:lnTo>
                    <a:pt x="3684" y="11875"/>
                  </a:lnTo>
                  <a:lnTo>
                    <a:pt x="3691" y="11875"/>
                  </a:lnTo>
                  <a:cubicBezTo>
                    <a:pt x="3691" y="12180"/>
                    <a:pt x="3933" y="12430"/>
                    <a:pt x="4239" y="12430"/>
                  </a:cubicBezTo>
                  <a:lnTo>
                    <a:pt x="5896" y="12430"/>
                  </a:lnTo>
                  <a:cubicBezTo>
                    <a:pt x="6201" y="12430"/>
                    <a:pt x="6451" y="12180"/>
                    <a:pt x="6451" y="11875"/>
                  </a:cubicBezTo>
                  <a:lnTo>
                    <a:pt x="6451" y="9933"/>
                  </a:lnTo>
                  <a:cubicBezTo>
                    <a:pt x="6444" y="9510"/>
                    <a:pt x="6687" y="9128"/>
                    <a:pt x="7068" y="8941"/>
                  </a:cubicBezTo>
                  <a:cubicBezTo>
                    <a:pt x="9052" y="8005"/>
                    <a:pt x="10127" y="5813"/>
                    <a:pt x="9649" y="3669"/>
                  </a:cubicBezTo>
                  <a:cubicBezTo>
                    <a:pt x="9170" y="1526"/>
                    <a:pt x="7263" y="0"/>
                    <a:pt x="50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46"/>
            <p:cNvSpPr/>
            <p:nvPr/>
          </p:nvSpPr>
          <p:spPr>
            <a:xfrm>
              <a:off x="4189813" y="4240089"/>
              <a:ext cx="203218" cy="203218"/>
            </a:xfrm>
            <a:custGeom>
              <a:avLst/>
              <a:gdLst/>
              <a:ahLst/>
              <a:cxnLst/>
              <a:rect l="l" t="t" r="r" b="b"/>
              <a:pathLst>
                <a:path w="7735" h="7735" extrusionOk="0">
                  <a:moveTo>
                    <a:pt x="3871" y="1"/>
                  </a:moveTo>
                  <a:cubicBezTo>
                    <a:pt x="1735" y="1"/>
                    <a:pt x="0" y="1735"/>
                    <a:pt x="0" y="3871"/>
                  </a:cubicBezTo>
                  <a:cubicBezTo>
                    <a:pt x="0" y="6007"/>
                    <a:pt x="1735" y="7734"/>
                    <a:pt x="3871" y="7734"/>
                  </a:cubicBezTo>
                  <a:cubicBezTo>
                    <a:pt x="6007" y="7734"/>
                    <a:pt x="7734" y="6007"/>
                    <a:pt x="7734" y="3871"/>
                  </a:cubicBezTo>
                  <a:cubicBezTo>
                    <a:pt x="7734" y="1735"/>
                    <a:pt x="6007" y="1"/>
                    <a:pt x="38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46"/>
            <p:cNvSpPr/>
            <p:nvPr/>
          </p:nvSpPr>
          <p:spPr>
            <a:xfrm>
              <a:off x="4211671" y="4261947"/>
              <a:ext cx="159658" cy="159684"/>
            </a:xfrm>
            <a:custGeom>
              <a:avLst/>
              <a:gdLst/>
              <a:ahLst/>
              <a:cxnLst/>
              <a:rect l="l" t="t" r="r" b="b"/>
              <a:pathLst>
                <a:path w="6077" h="6078" extrusionOk="0">
                  <a:moveTo>
                    <a:pt x="3039" y="1"/>
                  </a:moveTo>
                  <a:cubicBezTo>
                    <a:pt x="1360" y="1"/>
                    <a:pt x="1" y="1360"/>
                    <a:pt x="1" y="3039"/>
                  </a:cubicBezTo>
                  <a:cubicBezTo>
                    <a:pt x="1" y="4718"/>
                    <a:pt x="1360" y="6077"/>
                    <a:pt x="3039" y="6077"/>
                  </a:cubicBezTo>
                  <a:cubicBezTo>
                    <a:pt x="4717" y="6077"/>
                    <a:pt x="6077" y="4718"/>
                    <a:pt x="6077" y="3039"/>
                  </a:cubicBezTo>
                  <a:cubicBezTo>
                    <a:pt x="6077" y="1360"/>
                    <a:pt x="4717" y="1"/>
                    <a:pt x="30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46"/>
            <p:cNvSpPr/>
            <p:nvPr/>
          </p:nvSpPr>
          <p:spPr>
            <a:xfrm>
              <a:off x="4269629" y="4537677"/>
              <a:ext cx="43586" cy="29005"/>
            </a:xfrm>
            <a:custGeom>
              <a:avLst/>
              <a:gdLst/>
              <a:ahLst/>
              <a:cxnLst/>
              <a:rect l="l" t="t" r="r" b="b"/>
              <a:pathLst>
                <a:path w="1659" h="1104" extrusionOk="0">
                  <a:moveTo>
                    <a:pt x="1" y="0"/>
                  </a:moveTo>
                  <a:lnTo>
                    <a:pt x="1" y="548"/>
                  </a:lnTo>
                  <a:cubicBezTo>
                    <a:pt x="1" y="854"/>
                    <a:pt x="250" y="1103"/>
                    <a:pt x="555" y="1103"/>
                  </a:cubicBezTo>
                  <a:lnTo>
                    <a:pt x="1103" y="1103"/>
                  </a:lnTo>
                  <a:cubicBezTo>
                    <a:pt x="1409" y="1103"/>
                    <a:pt x="1658" y="854"/>
                    <a:pt x="1658" y="548"/>
                  </a:cubicBezTo>
                  <a:lnTo>
                    <a:pt x="165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46"/>
            <p:cNvSpPr/>
            <p:nvPr/>
          </p:nvSpPr>
          <p:spPr>
            <a:xfrm>
              <a:off x="4434725" y="4334486"/>
              <a:ext cx="54515" cy="14608"/>
            </a:xfrm>
            <a:custGeom>
              <a:avLst/>
              <a:gdLst/>
              <a:ahLst/>
              <a:cxnLst/>
              <a:rect l="l" t="t" r="r" b="b"/>
              <a:pathLst>
                <a:path w="2075" h="556" extrusionOk="0">
                  <a:moveTo>
                    <a:pt x="348" y="1"/>
                  </a:moveTo>
                  <a:cubicBezTo>
                    <a:pt x="1" y="21"/>
                    <a:pt x="1" y="535"/>
                    <a:pt x="348" y="555"/>
                  </a:cubicBezTo>
                  <a:lnTo>
                    <a:pt x="1728" y="555"/>
                  </a:lnTo>
                  <a:cubicBezTo>
                    <a:pt x="2075" y="535"/>
                    <a:pt x="2075" y="21"/>
                    <a:pt x="17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46"/>
            <p:cNvSpPr/>
            <p:nvPr/>
          </p:nvSpPr>
          <p:spPr>
            <a:xfrm>
              <a:off x="4093603" y="4334460"/>
              <a:ext cx="62896" cy="14634"/>
            </a:xfrm>
            <a:custGeom>
              <a:avLst/>
              <a:gdLst/>
              <a:ahLst/>
              <a:cxnLst/>
              <a:rect l="l" t="t" r="r" b="b"/>
              <a:pathLst>
                <a:path w="2394" h="557" extrusionOk="0">
                  <a:moveTo>
                    <a:pt x="2025" y="1"/>
                  </a:moveTo>
                  <a:cubicBezTo>
                    <a:pt x="2018" y="1"/>
                    <a:pt x="2011" y="1"/>
                    <a:pt x="2005" y="2"/>
                  </a:cubicBezTo>
                  <a:lnTo>
                    <a:pt x="354" y="2"/>
                  </a:lnTo>
                  <a:cubicBezTo>
                    <a:pt x="0" y="22"/>
                    <a:pt x="0" y="536"/>
                    <a:pt x="354" y="556"/>
                  </a:cubicBezTo>
                  <a:lnTo>
                    <a:pt x="2005" y="556"/>
                  </a:lnTo>
                  <a:cubicBezTo>
                    <a:pt x="2011" y="557"/>
                    <a:pt x="2018" y="557"/>
                    <a:pt x="2025" y="557"/>
                  </a:cubicBezTo>
                  <a:cubicBezTo>
                    <a:pt x="2393" y="557"/>
                    <a:pt x="2393" y="1"/>
                    <a:pt x="20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46"/>
            <p:cNvSpPr/>
            <p:nvPr/>
          </p:nvSpPr>
          <p:spPr>
            <a:xfrm>
              <a:off x="4284210" y="4146138"/>
              <a:ext cx="14424" cy="50417"/>
            </a:xfrm>
            <a:custGeom>
              <a:avLst/>
              <a:gdLst/>
              <a:ahLst/>
              <a:cxnLst/>
              <a:rect l="l" t="t" r="r" b="b"/>
              <a:pathLst>
                <a:path w="549" h="1919" extrusionOk="0">
                  <a:moveTo>
                    <a:pt x="277" y="1"/>
                  </a:moveTo>
                  <a:cubicBezTo>
                    <a:pt x="144" y="1"/>
                    <a:pt x="11" y="88"/>
                    <a:pt x="0" y="261"/>
                  </a:cubicBezTo>
                  <a:lnTo>
                    <a:pt x="0" y="1641"/>
                  </a:lnTo>
                  <a:cubicBezTo>
                    <a:pt x="0" y="1794"/>
                    <a:pt x="125" y="1919"/>
                    <a:pt x="278" y="1919"/>
                  </a:cubicBezTo>
                  <a:cubicBezTo>
                    <a:pt x="430" y="1919"/>
                    <a:pt x="548" y="1794"/>
                    <a:pt x="548" y="1641"/>
                  </a:cubicBezTo>
                  <a:lnTo>
                    <a:pt x="548" y="261"/>
                  </a:lnTo>
                  <a:cubicBezTo>
                    <a:pt x="541" y="88"/>
                    <a:pt x="410" y="1"/>
                    <a:pt x="2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46"/>
            <p:cNvSpPr/>
            <p:nvPr/>
          </p:nvSpPr>
          <p:spPr>
            <a:xfrm>
              <a:off x="4358561" y="4183813"/>
              <a:ext cx="29294" cy="33156"/>
            </a:xfrm>
            <a:custGeom>
              <a:avLst/>
              <a:gdLst/>
              <a:ahLst/>
              <a:cxnLst/>
              <a:rect l="l" t="t" r="r" b="b"/>
              <a:pathLst>
                <a:path w="1115" h="1262" extrusionOk="0">
                  <a:moveTo>
                    <a:pt x="745" y="0"/>
                  </a:moveTo>
                  <a:cubicBezTo>
                    <a:pt x="662" y="0"/>
                    <a:pt x="578" y="39"/>
                    <a:pt x="521" y="131"/>
                  </a:cubicBezTo>
                  <a:lnTo>
                    <a:pt x="104" y="852"/>
                  </a:lnTo>
                  <a:cubicBezTo>
                    <a:pt x="0" y="1033"/>
                    <a:pt x="132" y="1262"/>
                    <a:pt x="347" y="1262"/>
                  </a:cubicBezTo>
                  <a:cubicBezTo>
                    <a:pt x="444" y="1262"/>
                    <a:pt x="534" y="1213"/>
                    <a:pt x="583" y="1130"/>
                  </a:cubicBezTo>
                  <a:lnTo>
                    <a:pt x="999" y="409"/>
                  </a:lnTo>
                  <a:cubicBezTo>
                    <a:pt x="1114" y="193"/>
                    <a:pt x="931" y="0"/>
                    <a:pt x="7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46"/>
            <p:cNvSpPr/>
            <p:nvPr/>
          </p:nvSpPr>
          <p:spPr>
            <a:xfrm>
              <a:off x="4195277" y="4466505"/>
              <a:ext cx="29268" cy="33287"/>
            </a:xfrm>
            <a:custGeom>
              <a:avLst/>
              <a:gdLst/>
              <a:ahLst/>
              <a:cxnLst/>
              <a:rect l="l" t="t" r="r" b="b"/>
              <a:pathLst>
                <a:path w="1114" h="1267" extrusionOk="0">
                  <a:moveTo>
                    <a:pt x="748" y="1"/>
                  </a:moveTo>
                  <a:cubicBezTo>
                    <a:pt x="664" y="1"/>
                    <a:pt x="579" y="41"/>
                    <a:pt x="521" y="136"/>
                  </a:cubicBezTo>
                  <a:lnTo>
                    <a:pt x="105" y="850"/>
                  </a:lnTo>
                  <a:cubicBezTo>
                    <a:pt x="1" y="1038"/>
                    <a:pt x="132" y="1267"/>
                    <a:pt x="347" y="1267"/>
                  </a:cubicBezTo>
                  <a:cubicBezTo>
                    <a:pt x="444" y="1267"/>
                    <a:pt x="535" y="1211"/>
                    <a:pt x="583" y="1128"/>
                  </a:cubicBezTo>
                  <a:lnTo>
                    <a:pt x="999" y="413"/>
                  </a:lnTo>
                  <a:cubicBezTo>
                    <a:pt x="1114" y="194"/>
                    <a:pt x="933" y="1"/>
                    <a:pt x="7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46"/>
            <p:cNvSpPr/>
            <p:nvPr/>
          </p:nvSpPr>
          <p:spPr>
            <a:xfrm>
              <a:off x="4195172" y="4183813"/>
              <a:ext cx="29294" cy="33156"/>
            </a:xfrm>
            <a:custGeom>
              <a:avLst/>
              <a:gdLst/>
              <a:ahLst/>
              <a:cxnLst/>
              <a:rect l="l" t="t" r="r" b="b"/>
              <a:pathLst>
                <a:path w="1115" h="1262" extrusionOk="0">
                  <a:moveTo>
                    <a:pt x="366" y="0"/>
                  </a:moveTo>
                  <a:cubicBezTo>
                    <a:pt x="180" y="0"/>
                    <a:pt x="1" y="193"/>
                    <a:pt x="116" y="409"/>
                  </a:cubicBezTo>
                  <a:lnTo>
                    <a:pt x="525" y="1130"/>
                  </a:lnTo>
                  <a:cubicBezTo>
                    <a:pt x="573" y="1213"/>
                    <a:pt x="670" y="1262"/>
                    <a:pt x="768" y="1262"/>
                  </a:cubicBezTo>
                  <a:cubicBezTo>
                    <a:pt x="976" y="1262"/>
                    <a:pt x="1114" y="1033"/>
                    <a:pt x="1003" y="852"/>
                  </a:cubicBezTo>
                  <a:lnTo>
                    <a:pt x="594" y="131"/>
                  </a:lnTo>
                  <a:cubicBezTo>
                    <a:pt x="534" y="39"/>
                    <a:pt x="450" y="0"/>
                    <a:pt x="3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46"/>
            <p:cNvSpPr/>
            <p:nvPr/>
          </p:nvSpPr>
          <p:spPr>
            <a:xfrm>
              <a:off x="4358272" y="4466505"/>
              <a:ext cx="29294" cy="33287"/>
            </a:xfrm>
            <a:custGeom>
              <a:avLst/>
              <a:gdLst/>
              <a:ahLst/>
              <a:cxnLst/>
              <a:rect l="l" t="t" r="r" b="b"/>
              <a:pathLst>
                <a:path w="1115" h="1267" extrusionOk="0">
                  <a:moveTo>
                    <a:pt x="367" y="1"/>
                  </a:moveTo>
                  <a:cubicBezTo>
                    <a:pt x="182" y="1"/>
                    <a:pt x="1" y="194"/>
                    <a:pt x="115" y="413"/>
                  </a:cubicBezTo>
                  <a:lnTo>
                    <a:pt x="532" y="1128"/>
                  </a:lnTo>
                  <a:cubicBezTo>
                    <a:pt x="580" y="1211"/>
                    <a:pt x="670" y="1267"/>
                    <a:pt x="774" y="1267"/>
                  </a:cubicBezTo>
                  <a:cubicBezTo>
                    <a:pt x="982" y="1267"/>
                    <a:pt x="1114" y="1038"/>
                    <a:pt x="1010" y="850"/>
                  </a:cubicBezTo>
                  <a:lnTo>
                    <a:pt x="594" y="136"/>
                  </a:lnTo>
                  <a:cubicBezTo>
                    <a:pt x="536" y="41"/>
                    <a:pt x="451" y="1"/>
                    <a:pt x="3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46"/>
            <p:cNvSpPr/>
            <p:nvPr/>
          </p:nvSpPr>
          <p:spPr>
            <a:xfrm>
              <a:off x="4412315" y="4410335"/>
              <a:ext cx="39934" cy="25668"/>
            </a:xfrm>
            <a:custGeom>
              <a:avLst/>
              <a:gdLst/>
              <a:ahLst/>
              <a:cxnLst/>
              <a:rect l="l" t="t" r="r" b="b"/>
              <a:pathLst>
                <a:path w="1520" h="977" extrusionOk="0">
                  <a:moveTo>
                    <a:pt x="408" y="1"/>
                  </a:moveTo>
                  <a:cubicBezTo>
                    <a:pt x="158" y="1"/>
                    <a:pt x="0" y="375"/>
                    <a:pt x="285" y="526"/>
                  </a:cubicBezTo>
                  <a:lnTo>
                    <a:pt x="999" y="942"/>
                  </a:lnTo>
                  <a:cubicBezTo>
                    <a:pt x="1041" y="963"/>
                    <a:pt x="1090" y="977"/>
                    <a:pt x="1138" y="977"/>
                  </a:cubicBezTo>
                  <a:cubicBezTo>
                    <a:pt x="1422" y="977"/>
                    <a:pt x="1520" y="602"/>
                    <a:pt x="1277" y="464"/>
                  </a:cubicBezTo>
                  <a:lnTo>
                    <a:pt x="562" y="48"/>
                  </a:lnTo>
                  <a:cubicBezTo>
                    <a:pt x="509" y="15"/>
                    <a:pt x="457" y="1"/>
                    <a:pt x="4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46"/>
            <p:cNvSpPr/>
            <p:nvPr/>
          </p:nvSpPr>
          <p:spPr>
            <a:xfrm>
              <a:off x="4130306" y="4247340"/>
              <a:ext cx="39304" cy="25589"/>
            </a:xfrm>
            <a:custGeom>
              <a:avLst/>
              <a:gdLst/>
              <a:ahLst/>
              <a:cxnLst/>
              <a:rect l="l" t="t" r="r" b="b"/>
              <a:pathLst>
                <a:path w="1496" h="974" extrusionOk="0">
                  <a:moveTo>
                    <a:pt x="397" y="1"/>
                  </a:moveTo>
                  <a:cubicBezTo>
                    <a:pt x="153" y="1"/>
                    <a:pt x="0" y="356"/>
                    <a:pt x="254" y="515"/>
                  </a:cubicBezTo>
                  <a:lnTo>
                    <a:pt x="975" y="931"/>
                  </a:lnTo>
                  <a:cubicBezTo>
                    <a:pt x="1017" y="959"/>
                    <a:pt x="1066" y="966"/>
                    <a:pt x="1114" y="973"/>
                  </a:cubicBezTo>
                  <a:lnTo>
                    <a:pt x="1114" y="966"/>
                  </a:lnTo>
                  <a:cubicBezTo>
                    <a:pt x="1398" y="966"/>
                    <a:pt x="1496" y="592"/>
                    <a:pt x="1253" y="453"/>
                  </a:cubicBezTo>
                  <a:lnTo>
                    <a:pt x="531" y="37"/>
                  </a:lnTo>
                  <a:cubicBezTo>
                    <a:pt x="485" y="12"/>
                    <a:pt x="439" y="1"/>
                    <a:pt x="3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46"/>
            <p:cNvSpPr/>
            <p:nvPr/>
          </p:nvSpPr>
          <p:spPr>
            <a:xfrm>
              <a:off x="4413418" y="4247182"/>
              <a:ext cx="39908" cy="25747"/>
            </a:xfrm>
            <a:custGeom>
              <a:avLst/>
              <a:gdLst/>
              <a:ahLst/>
              <a:cxnLst/>
              <a:rect l="l" t="t" r="r" b="b"/>
              <a:pathLst>
                <a:path w="1519" h="980" extrusionOk="0">
                  <a:moveTo>
                    <a:pt x="1114" y="0"/>
                  </a:moveTo>
                  <a:cubicBezTo>
                    <a:pt x="1064" y="0"/>
                    <a:pt x="1011" y="15"/>
                    <a:pt x="957" y="50"/>
                  </a:cubicBezTo>
                  <a:lnTo>
                    <a:pt x="243" y="459"/>
                  </a:lnTo>
                  <a:cubicBezTo>
                    <a:pt x="0" y="605"/>
                    <a:pt x="97" y="972"/>
                    <a:pt x="382" y="979"/>
                  </a:cubicBezTo>
                  <a:cubicBezTo>
                    <a:pt x="430" y="979"/>
                    <a:pt x="479" y="965"/>
                    <a:pt x="520" y="937"/>
                  </a:cubicBezTo>
                  <a:lnTo>
                    <a:pt x="1235" y="528"/>
                  </a:lnTo>
                  <a:cubicBezTo>
                    <a:pt x="1518" y="378"/>
                    <a:pt x="1363" y="0"/>
                    <a:pt x="11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46"/>
            <p:cNvSpPr/>
            <p:nvPr/>
          </p:nvSpPr>
          <p:spPr>
            <a:xfrm>
              <a:off x="4130595" y="4410624"/>
              <a:ext cx="39304" cy="25379"/>
            </a:xfrm>
            <a:custGeom>
              <a:avLst/>
              <a:gdLst/>
              <a:ahLst/>
              <a:cxnLst/>
              <a:rect l="l" t="t" r="r" b="b"/>
              <a:pathLst>
                <a:path w="1496" h="966" extrusionOk="0">
                  <a:moveTo>
                    <a:pt x="1099" y="1"/>
                  </a:moveTo>
                  <a:cubicBezTo>
                    <a:pt x="1056" y="1"/>
                    <a:pt x="1011" y="12"/>
                    <a:pt x="964" y="37"/>
                  </a:cubicBezTo>
                  <a:lnTo>
                    <a:pt x="243" y="453"/>
                  </a:lnTo>
                  <a:cubicBezTo>
                    <a:pt x="0" y="598"/>
                    <a:pt x="104" y="966"/>
                    <a:pt x="382" y="966"/>
                  </a:cubicBezTo>
                  <a:cubicBezTo>
                    <a:pt x="430" y="966"/>
                    <a:pt x="479" y="952"/>
                    <a:pt x="520" y="931"/>
                  </a:cubicBezTo>
                  <a:lnTo>
                    <a:pt x="1242" y="515"/>
                  </a:lnTo>
                  <a:cubicBezTo>
                    <a:pt x="1496" y="356"/>
                    <a:pt x="1343" y="1"/>
                    <a:pt x="10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46"/>
            <p:cNvSpPr/>
            <p:nvPr/>
          </p:nvSpPr>
          <p:spPr>
            <a:xfrm>
              <a:off x="4255231" y="4494118"/>
              <a:ext cx="72565" cy="50864"/>
            </a:xfrm>
            <a:custGeom>
              <a:avLst/>
              <a:gdLst/>
              <a:ahLst/>
              <a:cxnLst/>
              <a:rect l="l" t="t" r="r" b="b"/>
              <a:pathLst>
                <a:path w="2762" h="1936" extrusionOk="0">
                  <a:moveTo>
                    <a:pt x="1" y="1"/>
                  </a:moveTo>
                  <a:lnTo>
                    <a:pt x="1" y="1381"/>
                  </a:lnTo>
                  <a:cubicBezTo>
                    <a:pt x="1" y="1686"/>
                    <a:pt x="243" y="1936"/>
                    <a:pt x="549" y="1936"/>
                  </a:cubicBezTo>
                  <a:lnTo>
                    <a:pt x="2206" y="1936"/>
                  </a:lnTo>
                  <a:cubicBezTo>
                    <a:pt x="2511" y="1936"/>
                    <a:pt x="2761" y="1686"/>
                    <a:pt x="2761" y="1381"/>
                  </a:cubicBezTo>
                  <a:lnTo>
                    <a:pt x="276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46"/>
            <p:cNvSpPr/>
            <p:nvPr/>
          </p:nvSpPr>
          <p:spPr>
            <a:xfrm>
              <a:off x="4247954" y="4494118"/>
              <a:ext cx="87120" cy="14608"/>
            </a:xfrm>
            <a:custGeom>
              <a:avLst/>
              <a:gdLst/>
              <a:ahLst/>
              <a:cxnLst/>
              <a:rect l="l" t="t" r="r" b="b"/>
              <a:pathLst>
                <a:path w="3316" h="556" extrusionOk="0">
                  <a:moveTo>
                    <a:pt x="278" y="1"/>
                  </a:moveTo>
                  <a:cubicBezTo>
                    <a:pt x="125" y="1"/>
                    <a:pt x="0" y="125"/>
                    <a:pt x="0" y="278"/>
                  </a:cubicBezTo>
                  <a:cubicBezTo>
                    <a:pt x="0" y="431"/>
                    <a:pt x="125" y="556"/>
                    <a:pt x="278" y="556"/>
                  </a:cubicBezTo>
                  <a:lnTo>
                    <a:pt x="3038" y="556"/>
                  </a:lnTo>
                  <a:cubicBezTo>
                    <a:pt x="3191" y="556"/>
                    <a:pt x="3316" y="431"/>
                    <a:pt x="3316" y="278"/>
                  </a:cubicBezTo>
                  <a:cubicBezTo>
                    <a:pt x="3316" y="125"/>
                    <a:pt x="3191" y="1"/>
                    <a:pt x="30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43" y="3632140"/>
            <a:ext cx="2206687" cy="940096"/>
          </a:xfrm>
          <a:prstGeom prst="rect">
            <a:avLst/>
          </a:prstGeom>
        </p:spPr>
      </p:pic>
      <p:sp>
        <p:nvSpPr>
          <p:cNvPr id="3" name="Rectangle 1"/>
          <p:cNvSpPr>
            <a:spLocks noGrp="1" noChangeArrowheads="1"/>
          </p:cNvSpPr>
          <p:nvPr>
            <p:ph type="subTitle" idx="4294967295"/>
          </p:nvPr>
        </p:nvSpPr>
        <p:spPr bwMode="auto">
          <a:xfrm>
            <a:off x="5533262" y="3663957"/>
            <a:ext cx="2648863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Poppins" panose="020B060402020202020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;900"/>
                <a:cs typeface="Poppins" panose="020B0604020202020204" charset="0"/>
              </a:rPr>
              <a:t>S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;900"/>
                <a:cs typeface="Poppins" panose="020B0604020202020204" charset="0"/>
              </a:rPr>
              <a:t>elected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;900"/>
                <a:cs typeface="Poppins" panose="020B0604020202020204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;900"/>
                <a:cs typeface="Poppins" panose="020B0604020202020204" charset="0"/>
              </a:rPr>
              <a:t>individuals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;900"/>
                <a:cs typeface="Poppins" panose="020B0604020202020204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;900"/>
                <a:cs typeface="Poppins" panose="020B0604020202020204" charset="0"/>
              </a:rPr>
              <a:t>are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;900"/>
                <a:cs typeface="Poppins" panose="020B0604020202020204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;900"/>
                <a:cs typeface="Poppins" panose="020B0604020202020204" charset="0"/>
              </a:rPr>
              <a:t>used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;900"/>
                <a:cs typeface="Poppins" panose="020B0604020202020204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;900"/>
                <a:cs typeface="Poppins" panose="020B0604020202020204" charset="0"/>
              </a:rPr>
              <a:t>to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;900"/>
                <a:cs typeface="Poppins" panose="020B0604020202020204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;900"/>
                <a:cs typeface="Poppins" panose="020B0604020202020204" charset="0"/>
              </a:rPr>
              <a:t>generate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;900"/>
                <a:cs typeface="Poppins" panose="020B0604020202020204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;900"/>
                <a:cs typeface="Poppins" panose="020B0604020202020204" charset="0"/>
              </a:rPr>
              <a:t>the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;900"/>
                <a:cs typeface="Poppins" panose="020B0604020202020204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;900"/>
                <a:cs typeface="Poppins" panose="020B0604020202020204" charset="0"/>
              </a:rPr>
              <a:t>next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;900"/>
                <a:cs typeface="Poppins" panose="020B0604020202020204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;900"/>
                <a:cs typeface="Poppins" panose="020B0604020202020204" charset="0"/>
              </a:rPr>
              <a:t>population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;900"/>
                <a:cs typeface="Poppins" panose="020B0604020202020204" charset="0"/>
              </a:rPr>
              <a:t>,</a:t>
            </a:r>
            <a:r>
              <a:rPr kumimoji="0" lang="en-US" altLang="ru-RU" sz="1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Poppins;900"/>
                <a:cs typeface="Poppins" panose="020B0604020202020204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;900"/>
                <a:cs typeface="Poppins" panose="020B0604020202020204" charset="0"/>
              </a:rPr>
              <a:t>may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;900"/>
                <a:cs typeface="Poppins" panose="020B0604020202020204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;900"/>
                <a:cs typeface="Poppins" panose="020B0604020202020204" charset="0"/>
              </a:rPr>
              <a:t>include</a:t>
            </a:r>
            <a:r>
              <a:rPr lang="en-US" altLang="ru-RU" sz="1400" dirty="0">
                <a:solidFill>
                  <a:schemeClr val="tx1"/>
                </a:solidFill>
                <a:latin typeface="Poppins;900"/>
                <a:cs typeface="Poppins" panose="020B0604020202020204" charset="0"/>
              </a:rPr>
              <a:t> </a:t>
            </a:r>
            <a:r>
              <a:rPr kumimoji="0" lang="ru-RU" altLang="ru-RU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;900"/>
                <a:cs typeface="Poppins" panose="020B0604020202020204" charset="0"/>
              </a:rPr>
              <a:t>recombination</a:t>
            </a:r>
            <a:r>
              <a:rPr lang="en-US" altLang="ru-RU" sz="1400" dirty="0">
                <a:solidFill>
                  <a:schemeClr val="tx1"/>
                </a:solidFill>
                <a:latin typeface="Poppins;900"/>
                <a:cs typeface="Poppins" panose="020B0604020202020204" charset="0"/>
              </a:rPr>
              <a:t>.</a:t>
            </a:r>
            <a:endParaRPr kumimoji="0" lang="ru-RU" altLang="ru-RU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oppins;900"/>
              <a:cs typeface="Poppins" panose="020B0604020202020204" charset="0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ubTitle" idx="4294967295"/>
          </p:nvPr>
        </p:nvSpPr>
        <p:spPr bwMode="auto">
          <a:xfrm>
            <a:off x="3763923" y="1264927"/>
            <a:ext cx="2521943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;900"/>
              </a:rPr>
              <a:t>Chooses</a:t>
            </a:r>
            <a:r>
              <a:rPr kumimoji="0" lang="en-US" altLang="ru-RU" sz="1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Poppins;90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;900"/>
              </a:rPr>
              <a:t>which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;90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;900"/>
              </a:rPr>
              <a:t>individuals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;90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;900"/>
              </a:rPr>
              <a:t>will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;90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;900"/>
              </a:rPr>
              <a:t>form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;90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;900"/>
              </a:rPr>
              <a:t>the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;90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;900"/>
              </a:rPr>
              <a:t>next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;90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;900"/>
              </a:rPr>
              <a:t>generation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;900"/>
              </a:rPr>
              <a:t>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;900"/>
              </a:rPr>
              <a:t>Common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;90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;900"/>
              </a:rPr>
              <a:t>strategies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;900"/>
              </a:rPr>
              <a:t>: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;900"/>
              </a:rPr>
              <a:t>(μ, λ) </a:t>
            </a:r>
            <a:r>
              <a:rPr kumimoji="0" lang="en-US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;900"/>
              </a:rPr>
              <a:t>or</a:t>
            </a:r>
            <a:r>
              <a:rPr kumimoji="0" lang="en-US" altLang="ru-RU" sz="14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Poppins;900"/>
              </a:rPr>
              <a:t> </a:t>
            </a: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;900"/>
              </a:rPr>
              <a:t>(μ + λ</a:t>
            </a:r>
            <a:r>
              <a:rPr kumimoji="0" lang="en-US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;900"/>
              </a:rPr>
              <a:t>)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oppins;90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Convergence Criteria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723801" y="1755125"/>
            <a:ext cx="4298868" cy="371400"/>
          </a:xfrm>
        </p:spPr>
        <p:txBody>
          <a:bodyPr/>
          <a:lstStyle/>
          <a:p>
            <a:r>
              <a:rPr lang="en-US" b="1" dirty="0"/>
              <a:t>Maximum Generations</a:t>
            </a:r>
          </a:p>
          <a:p>
            <a:endParaRPr lang="ru-RU" dirty="0"/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2"/>
          </p:nvPr>
        </p:nvSpPr>
        <p:spPr>
          <a:xfrm>
            <a:off x="786431" y="2171748"/>
            <a:ext cx="2514177" cy="612600"/>
          </a:xfrm>
        </p:spPr>
        <p:txBody>
          <a:bodyPr/>
          <a:lstStyle/>
          <a:p>
            <a:pPr algn="ctr"/>
            <a:r>
              <a:rPr lang="en-US" dirty="0"/>
              <a:t>	The algorithm halts after a fixed number of generations.</a:t>
            </a:r>
          </a:p>
          <a:p>
            <a:endParaRPr lang="ru-RU" dirty="0"/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3"/>
          </p:nvPr>
        </p:nvSpPr>
        <p:spPr>
          <a:xfrm>
            <a:off x="5302076" y="1755125"/>
            <a:ext cx="3841924" cy="371400"/>
          </a:xfrm>
        </p:spPr>
        <p:txBody>
          <a:bodyPr/>
          <a:lstStyle/>
          <a:p>
            <a:r>
              <a:rPr lang="en-US" b="1" dirty="0"/>
              <a:t>Solution Quality</a:t>
            </a:r>
            <a:endParaRPr lang="ru-RU" dirty="0"/>
          </a:p>
        </p:txBody>
      </p:sp>
      <p:sp>
        <p:nvSpPr>
          <p:cNvPr id="6" name="Подзаголовок 5"/>
          <p:cNvSpPr>
            <a:spLocks noGrp="1"/>
          </p:cNvSpPr>
          <p:nvPr>
            <p:ph type="subTitle" idx="4"/>
          </p:nvPr>
        </p:nvSpPr>
        <p:spPr>
          <a:xfrm>
            <a:off x="4847572" y="2145831"/>
            <a:ext cx="2762236" cy="612600"/>
          </a:xfrm>
        </p:spPr>
        <p:txBody>
          <a:bodyPr/>
          <a:lstStyle/>
          <a:p>
            <a:pPr algn="ctr"/>
            <a:r>
              <a:rPr lang="en-US" dirty="0"/>
              <a:t>	The algorithm stops when a solution achieves a predefined target fitness value.</a:t>
            </a:r>
          </a:p>
          <a:p>
            <a:endParaRPr lang="ru-RU" dirty="0"/>
          </a:p>
        </p:txBody>
      </p:sp>
      <p:sp>
        <p:nvSpPr>
          <p:cNvPr id="7" name="Подзаголовок 6"/>
          <p:cNvSpPr>
            <a:spLocks noGrp="1"/>
          </p:cNvSpPr>
          <p:nvPr>
            <p:ph type="subTitle" idx="5"/>
          </p:nvPr>
        </p:nvSpPr>
        <p:spPr>
          <a:xfrm>
            <a:off x="722224" y="3454301"/>
            <a:ext cx="3010531" cy="371400"/>
          </a:xfrm>
        </p:spPr>
        <p:txBody>
          <a:bodyPr/>
          <a:lstStyle/>
          <a:p>
            <a:r>
              <a:rPr lang="en-US" b="1" dirty="0"/>
              <a:t>Minimal Improvement</a:t>
            </a:r>
            <a:endParaRPr lang="ru-RU" dirty="0"/>
          </a:p>
        </p:txBody>
      </p:sp>
      <p:sp>
        <p:nvSpPr>
          <p:cNvPr id="8" name="Подзаголовок 7"/>
          <p:cNvSpPr>
            <a:spLocks noGrp="1"/>
          </p:cNvSpPr>
          <p:nvPr>
            <p:ph type="subTitle" idx="6"/>
          </p:nvPr>
        </p:nvSpPr>
        <p:spPr>
          <a:xfrm>
            <a:off x="217727" y="3864313"/>
            <a:ext cx="3651584" cy="1432625"/>
          </a:xfrm>
        </p:spPr>
        <p:txBody>
          <a:bodyPr/>
          <a:lstStyle/>
          <a:p>
            <a:pPr algn="ctr"/>
            <a:r>
              <a:rPr lang="en-US" dirty="0"/>
              <a:t>	If the improvement in the objective function value becomes negligible, the algorithm assumes convergence.</a:t>
            </a:r>
          </a:p>
          <a:p>
            <a:endParaRPr lang="ru-RU" dirty="0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7"/>
          </p:nvPr>
        </p:nvSpPr>
        <p:spPr>
          <a:xfrm>
            <a:off x="5302075" y="3454301"/>
            <a:ext cx="3685171" cy="371400"/>
          </a:xfrm>
        </p:spPr>
        <p:txBody>
          <a:bodyPr/>
          <a:lstStyle/>
          <a:p>
            <a:r>
              <a:rPr lang="en-US" b="1" dirty="0"/>
              <a:t>Diversity Threshold</a:t>
            </a:r>
            <a:endParaRPr lang="ru-RU" dirty="0"/>
          </a:p>
        </p:txBody>
      </p:sp>
      <p:sp>
        <p:nvSpPr>
          <p:cNvPr id="10" name="Подзаголовок 9"/>
          <p:cNvSpPr>
            <a:spLocks noGrp="1"/>
          </p:cNvSpPr>
          <p:nvPr>
            <p:ph type="subTitle" idx="8"/>
          </p:nvPr>
        </p:nvSpPr>
        <p:spPr>
          <a:xfrm>
            <a:off x="4896204" y="3872780"/>
            <a:ext cx="3050335" cy="612600"/>
          </a:xfrm>
        </p:spPr>
        <p:txBody>
          <a:bodyPr/>
          <a:lstStyle/>
          <a:p>
            <a:pPr algn="ctr"/>
            <a:r>
              <a:rPr lang="en-US" dirty="0"/>
              <a:t>	If the population becomes too similar, the algorithm might stop.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1680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37"/>
          <p:cNvSpPr txBox="1">
            <a:spLocks noGrp="1"/>
          </p:cNvSpPr>
          <p:nvPr>
            <p:ph type="subTitle" idx="7"/>
          </p:nvPr>
        </p:nvSpPr>
        <p:spPr>
          <a:xfrm>
            <a:off x="7097972" y="1092402"/>
            <a:ext cx="2205600" cy="3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Selection Mechanism</a:t>
            </a:r>
            <a:endParaRPr dirty="0"/>
          </a:p>
        </p:txBody>
      </p:sp>
      <p:sp>
        <p:nvSpPr>
          <p:cNvPr id="741" name="Google Shape;741;p37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ES vs Genetic Algorithms (GAs)</a:t>
            </a:r>
            <a:endParaRPr dirty="0"/>
          </a:p>
        </p:txBody>
      </p:sp>
      <p:sp>
        <p:nvSpPr>
          <p:cNvPr id="742" name="Google Shape;742;p37"/>
          <p:cNvSpPr txBox="1">
            <a:spLocks noGrp="1"/>
          </p:cNvSpPr>
          <p:nvPr>
            <p:ph type="subTitle" idx="1"/>
          </p:nvPr>
        </p:nvSpPr>
        <p:spPr>
          <a:xfrm>
            <a:off x="0" y="1207245"/>
            <a:ext cx="2205600" cy="3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Representation</a:t>
            </a:r>
            <a:endParaRPr dirty="0"/>
          </a:p>
        </p:txBody>
      </p:sp>
      <p:sp>
        <p:nvSpPr>
          <p:cNvPr id="744" name="Google Shape;744;p37"/>
          <p:cNvSpPr txBox="1">
            <a:spLocks noGrp="1"/>
          </p:cNvSpPr>
          <p:nvPr>
            <p:ph type="subTitle" idx="3"/>
          </p:nvPr>
        </p:nvSpPr>
        <p:spPr>
          <a:xfrm>
            <a:off x="2552657" y="1214379"/>
            <a:ext cx="2205600" cy="3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Self-Adaptation</a:t>
            </a:r>
            <a:endParaRPr dirty="0"/>
          </a:p>
        </p:txBody>
      </p:sp>
      <p:sp>
        <p:nvSpPr>
          <p:cNvPr id="746" name="Google Shape;746;p37"/>
          <p:cNvSpPr txBox="1">
            <a:spLocks noGrp="1"/>
          </p:cNvSpPr>
          <p:nvPr>
            <p:ph type="subTitle" idx="9"/>
          </p:nvPr>
        </p:nvSpPr>
        <p:spPr>
          <a:xfrm>
            <a:off x="5105314" y="1092402"/>
            <a:ext cx="2205600" cy="3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Primary Operators</a:t>
            </a:r>
            <a:endParaRPr dirty="0"/>
          </a:p>
        </p:txBody>
      </p:sp>
      <p:sp>
        <p:nvSpPr>
          <p:cNvPr id="6" name="Rectangle 1"/>
          <p:cNvSpPr>
            <a:spLocks noGrp="1" noChangeArrowheads="1"/>
          </p:cNvSpPr>
          <p:nvPr>
            <p:ph type="subTitle" idx="2"/>
          </p:nvPr>
        </p:nvSpPr>
        <p:spPr bwMode="auto">
          <a:xfrm>
            <a:off x="146910" y="2126156"/>
            <a:ext cx="191177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real-valued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vectors</a:t>
            </a:r>
            <a:r>
              <a:rPr lang="en-US" altLang="ru-RU" sz="18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  <a:endParaRPr lang="ru-RU" altLang="ru-RU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ru-RU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GAs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binary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strings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type="subTitle" idx="4"/>
          </p:nvPr>
        </p:nvSpPr>
        <p:spPr bwMode="auto">
          <a:xfrm>
            <a:off x="4913982" y="2033824"/>
            <a:ext cx="1772297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mutation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GAs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crossover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recombination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 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13"/>
          </p:nvPr>
        </p:nvSpPr>
        <p:spPr bwMode="auto">
          <a:xfrm>
            <a:off x="6993906" y="2126156"/>
            <a:ext cx="181641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(μ, λ)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(μ + λ)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selection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strategies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GAs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more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complex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selection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schemes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subTitle" idx="8"/>
          </p:nvPr>
        </p:nvSpPr>
        <p:spPr bwMode="auto">
          <a:xfrm>
            <a:off x="2725045" y="2033824"/>
            <a:ext cx="1869031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tuning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the mutation rate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GAs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fixed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mutation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crossover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rates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9"/>
          <p:cNvSpPr/>
          <p:nvPr/>
        </p:nvSpPr>
        <p:spPr>
          <a:xfrm>
            <a:off x="720000" y="1830918"/>
            <a:ext cx="2250600" cy="2724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3" name="Google Shape;813;p39"/>
          <p:cNvSpPr txBox="1">
            <a:spLocks noGrp="1"/>
          </p:cNvSpPr>
          <p:nvPr>
            <p:ph type="title"/>
          </p:nvPr>
        </p:nvSpPr>
        <p:spPr>
          <a:xfrm>
            <a:off x="331940" y="1490700"/>
            <a:ext cx="3649360" cy="110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Implementation Examples</a:t>
            </a:r>
            <a:br>
              <a:rPr lang="en-US" dirty="0"/>
            </a:br>
            <a:endParaRPr dirty="0"/>
          </a:p>
        </p:txBody>
      </p:sp>
      <p:pic>
        <p:nvPicPr>
          <p:cNvPr id="814" name="Google Shape;814;p39"/>
          <p:cNvPicPr preferRelativeResize="0"/>
          <p:nvPr/>
        </p:nvPicPr>
        <p:blipFill rotWithShape="1">
          <a:blip r:embed="rId3">
            <a:alphaModFix/>
          </a:blip>
          <a:srcRect l="16433" r="16433"/>
          <a:stretch/>
        </p:blipFill>
        <p:spPr>
          <a:xfrm>
            <a:off x="4365000" y="539550"/>
            <a:ext cx="4059000" cy="4064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4" name="Прямоугольник 3"/>
          <p:cNvSpPr/>
          <p:nvPr/>
        </p:nvSpPr>
        <p:spPr>
          <a:xfrm>
            <a:off x="331940" y="414314"/>
            <a:ext cx="52770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800" b="1" dirty="0">
                <a:solidFill>
                  <a:srgbClr val="80ED99"/>
                </a:solidFill>
                <a:cs typeface="Poppins Black" panose="020B0604020202020204" charset="0"/>
              </a:rPr>
              <a:t>5</a:t>
            </a:r>
            <a:endParaRPr lang="ru-RU" b="1" dirty="0">
              <a:effectLst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38"/>
          <p:cNvSpPr/>
          <p:nvPr/>
        </p:nvSpPr>
        <p:spPr>
          <a:xfrm>
            <a:off x="5366025" y="1482520"/>
            <a:ext cx="3057900" cy="3054000"/>
          </a:xfrm>
          <a:prstGeom prst="roundRect">
            <a:avLst>
              <a:gd name="adj" fmla="val 8924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38"/>
          <p:cNvSpPr/>
          <p:nvPr/>
        </p:nvSpPr>
        <p:spPr>
          <a:xfrm>
            <a:off x="6474635" y="2431765"/>
            <a:ext cx="840681" cy="1307911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chemeClr val="lt2"/>
                </a:solidFill>
                <a:latin typeface="Poppins;900"/>
              </a:rPr>
              <a:t>?</a:t>
            </a:r>
          </a:p>
        </p:txBody>
      </p:sp>
      <p:sp>
        <p:nvSpPr>
          <p:cNvPr id="758" name="Google Shape;758;p38"/>
          <p:cNvSpPr/>
          <p:nvPr/>
        </p:nvSpPr>
        <p:spPr>
          <a:xfrm>
            <a:off x="7745015" y="2842471"/>
            <a:ext cx="373689" cy="373689"/>
          </a:xfrm>
          <a:custGeom>
            <a:avLst/>
            <a:gdLst/>
            <a:ahLst/>
            <a:cxnLst/>
            <a:rect l="l" t="t" r="r" b="b"/>
            <a:pathLst>
              <a:path w="20982" h="20982" extrusionOk="0">
                <a:moveTo>
                  <a:pt x="10464" y="4237"/>
                </a:moveTo>
                <a:cubicBezTo>
                  <a:pt x="13744" y="4237"/>
                  <a:pt x="16861" y="6859"/>
                  <a:pt x="16745" y="10708"/>
                </a:cubicBezTo>
                <a:cubicBezTo>
                  <a:pt x="16647" y="14115"/>
                  <a:pt x="13847" y="16781"/>
                  <a:pt x="10461" y="16781"/>
                </a:cubicBezTo>
                <a:cubicBezTo>
                  <a:pt x="10399" y="16781"/>
                  <a:pt x="10337" y="16781"/>
                  <a:pt x="10274" y="16779"/>
                </a:cubicBezTo>
                <a:cubicBezTo>
                  <a:pt x="4704" y="16545"/>
                  <a:pt x="2168" y="9740"/>
                  <a:pt x="6238" y="5938"/>
                </a:cubicBezTo>
                <a:cubicBezTo>
                  <a:pt x="7496" y="4762"/>
                  <a:pt x="8997" y="4237"/>
                  <a:pt x="10464" y="4237"/>
                </a:cubicBezTo>
                <a:close/>
                <a:moveTo>
                  <a:pt x="10074" y="0"/>
                </a:moveTo>
                <a:lnTo>
                  <a:pt x="9740" y="934"/>
                </a:lnTo>
                <a:cubicBezTo>
                  <a:pt x="9207" y="1001"/>
                  <a:pt x="8706" y="1068"/>
                  <a:pt x="8173" y="1201"/>
                </a:cubicBezTo>
                <a:lnTo>
                  <a:pt x="7572" y="367"/>
                </a:lnTo>
                <a:lnTo>
                  <a:pt x="6071" y="934"/>
                </a:lnTo>
                <a:lnTo>
                  <a:pt x="6171" y="1935"/>
                </a:lnTo>
                <a:cubicBezTo>
                  <a:pt x="5671" y="2202"/>
                  <a:pt x="5237" y="2469"/>
                  <a:pt x="4804" y="2769"/>
                </a:cubicBezTo>
                <a:lnTo>
                  <a:pt x="3903" y="2268"/>
                </a:lnTo>
                <a:lnTo>
                  <a:pt x="2769" y="3336"/>
                </a:lnTo>
                <a:lnTo>
                  <a:pt x="3236" y="4236"/>
                </a:lnTo>
                <a:cubicBezTo>
                  <a:pt x="2869" y="4637"/>
                  <a:pt x="2569" y="5104"/>
                  <a:pt x="2302" y="5537"/>
                </a:cubicBezTo>
                <a:lnTo>
                  <a:pt x="1268" y="5404"/>
                </a:lnTo>
                <a:lnTo>
                  <a:pt x="634" y="6838"/>
                </a:lnTo>
                <a:lnTo>
                  <a:pt x="1401" y="7505"/>
                </a:lnTo>
                <a:cubicBezTo>
                  <a:pt x="1234" y="8006"/>
                  <a:pt x="1101" y="8540"/>
                  <a:pt x="1034" y="9073"/>
                </a:cubicBezTo>
                <a:lnTo>
                  <a:pt x="34" y="9307"/>
                </a:lnTo>
                <a:lnTo>
                  <a:pt x="0" y="10875"/>
                </a:lnTo>
                <a:lnTo>
                  <a:pt x="968" y="11208"/>
                </a:lnTo>
                <a:cubicBezTo>
                  <a:pt x="1001" y="11742"/>
                  <a:pt x="1101" y="12276"/>
                  <a:pt x="1201" y="12809"/>
                </a:cubicBezTo>
                <a:lnTo>
                  <a:pt x="367" y="13410"/>
                </a:lnTo>
                <a:lnTo>
                  <a:pt x="934" y="14877"/>
                </a:lnTo>
                <a:lnTo>
                  <a:pt x="1968" y="14811"/>
                </a:lnTo>
                <a:cubicBezTo>
                  <a:pt x="2202" y="15278"/>
                  <a:pt x="2469" y="15745"/>
                  <a:pt x="2802" y="16178"/>
                </a:cubicBezTo>
                <a:lnTo>
                  <a:pt x="2268" y="17046"/>
                </a:lnTo>
                <a:lnTo>
                  <a:pt x="3336" y="18213"/>
                </a:lnTo>
                <a:lnTo>
                  <a:pt x="4270" y="17746"/>
                </a:lnTo>
                <a:cubicBezTo>
                  <a:pt x="4670" y="18080"/>
                  <a:pt x="5104" y="18413"/>
                  <a:pt x="5571" y="18680"/>
                </a:cubicBezTo>
                <a:lnTo>
                  <a:pt x="5404" y="19681"/>
                </a:lnTo>
                <a:lnTo>
                  <a:pt x="6838" y="20348"/>
                </a:lnTo>
                <a:lnTo>
                  <a:pt x="7506" y="19581"/>
                </a:lnTo>
                <a:cubicBezTo>
                  <a:pt x="8039" y="19748"/>
                  <a:pt x="8540" y="19848"/>
                  <a:pt x="9073" y="19948"/>
                </a:cubicBezTo>
                <a:lnTo>
                  <a:pt x="9340" y="20915"/>
                </a:lnTo>
                <a:lnTo>
                  <a:pt x="10908" y="20982"/>
                </a:lnTo>
                <a:lnTo>
                  <a:pt x="11208" y="20014"/>
                </a:lnTo>
                <a:cubicBezTo>
                  <a:pt x="11742" y="19981"/>
                  <a:pt x="12276" y="19881"/>
                  <a:pt x="12809" y="19748"/>
                </a:cubicBezTo>
                <a:lnTo>
                  <a:pt x="13410" y="20582"/>
                </a:lnTo>
                <a:lnTo>
                  <a:pt x="14911" y="20014"/>
                </a:lnTo>
                <a:lnTo>
                  <a:pt x="14811" y="19014"/>
                </a:lnTo>
                <a:cubicBezTo>
                  <a:pt x="15278" y="18780"/>
                  <a:pt x="15745" y="18480"/>
                  <a:pt x="16178" y="18180"/>
                </a:cubicBezTo>
                <a:lnTo>
                  <a:pt x="17046" y="18713"/>
                </a:lnTo>
                <a:lnTo>
                  <a:pt x="18213" y="17613"/>
                </a:lnTo>
                <a:lnTo>
                  <a:pt x="17746" y="16712"/>
                </a:lnTo>
                <a:cubicBezTo>
                  <a:pt x="18113" y="16312"/>
                  <a:pt x="18413" y="15878"/>
                  <a:pt x="18680" y="15411"/>
                </a:cubicBezTo>
                <a:lnTo>
                  <a:pt x="19681" y="15545"/>
                </a:lnTo>
                <a:lnTo>
                  <a:pt x="20348" y="14110"/>
                </a:lnTo>
                <a:lnTo>
                  <a:pt x="19581" y="13443"/>
                </a:lnTo>
                <a:cubicBezTo>
                  <a:pt x="19748" y="12943"/>
                  <a:pt x="19881" y="12442"/>
                  <a:pt x="19948" y="11909"/>
                </a:cubicBezTo>
                <a:lnTo>
                  <a:pt x="20948" y="11642"/>
                </a:lnTo>
                <a:lnTo>
                  <a:pt x="20982" y="10074"/>
                </a:lnTo>
                <a:lnTo>
                  <a:pt x="20014" y="9740"/>
                </a:lnTo>
                <a:cubicBezTo>
                  <a:pt x="19981" y="9207"/>
                  <a:pt x="19881" y="8673"/>
                  <a:pt x="19781" y="8173"/>
                </a:cubicBezTo>
                <a:lnTo>
                  <a:pt x="20615" y="7539"/>
                </a:lnTo>
                <a:lnTo>
                  <a:pt x="20048" y="6071"/>
                </a:lnTo>
                <a:lnTo>
                  <a:pt x="19014" y="6138"/>
                </a:lnTo>
                <a:cubicBezTo>
                  <a:pt x="18780" y="5671"/>
                  <a:pt x="18513" y="5237"/>
                  <a:pt x="18180" y="4804"/>
                </a:cubicBezTo>
                <a:lnTo>
                  <a:pt x="18714" y="3903"/>
                </a:lnTo>
                <a:lnTo>
                  <a:pt x="17613" y="2769"/>
                </a:lnTo>
                <a:lnTo>
                  <a:pt x="16712" y="3236"/>
                </a:lnTo>
                <a:cubicBezTo>
                  <a:pt x="16312" y="2869"/>
                  <a:pt x="15878" y="2569"/>
                  <a:pt x="15411" y="2268"/>
                </a:cubicBezTo>
                <a:lnTo>
                  <a:pt x="15578" y="1268"/>
                </a:lnTo>
                <a:lnTo>
                  <a:pt x="14110" y="601"/>
                </a:lnTo>
                <a:lnTo>
                  <a:pt x="13476" y="1401"/>
                </a:lnTo>
                <a:cubicBezTo>
                  <a:pt x="12943" y="1234"/>
                  <a:pt x="12442" y="1101"/>
                  <a:pt x="11909" y="1034"/>
                </a:cubicBezTo>
                <a:lnTo>
                  <a:pt x="11642" y="33"/>
                </a:lnTo>
                <a:lnTo>
                  <a:pt x="1007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9" name="Google Shape;759;p38"/>
          <p:cNvSpPr/>
          <p:nvPr/>
        </p:nvSpPr>
        <p:spPr>
          <a:xfrm>
            <a:off x="6152692" y="2173184"/>
            <a:ext cx="253098" cy="253098"/>
          </a:xfrm>
          <a:custGeom>
            <a:avLst/>
            <a:gdLst/>
            <a:ahLst/>
            <a:cxnLst/>
            <a:rect l="l" t="t" r="r" b="b"/>
            <a:pathLst>
              <a:path w="14211" h="14211" extrusionOk="0">
                <a:moveTo>
                  <a:pt x="7106" y="5268"/>
                </a:moveTo>
                <a:cubicBezTo>
                  <a:pt x="7401" y="5268"/>
                  <a:pt x="7708" y="5341"/>
                  <a:pt x="8006" y="5504"/>
                </a:cubicBezTo>
                <a:cubicBezTo>
                  <a:pt x="8907" y="6004"/>
                  <a:pt x="9241" y="7105"/>
                  <a:pt x="8740" y="8006"/>
                </a:cubicBezTo>
                <a:cubicBezTo>
                  <a:pt x="8379" y="8668"/>
                  <a:pt x="7746" y="8984"/>
                  <a:pt x="7117" y="8984"/>
                </a:cubicBezTo>
                <a:cubicBezTo>
                  <a:pt x="6352" y="8984"/>
                  <a:pt x="5594" y="8517"/>
                  <a:pt x="5338" y="7639"/>
                </a:cubicBezTo>
                <a:cubicBezTo>
                  <a:pt x="4966" y="6390"/>
                  <a:pt x="5949" y="5268"/>
                  <a:pt x="7106" y="5268"/>
                </a:cubicBezTo>
                <a:close/>
                <a:moveTo>
                  <a:pt x="7339" y="0"/>
                </a:moveTo>
                <a:lnTo>
                  <a:pt x="7072" y="634"/>
                </a:lnTo>
                <a:cubicBezTo>
                  <a:pt x="6739" y="634"/>
                  <a:pt x="6372" y="667"/>
                  <a:pt x="6005" y="734"/>
                </a:cubicBezTo>
                <a:lnTo>
                  <a:pt x="5638" y="167"/>
                </a:lnTo>
                <a:lnTo>
                  <a:pt x="4604" y="467"/>
                </a:lnTo>
                <a:lnTo>
                  <a:pt x="4604" y="1134"/>
                </a:lnTo>
                <a:cubicBezTo>
                  <a:pt x="4270" y="1301"/>
                  <a:pt x="3937" y="1468"/>
                  <a:pt x="3637" y="1635"/>
                </a:cubicBezTo>
                <a:lnTo>
                  <a:pt x="3070" y="1234"/>
                </a:lnTo>
                <a:lnTo>
                  <a:pt x="2236" y="1902"/>
                </a:lnTo>
                <a:lnTo>
                  <a:pt x="2503" y="2535"/>
                </a:lnTo>
                <a:cubicBezTo>
                  <a:pt x="2269" y="2802"/>
                  <a:pt x="2036" y="3069"/>
                  <a:pt x="1802" y="3369"/>
                </a:cubicBezTo>
                <a:lnTo>
                  <a:pt x="1135" y="3202"/>
                </a:lnTo>
                <a:lnTo>
                  <a:pt x="635" y="4170"/>
                </a:lnTo>
                <a:lnTo>
                  <a:pt x="1102" y="4637"/>
                </a:lnTo>
                <a:cubicBezTo>
                  <a:pt x="968" y="4970"/>
                  <a:pt x="868" y="5337"/>
                  <a:pt x="801" y="5671"/>
                </a:cubicBezTo>
                <a:lnTo>
                  <a:pt x="101" y="5804"/>
                </a:lnTo>
                <a:lnTo>
                  <a:pt x="1" y="6872"/>
                </a:lnTo>
                <a:lnTo>
                  <a:pt x="635" y="7139"/>
                </a:lnTo>
                <a:cubicBezTo>
                  <a:pt x="635" y="7472"/>
                  <a:pt x="668" y="7839"/>
                  <a:pt x="735" y="8206"/>
                </a:cubicBezTo>
                <a:lnTo>
                  <a:pt x="134" y="8573"/>
                </a:lnTo>
                <a:lnTo>
                  <a:pt x="434" y="9607"/>
                </a:lnTo>
                <a:lnTo>
                  <a:pt x="1135" y="9607"/>
                </a:lnTo>
                <a:cubicBezTo>
                  <a:pt x="1268" y="9941"/>
                  <a:pt x="1435" y="10241"/>
                  <a:pt x="1635" y="10574"/>
                </a:cubicBezTo>
                <a:lnTo>
                  <a:pt x="1235" y="11141"/>
                </a:lnTo>
                <a:lnTo>
                  <a:pt x="1902" y="11975"/>
                </a:lnTo>
                <a:lnTo>
                  <a:pt x="2536" y="11675"/>
                </a:lnTo>
                <a:cubicBezTo>
                  <a:pt x="2803" y="11942"/>
                  <a:pt x="3070" y="12176"/>
                  <a:pt x="3370" y="12376"/>
                </a:cubicBezTo>
                <a:lnTo>
                  <a:pt x="3236" y="13076"/>
                </a:lnTo>
                <a:lnTo>
                  <a:pt x="4170" y="13577"/>
                </a:lnTo>
                <a:lnTo>
                  <a:pt x="4637" y="13110"/>
                </a:lnTo>
                <a:cubicBezTo>
                  <a:pt x="4971" y="13243"/>
                  <a:pt x="5338" y="13343"/>
                  <a:pt x="5671" y="13410"/>
                </a:cubicBezTo>
                <a:lnTo>
                  <a:pt x="5805" y="14110"/>
                </a:lnTo>
                <a:lnTo>
                  <a:pt x="6872" y="14210"/>
                </a:lnTo>
                <a:lnTo>
                  <a:pt x="7139" y="13577"/>
                </a:lnTo>
                <a:cubicBezTo>
                  <a:pt x="7506" y="13577"/>
                  <a:pt x="7873" y="13543"/>
                  <a:pt x="8240" y="13510"/>
                </a:cubicBezTo>
                <a:lnTo>
                  <a:pt x="8607" y="14077"/>
                </a:lnTo>
                <a:lnTo>
                  <a:pt x="9608" y="13777"/>
                </a:lnTo>
                <a:lnTo>
                  <a:pt x="9608" y="13076"/>
                </a:lnTo>
                <a:cubicBezTo>
                  <a:pt x="9941" y="12943"/>
                  <a:pt x="10275" y="12776"/>
                  <a:pt x="10575" y="12576"/>
                </a:cubicBezTo>
                <a:lnTo>
                  <a:pt x="11142" y="13009"/>
                </a:lnTo>
                <a:lnTo>
                  <a:pt x="11976" y="12342"/>
                </a:lnTo>
                <a:lnTo>
                  <a:pt x="11709" y="11709"/>
                </a:lnTo>
                <a:cubicBezTo>
                  <a:pt x="11976" y="11442"/>
                  <a:pt x="12209" y="11175"/>
                  <a:pt x="12410" y="10875"/>
                </a:cubicBezTo>
                <a:lnTo>
                  <a:pt x="13077" y="11008"/>
                </a:lnTo>
                <a:lnTo>
                  <a:pt x="13610" y="10074"/>
                </a:lnTo>
                <a:lnTo>
                  <a:pt x="13110" y="9607"/>
                </a:lnTo>
                <a:cubicBezTo>
                  <a:pt x="13244" y="9240"/>
                  <a:pt x="13344" y="8907"/>
                  <a:pt x="13444" y="8573"/>
                </a:cubicBezTo>
                <a:lnTo>
                  <a:pt x="14111" y="8440"/>
                </a:lnTo>
                <a:lnTo>
                  <a:pt x="14211" y="7372"/>
                </a:lnTo>
                <a:lnTo>
                  <a:pt x="13577" y="7105"/>
                </a:lnTo>
                <a:cubicBezTo>
                  <a:pt x="13577" y="6738"/>
                  <a:pt x="13544" y="6371"/>
                  <a:pt x="13477" y="6038"/>
                </a:cubicBezTo>
                <a:lnTo>
                  <a:pt x="14077" y="5671"/>
                </a:lnTo>
                <a:lnTo>
                  <a:pt x="13777" y="4637"/>
                </a:lnTo>
                <a:lnTo>
                  <a:pt x="13077" y="4637"/>
                </a:lnTo>
                <a:cubicBezTo>
                  <a:pt x="12943" y="4303"/>
                  <a:pt x="12777" y="3970"/>
                  <a:pt x="12576" y="3669"/>
                </a:cubicBezTo>
                <a:lnTo>
                  <a:pt x="12977" y="3102"/>
                </a:lnTo>
                <a:lnTo>
                  <a:pt x="12310" y="2268"/>
                </a:lnTo>
                <a:lnTo>
                  <a:pt x="11676" y="2535"/>
                </a:lnTo>
                <a:cubicBezTo>
                  <a:pt x="11409" y="2268"/>
                  <a:pt x="11142" y="2035"/>
                  <a:pt x="10842" y="1835"/>
                </a:cubicBezTo>
                <a:lnTo>
                  <a:pt x="11009" y="1134"/>
                </a:lnTo>
                <a:lnTo>
                  <a:pt x="10041" y="634"/>
                </a:lnTo>
                <a:lnTo>
                  <a:pt x="9574" y="1134"/>
                </a:lnTo>
                <a:cubicBezTo>
                  <a:pt x="9241" y="1001"/>
                  <a:pt x="8874" y="867"/>
                  <a:pt x="8540" y="801"/>
                </a:cubicBezTo>
                <a:lnTo>
                  <a:pt x="8407" y="134"/>
                </a:lnTo>
                <a:lnTo>
                  <a:pt x="733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0" name="Google Shape;760;p38"/>
          <p:cNvSpPr/>
          <p:nvPr/>
        </p:nvSpPr>
        <p:spPr>
          <a:xfrm>
            <a:off x="7575545" y="3542296"/>
            <a:ext cx="288754" cy="288754"/>
          </a:xfrm>
          <a:custGeom>
            <a:avLst/>
            <a:gdLst/>
            <a:ahLst/>
            <a:cxnLst/>
            <a:rect l="l" t="t" r="r" b="b"/>
            <a:pathLst>
              <a:path w="16213" h="16213" extrusionOk="0">
                <a:moveTo>
                  <a:pt x="8074" y="5135"/>
                </a:moveTo>
                <a:cubicBezTo>
                  <a:pt x="9635" y="5135"/>
                  <a:pt x="11121" y="6384"/>
                  <a:pt x="11075" y="8207"/>
                </a:cubicBezTo>
                <a:cubicBezTo>
                  <a:pt x="11009" y="9820"/>
                  <a:pt x="9676" y="11076"/>
                  <a:pt x="8069" y="11076"/>
                </a:cubicBezTo>
                <a:cubicBezTo>
                  <a:pt x="8048" y="11076"/>
                  <a:pt x="8027" y="11076"/>
                  <a:pt x="8006" y="11076"/>
                </a:cubicBezTo>
                <a:cubicBezTo>
                  <a:pt x="5338" y="10975"/>
                  <a:pt x="4137" y="7740"/>
                  <a:pt x="6071" y="5939"/>
                </a:cubicBezTo>
                <a:cubicBezTo>
                  <a:pt x="6668" y="5383"/>
                  <a:pt x="7378" y="5135"/>
                  <a:pt x="8074" y="5135"/>
                </a:cubicBezTo>
                <a:close/>
                <a:moveTo>
                  <a:pt x="7072" y="1"/>
                </a:moveTo>
                <a:lnTo>
                  <a:pt x="6205" y="1235"/>
                </a:lnTo>
                <a:cubicBezTo>
                  <a:pt x="5771" y="1369"/>
                  <a:pt x="5338" y="1535"/>
                  <a:pt x="4904" y="1735"/>
                </a:cubicBezTo>
                <a:lnTo>
                  <a:pt x="3670" y="1402"/>
                </a:lnTo>
                <a:lnTo>
                  <a:pt x="1735" y="3237"/>
                </a:lnTo>
                <a:lnTo>
                  <a:pt x="1969" y="4471"/>
                </a:lnTo>
                <a:cubicBezTo>
                  <a:pt x="1735" y="4871"/>
                  <a:pt x="1535" y="5271"/>
                  <a:pt x="1368" y="5738"/>
                </a:cubicBezTo>
                <a:lnTo>
                  <a:pt x="67" y="6506"/>
                </a:lnTo>
                <a:lnTo>
                  <a:pt x="0" y="9141"/>
                </a:lnTo>
                <a:lnTo>
                  <a:pt x="1235" y="10008"/>
                </a:lnTo>
                <a:cubicBezTo>
                  <a:pt x="1368" y="10442"/>
                  <a:pt x="1535" y="10875"/>
                  <a:pt x="1735" y="11309"/>
                </a:cubicBezTo>
                <a:lnTo>
                  <a:pt x="1435" y="12543"/>
                </a:lnTo>
                <a:lnTo>
                  <a:pt x="3236" y="14478"/>
                </a:lnTo>
                <a:lnTo>
                  <a:pt x="4470" y="14244"/>
                </a:lnTo>
                <a:cubicBezTo>
                  <a:pt x="4871" y="14478"/>
                  <a:pt x="5304" y="14678"/>
                  <a:pt x="5738" y="14845"/>
                </a:cubicBezTo>
                <a:lnTo>
                  <a:pt x="6505" y="16146"/>
                </a:lnTo>
                <a:lnTo>
                  <a:pt x="9140" y="16213"/>
                </a:lnTo>
                <a:lnTo>
                  <a:pt x="10008" y="14978"/>
                </a:lnTo>
                <a:cubicBezTo>
                  <a:pt x="10441" y="14845"/>
                  <a:pt x="10875" y="14678"/>
                  <a:pt x="11309" y="14478"/>
                </a:cubicBezTo>
                <a:lnTo>
                  <a:pt x="12543" y="14778"/>
                </a:lnTo>
                <a:lnTo>
                  <a:pt x="14477" y="12977"/>
                </a:lnTo>
                <a:lnTo>
                  <a:pt x="14244" y="11743"/>
                </a:lnTo>
                <a:cubicBezTo>
                  <a:pt x="14477" y="11342"/>
                  <a:pt x="14678" y="10909"/>
                  <a:pt x="14844" y="10475"/>
                </a:cubicBezTo>
                <a:lnTo>
                  <a:pt x="16145" y="9708"/>
                </a:lnTo>
                <a:lnTo>
                  <a:pt x="16212" y="7073"/>
                </a:lnTo>
                <a:lnTo>
                  <a:pt x="14978" y="6205"/>
                </a:lnTo>
                <a:cubicBezTo>
                  <a:pt x="14844" y="5738"/>
                  <a:pt x="14678" y="5338"/>
                  <a:pt x="14477" y="4904"/>
                </a:cubicBezTo>
                <a:lnTo>
                  <a:pt x="14778" y="3670"/>
                </a:lnTo>
                <a:lnTo>
                  <a:pt x="12976" y="1735"/>
                </a:lnTo>
                <a:lnTo>
                  <a:pt x="11742" y="1969"/>
                </a:lnTo>
                <a:cubicBezTo>
                  <a:pt x="11342" y="1735"/>
                  <a:pt x="10908" y="1535"/>
                  <a:pt x="10475" y="1369"/>
                </a:cubicBezTo>
                <a:lnTo>
                  <a:pt x="9707" y="68"/>
                </a:lnTo>
                <a:lnTo>
                  <a:pt x="707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38"/>
          <p:cNvSpPr/>
          <p:nvPr/>
        </p:nvSpPr>
        <p:spPr>
          <a:xfrm>
            <a:off x="7378077" y="2173175"/>
            <a:ext cx="304195" cy="304195"/>
          </a:xfrm>
          <a:custGeom>
            <a:avLst/>
            <a:gdLst/>
            <a:ahLst/>
            <a:cxnLst/>
            <a:rect l="l" t="t" r="r" b="b"/>
            <a:pathLst>
              <a:path w="17080" h="17080" extrusionOk="0">
                <a:moveTo>
                  <a:pt x="8564" y="3363"/>
                </a:moveTo>
                <a:cubicBezTo>
                  <a:pt x="9542" y="3363"/>
                  <a:pt x="10532" y="3645"/>
                  <a:pt x="11409" y="4237"/>
                </a:cubicBezTo>
                <a:cubicBezTo>
                  <a:pt x="15212" y="6739"/>
                  <a:pt x="14077" y="12643"/>
                  <a:pt x="9608" y="13544"/>
                </a:cubicBezTo>
                <a:cubicBezTo>
                  <a:pt x="9245" y="13616"/>
                  <a:pt x="8889" y="13651"/>
                  <a:pt x="8544" y="13651"/>
                </a:cubicBezTo>
                <a:cubicBezTo>
                  <a:pt x="4605" y="13651"/>
                  <a:pt x="1973" y="9168"/>
                  <a:pt x="4304" y="5672"/>
                </a:cubicBezTo>
                <a:cubicBezTo>
                  <a:pt x="5270" y="4180"/>
                  <a:pt x="6899" y="3363"/>
                  <a:pt x="8564" y="3363"/>
                </a:cubicBezTo>
                <a:close/>
                <a:moveTo>
                  <a:pt x="8576" y="2947"/>
                </a:moveTo>
                <a:cubicBezTo>
                  <a:pt x="6816" y="2947"/>
                  <a:pt x="5050" y="3768"/>
                  <a:pt x="3937" y="5438"/>
                </a:cubicBezTo>
                <a:cubicBezTo>
                  <a:pt x="1502" y="9141"/>
                  <a:pt x="4137" y="14044"/>
                  <a:pt x="8574" y="14078"/>
                </a:cubicBezTo>
                <a:cubicBezTo>
                  <a:pt x="12777" y="14078"/>
                  <a:pt x="15478" y="9574"/>
                  <a:pt x="13477" y="5872"/>
                </a:cubicBezTo>
                <a:cubicBezTo>
                  <a:pt x="12430" y="3935"/>
                  <a:pt x="10507" y="2947"/>
                  <a:pt x="8576" y="2947"/>
                </a:cubicBezTo>
                <a:close/>
                <a:moveTo>
                  <a:pt x="8207" y="401"/>
                </a:moveTo>
                <a:lnTo>
                  <a:pt x="9041" y="1302"/>
                </a:lnTo>
                <a:cubicBezTo>
                  <a:pt x="9074" y="1335"/>
                  <a:pt x="9107" y="1335"/>
                  <a:pt x="9174" y="1335"/>
                </a:cubicBezTo>
                <a:cubicBezTo>
                  <a:pt x="9641" y="1402"/>
                  <a:pt x="10108" y="1469"/>
                  <a:pt x="10575" y="1602"/>
                </a:cubicBezTo>
                <a:cubicBezTo>
                  <a:pt x="10592" y="1619"/>
                  <a:pt x="10608" y="1627"/>
                  <a:pt x="10629" y="1627"/>
                </a:cubicBezTo>
                <a:cubicBezTo>
                  <a:pt x="10650" y="1627"/>
                  <a:pt x="10675" y="1619"/>
                  <a:pt x="10708" y="1602"/>
                </a:cubicBezTo>
                <a:lnTo>
                  <a:pt x="12043" y="1035"/>
                </a:lnTo>
                <a:lnTo>
                  <a:pt x="14111" y="2403"/>
                </a:lnTo>
                <a:lnTo>
                  <a:pt x="14111" y="3870"/>
                </a:lnTo>
                <a:cubicBezTo>
                  <a:pt x="14111" y="3904"/>
                  <a:pt x="14111" y="3937"/>
                  <a:pt x="14144" y="4004"/>
                </a:cubicBezTo>
                <a:cubicBezTo>
                  <a:pt x="14444" y="4337"/>
                  <a:pt x="14711" y="4738"/>
                  <a:pt x="14945" y="5171"/>
                </a:cubicBezTo>
                <a:cubicBezTo>
                  <a:pt x="14945" y="5205"/>
                  <a:pt x="14978" y="5238"/>
                  <a:pt x="15045" y="5271"/>
                </a:cubicBezTo>
                <a:lnTo>
                  <a:pt x="16179" y="5705"/>
                </a:lnTo>
                <a:lnTo>
                  <a:pt x="16679" y="8173"/>
                </a:lnTo>
                <a:lnTo>
                  <a:pt x="15812" y="9007"/>
                </a:lnTo>
                <a:cubicBezTo>
                  <a:pt x="15779" y="9041"/>
                  <a:pt x="15745" y="9074"/>
                  <a:pt x="15745" y="9141"/>
                </a:cubicBezTo>
                <a:cubicBezTo>
                  <a:pt x="15712" y="9608"/>
                  <a:pt x="15612" y="10041"/>
                  <a:pt x="15478" y="10508"/>
                </a:cubicBezTo>
                <a:cubicBezTo>
                  <a:pt x="15478" y="10542"/>
                  <a:pt x="15478" y="10608"/>
                  <a:pt x="15478" y="10642"/>
                </a:cubicBezTo>
                <a:lnTo>
                  <a:pt x="16079" y="11976"/>
                </a:lnTo>
                <a:lnTo>
                  <a:pt x="14678" y="14078"/>
                </a:lnTo>
                <a:lnTo>
                  <a:pt x="13244" y="14044"/>
                </a:lnTo>
                <a:cubicBezTo>
                  <a:pt x="13177" y="14044"/>
                  <a:pt x="13143" y="14044"/>
                  <a:pt x="13110" y="14078"/>
                </a:cubicBezTo>
                <a:cubicBezTo>
                  <a:pt x="12743" y="14378"/>
                  <a:pt x="12343" y="14645"/>
                  <a:pt x="11943" y="14845"/>
                </a:cubicBezTo>
                <a:cubicBezTo>
                  <a:pt x="11876" y="14878"/>
                  <a:pt x="11843" y="14911"/>
                  <a:pt x="11843" y="14978"/>
                </a:cubicBezTo>
                <a:lnTo>
                  <a:pt x="11376" y="16112"/>
                </a:lnTo>
                <a:lnTo>
                  <a:pt x="8940" y="16613"/>
                </a:lnTo>
                <a:lnTo>
                  <a:pt x="8107" y="15745"/>
                </a:lnTo>
                <a:cubicBezTo>
                  <a:pt x="8040" y="15679"/>
                  <a:pt x="8006" y="15679"/>
                  <a:pt x="7973" y="15679"/>
                </a:cubicBezTo>
                <a:cubicBezTo>
                  <a:pt x="7473" y="15612"/>
                  <a:pt x="7039" y="15545"/>
                  <a:pt x="6572" y="15412"/>
                </a:cubicBezTo>
                <a:lnTo>
                  <a:pt x="6505" y="15412"/>
                </a:lnTo>
                <a:cubicBezTo>
                  <a:pt x="6505" y="15412"/>
                  <a:pt x="6472" y="15412"/>
                  <a:pt x="6439" y="15445"/>
                </a:cubicBezTo>
                <a:lnTo>
                  <a:pt x="5138" y="16012"/>
                </a:lnTo>
                <a:lnTo>
                  <a:pt x="3036" y="14645"/>
                </a:lnTo>
                <a:lnTo>
                  <a:pt x="3036" y="13177"/>
                </a:lnTo>
                <a:cubicBezTo>
                  <a:pt x="3036" y="13144"/>
                  <a:pt x="3036" y="13077"/>
                  <a:pt x="3003" y="13043"/>
                </a:cubicBezTo>
                <a:cubicBezTo>
                  <a:pt x="2703" y="12710"/>
                  <a:pt x="2436" y="12310"/>
                  <a:pt x="2236" y="11909"/>
                </a:cubicBezTo>
                <a:cubicBezTo>
                  <a:pt x="2202" y="11843"/>
                  <a:pt x="2169" y="11809"/>
                  <a:pt x="2102" y="11776"/>
                </a:cubicBezTo>
                <a:lnTo>
                  <a:pt x="968" y="11342"/>
                </a:lnTo>
                <a:lnTo>
                  <a:pt x="468" y="8874"/>
                </a:lnTo>
                <a:lnTo>
                  <a:pt x="1335" y="8040"/>
                </a:lnTo>
                <a:cubicBezTo>
                  <a:pt x="1368" y="8007"/>
                  <a:pt x="1402" y="7973"/>
                  <a:pt x="1402" y="7906"/>
                </a:cubicBezTo>
                <a:cubicBezTo>
                  <a:pt x="1435" y="7473"/>
                  <a:pt x="1535" y="7006"/>
                  <a:pt x="1669" y="6572"/>
                </a:cubicBezTo>
                <a:cubicBezTo>
                  <a:pt x="1669" y="6505"/>
                  <a:pt x="1669" y="6439"/>
                  <a:pt x="1669" y="6405"/>
                </a:cubicBezTo>
                <a:lnTo>
                  <a:pt x="1068" y="5071"/>
                </a:lnTo>
                <a:lnTo>
                  <a:pt x="2469" y="2970"/>
                </a:lnTo>
                <a:lnTo>
                  <a:pt x="3904" y="3003"/>
                </a:lnTo>
                <a:cubicBezTo>
                  <a:pt x="3937" y="3003"/>
                  <a:pt x="4004" y="2970"/>
                  <a:pt x="4037" y="2970"/>
                </a:cubicBezTo>
                <a:cubicBezTo>
                  <a:pt x="4404" y="2669"/>
                  <a:pt x="4804" y="2403"/>
                  <a:pt x="5204" y="2169"/>
                </a:cubicBezTo>
                <a:cubicBezTo>
                  <a:pt x="5271" y="2169"/>
                  <a:pt x="5305" y="2102"/>
                  <a:pt x="5305" y="2069"/>
                </a:cubicBezTo>
                <a:lnTo>
                  <a:pt x="5738" y="901"/>
                </a:lnTo>
                <a:lnTo>
                  <a:pt x="8207" y="401"/>
                </a:lnTo>
                <a:close/>
                <a:moveTo>
                  <a:pt x="8207" y="1"/>
                </a:moveTo>
                <a:lnTo>
                  <a:pt x="5505" y="568"/>
                </a:lnTo>
                <a:cubicBezTo>
                  <a:pt x="5438" y="568"/>
                  <a:pt x="5405" y="635"/>
                  <a:pt x="5371" y="701"/>
                </a:cubicBezTo>
                <a:lnTo>
                  <a:pt x="4904" y="1869"/>
                </a:lnTo>
                <a:cubicBezTo>
                  <a:pt x="4504" y="2069"/>
                  <a:pt x="4137" y="2302"/>
                  <a:pt x="3803" y="2603"/>
                </a:cubicBezTo>
                <a:lnTo>
                  <a:pt x="2302" y="2569"/>
                </a:lnTo>
                <a:cubicBezTo>
                  <a:pt x="2236" y="2569"/>
                  <a:pt x="2169" y="2603"/>
                  <a:pt x="2136" y="2669"/>
                </a:cubicBezTo>
                <a:lnTo>
                  <a:pt x="601" y="4938"/>
                </a:lnTo>
                <a:cubicBezTo>
                  <a:pt x="568" y="5004"/>
                  <a:pt x="568" y="5071"/>
                  <a:pt x="601" y="5138"/>
                </a:cubicBezTo>
                <a:lnTo>
                  <a:pt x="1202" y="6505"/>
                </a:lnTo>
                <a:cubicBezTo>
                  <a:pt x="1102" y="6939"/>
                  <a:pt x="1035" y="7373"/>
                  <a:pt x="968" y="7806"/>
                </a:cubicBezTo>
                <a:lnTo>
                  <a:pt x="67" y="8707"/>
                </a:lnTo>
                <a:cubicBezTo>
                  <a:pt x="34" y="8740"/>
                  <a:pt x="1" y="8807"/>
                  <a:pt x="1" y="8874"/>
                </a:cubicBezTo>
                <a:lnTo>
                  <a:pt x="568" y="11576"/>
                </a:lnTo>
                <a:cubicBezTo>
                  <a:pt x="568" y="11642"/>
                  <a:pt x="635" y="11709"/>
                  <a:pt x="701" y="11709"/>
                </a:cubicBezTo>
                <a:lnTo>
                  <a:pt x="1869" y="12176"/>
                </a:lnTo>
                <a:cubicBezTo>
                  <a:pt x="2069" y="12576"/>
                  <a:pt x="2302" y="12943"/>
                  <a:pt x="2603" y="13310"/>
                </a:cubicBezTo>
                <a:lnTo>
                  <a:pt x="2603" y="14778"/>
                </a:lnTo>
                <a:cubicBezTo>
                  <a:pt x="2603" y="14845"/>
                  <a:pt x="2636" y="14911"/>
                  <a:pt x="2703" y="14945"/>
                </a:cubicBezTo>
                <a:lnTo>
                  <a:pt x="4971" y="16479"/>
                </a:lnTo>
                <a:cubicBezTo>
                  <a:pt x="5004" y="16496"/>
                  <a:pt x="5038" y="16504"/>
                  <a:pt x="5071" y="16504"/>
                </a:cubicBezTo>
                <a:cubicBezTo>
                  <a:pt x="5104" y="16504"/>
                  <a:pt x="5138" y="16496"/>
                  <a:pt x="5171" y="16479"/>
                </a:cubicBezTo>
                <a:lnTo>
                  <a:pt x="6539" y="15879"/>
                </a:lnTo>
                <a:cubicBezTo>
                  <a:pt x="6972" y="15979"/>
                  <a:pt x="7406" y="16079"/>
                  <a:pt x="7840" y="16112"/>
                </a:cubicBezTo>
                <a:lnTo>
                  <a:pt x="8707" y="17013"/>
                </a:lnTo>
                <a:cubicBezTo>
                  <a:pt x="8740" y="17046"/>
                  <a:pt x="8807" y="17080"/>
                  <a:pt x="8874" y="17080"/>
                </a:cubicBezTo>
                <a:lnTo>
                  <a:pt x="8907" y="17080"/>
                </a:lnTo>
                <a:lnTo>
                  <a:pt x="11609" y="16513"/>
                </a:lnTo>
                <a:cubicBezTo>
                  <a:pt x="11676" y="16513"/>
                  <a:pt x="11709" y="16446"/>
                  <a:pt x="11742" y="16379"/>
                </a:cubicBezTo>
                <a:lnTo>
                  <a:pt x="12209" y="15212"/>
                </a:lnTo>
                <a:cubicBezTo>
                  <a:pt x="12576" y="15012"/>
                  <a:pt x="12977" y="14745"/>
                  <a:pt x="13310" y="14478"/>
                </a:cubicBezTo>
                <a:lnTo>
                  <a:pt x="14811" y="14511"/>
                </a:lnTo>
                <a:cubicBezTo>
                  <a:pt x="14878" y="14511"/>
                  <a:pt x="14945" y="14478"/>
                  <a:pt x="14978" y="14411"/>
                </a:cubicBezTo>
                <a:lnTo>
                  <a:pt x="16479" y="12143"/>
                </a:lnTo>
                <a:cubicBezTo>
                  <a:pt x="16513" y="12076"/>
                  <a:pt x="16513" y="12009"/>
                  <a:pt x="16479" y="11943"/>
                </a:cubicBezTo>
                <a:lnTo>
                  <a:pt x="15879" y="10575"/>
                </a:lnTo>
                <a:cubicBezTo>
                  <a:pt x="15979" y="10141"/>
                  <a:pt x="16079" y="9708"/>
                  <a:pt x="16112" y="9274"/>
                </a:cubicBezTo>
                <a:lnTo>
                  <a:pt x="17013" y="8407"/>
                </a:lnTo>
                <a:cubicBezTo>
                  <a:pt x="17080" y="8340"/>
                  <a:pt x="17080" y="8273"/>
                  <a:pt x="17080" y="8207"/>
                </a:cubicBezTo>
                <a:lnTo>
                  <a:pt x="16546" y="5505"/>
                </a:lnTo>
                <a:cubicBezTo>
                  <a:pt x="16513" y="5438"/>
                  <a:pt x="16479" y="5405"/>
                  <a:pt x="16412" y="5371"/>
                </a:cubicBezTo>
                <a:lnTo>
                  <a:pt x="15245" y="4904"/>
                </a:lnTo>
                <a:cubicBezTo>
                  <a:pt x="15011" y="4504"/>
                  <a:pt x="14778" y="4137"/>
                  <a:pt x="14478" y="3804"/>
                </a:cubicBezTo>
                <a:lnTo>
                  <a:pt x="14511" y="2302"/>
                </a:lnTo>
                <a:cubicBezTo>
                  <a:pt x="14511" y="2236"/>
                  <a:pt x="14478" y="2169"/>
                  <a:pt x="14411" y="2136"/>
                </a:cubicBezTo>
                <a:lnTo>
                  <a:pt x="12143" y="601"/>
                </a:lnTo>
                <a:lnTo>
                  <a:pt x="11943" y="601"/>
                </a:lnTo>
                <a:lnTo>
                  <a:pt x="10575" y="1202"/>
                </a:lnTo>
                <a:cubicBezTo>
                  <a:pt x="10141" y="1102"/>
                  <a:pt x="9708" y="1002"/>
                  <a:pt x="9274" y="968"/>
                </a:cubicBezTo>
                <a:lnTo>
                  <a:pt x="8407" y="68"/>
                </a:lnTo>
                <a:cubicBezTo>
                  <a:pt x="8340" y="34"/>
                  <a:pt x="8273" y="1"/>
                  <a:pt x="820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2" name="Google Shape;762;p38"/>
          <p:cNvSpPr/>
          <p:nvPr/>
        </p:nvSpPr>
        <p:spPr>
          <a:xfrm>
            <a:off x="5662389" y="2732574"/>
            <a:ext cx="306370" cy="266495"/>
          </a:xfrm>
          <a:custGeom>
            <a:avLst/>
            <a:gdLst/>
            <a:ahLst/>
            <a:cxnLst/>
            <a:rect l="l" t="t" r="r" b="b"/>
            <a:pathLst>
              <a:path w="3337" h="2903" extrusionOk="0">
                <a:moveTo>
                  <a:pt x="1670" y="695"/>
                </a:moveTo>
                <a:cubicBezTo>
                  <a:pt x="1857" y="695"/>
                  <a:pt x="2048" y="769"/>
                  <a:pt x="2202" y="935"/>
                </a:cubicBezTo>
                <a:cubicBezTo>
                  <a:pt x="2702" y="1402"/>
                  <a:pt x="2335" y="2202"/>
                  <a:pt x="1668" y="2202"/>
                </a:cubicBezTo>
                <a:cubicBezTo>
                  <a:pt x="1268" y="2202"/>
                  <a:pt x="901" y="1869"/>
                  <a:pt x="934" y="1468"/>
                </a:cubicBezTo>
                <a:cubicBezTo>
                  <a:pt x="934" y="999"/>
                  <a:pt x="1293" y="695"/>
                  <a:pt x="1670" y="695"/>
                </a:cubicBezTo>
                <a:close/>
                <a:moveTo>
                  <a:pt x="834" y="1"/>
                </a:moveTo>
                <a:lnTo>
                  <a:pt x="0" y="1468"/>
                </a:lnTo>
                <a:lnTo>
                  <a:pt x="834" y="2903"/>
                </a:lnTo>
                <a:lnTo>
                  <a:pt x="2502" y="2903"/>
                </a:lnTo>
                <a:lnTo>
                  <a:pt x="3336" y="1468"/>
                </a:lnTo>
                <a:lnTo>
                  <a:pt x="250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63" name="Google Shape;763;p38"/>
          <p:cNvGrpSpPr/>
          <p:nvPr/>
        </p:nvGrpSpPr>
        <p:grpSpPr>
          <a:xfrm rot="8103202">
            <a:off x="5891426" y="3125696"/>
            <a:ext cx="483168" cy="202472"/>
            <a:chOff x="5593952" y="4201340"/>
            <a:chExt cx="318200" cy="133342"/>
          </a:xfrm>
        </p:grpSpPr>
        <p:sp>
          <p:nvSpPr>
            <p:cNvPr id="764" name="Google Shape;764;p38"/>
            <p:cNvSpPr/>
            <p:nvPr/>
          </p:nvSpPr>
          <p:spPr>
            <a:xfrm>
              <a:off x="5593952" y="4218136"/>
              <a:ext cx="121359" cy="72320"/>
            </a:xfrm>
            <a:custGeom>
              <a:avLst/>
              <a:gdLst/>
              <a:ahLst/>
              <a:cxnLst/>
              <a:rect l="l" t="t" r="r" b="b"/>
              <a:pathLst>
                <a:path w="6026" h="3591" extrusionOk="0">
                  <a:moveTo>
                    <a:pt x="1825" y="0"/>
                  </a:moveTo>
                  <a:cubicBezTo>
                    <a:pt x="777" y="0"/>
                    <a:pt x="0" y="1500"/>
                    <a:pt x="1089" y="2289"/>
                  </a:cubicBezTo>
                  <a:cubicBezTo>
                    <a:pt x="2290" y="3157"/>
                    <a:pt x="3391" y="3590"/>
                    <a:pt x="4358" y="3590"/>
                  </a:cubicBezTo>
                  <a:cubicBezTo>
                    <a:pt x="6026" y="3590"/>
                    <a:pt x="6026" y="1088"/>
                    <a:pt x="4358" y="1088"/>
                  </a:cubicBezTo>
                  <a:cubicBezTo>
                    <a:pt x="4158" y="1088"/>
                    <a:pt x="3591" y="1022"/>
                    <a:pt x="2557" y="254"/>
                  </a:cubicBezTo>
                  <a:cubicBezTo>
                    <a:pt x="2311" y="76"/>
                    <a:pt x="2061" y="0"/>
                    <a:pt x="18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38"/>
            <p:cNvSpPr/>
            <p:nvPr/>
          </p:nvSpPr>
          <p:spPr>
            <a:xfrm>
              <a:off x="5613185" y="4201340"/>
              <a:ext cx="298967" cy="133342"/>
            </a:xfrm>
            <a:custGeom>
              <a:avLst/>
              <a:gdLst/>
              <a:ahLst/>
              <a:cxnLst/>
              <a:rect l="l" t="t" r="r" b="b"/>
              <a:pathLst>
                <a:path w="14845" h="6621" extrusionOk="0">
                  <a:moveTo>
                    <a:pt x="5858" y="0"/>
                  </a:moveTo>
                  <a:cubicBezTo>
                    <a:pt x="3702" y="0"/>
                    <a:pt x="1321" y="651"/>
                    <a:pt x="501" y="3090"/>
                  </a:cubicBezTo>
                  <a:cubicBezTo>
                    <a:pt x="1" y="4558"/>
                    <a:pt x="2502" y="5492"/>
                    <a:pt x="3737" y="5992"/>
                  </a:cubicBezTo>
                  <a:cubicBezTo>
                    <a:pt x="4901" y="6444"/>
                    <a:pt x="5912" y="6621"/>
                    <a:pt x="6697" y="6621"/>
                  </a:cubicBezTo>
                  <a:cubicBezTo>
                    <a:pt x="8518" y="6621"/>
                    <a:pt x="9122" y="5667"/>
                    <a:pt x="7606" y="4991"/>
                  </a:cubicBezTo>
                  <a:lnTo>
                    <a:pt x="7606" y="4991"/>
                  </a:lnTo>
                  <a:cubicBezTo>
                    <a:pt x="7606" y="4991"/>
                    <a:pt x="9375" y="5284"/>
                    <a:pt x="11076" y="5284"/>
                  </a:cubicBezTo>
                  <a:cubicBezTo>
                    <a:pt x="12008" y="5284"/>
                    <a:pt x="12920" y="5196"/>
                    <a:pt x="13510" y="4925"/>
                  </a:cubicBezTo>
                  <a:cubicBezTo>
                    <a:pt x="14845" y="4291"/>
                    <a:pt x="14845" y="3157"/>
                    <a:pt x="13810" y="2490"/>
                  </a:cubicBezTo>
                  <a:cubicBezTo>
                    <a:pt x="12376" y="1622"/>
                    <a:pt x="10808" y="955"/>
                    <a:pt x="9207" y="488"/>
                  </a:cubicBezTo>
                  <a:cubicBezTo>
                    <a:pt x="8474" y="257"/>
                    <a:pt x="7210" y="0"/>
                    <a:pt x="58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6" name="Google Shape;766;p38"/>
          <p:cNvGrpSpPr/>
          <p:nvPr/>
        </p:nvGrpSpPr>
        <p:grpSpPr>
          <a:xfrm>
            <a:off x="6084668" y="2659601"/>
            <a:ext cx="183899" cy="182863"/>
            <a:chOff x="1562867" y="2513138"/>
            <a:chExt cx="320158" cy="318300"/>
          </a:xfrm>
        </p:grpSpPr>
        <p:sp>
          <p:nvSpPr>
            <p:cNvPr id="767" name="Google Shape;767;p38"/>
            <p:cNvSpPr/>
            <p:nvPr/>
          </p:nvSpPr>
          <p:spPr>
            <a:xfrm>
              <a:off x="1564725" y="2513138"/>
              <a:ext cx="318300" cy="318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68" name="Google Shape;768;p38"/>
            <p:cNvGrpSpPr/>
            <p:nvPr/>
          </p:nvGrpSpPr>
          <p:grpSpPr>
            <a:xfrm>
              <a:off x="1562867" y="2517604"/>
              <a:ext cx="319177" cy="312250"/>
              <a:chOff x="1548439" y="2519275"/>
              <a:chExt cx="1950961" cy="1872000"/>
            </a:xfrm>
          </p:grpSpPr>
          <p:sp>
            <p:nvSpPr>
              <p:cNvPr id="769" name="Google Shape;769;p38"/>
              <p:cNvSpPr/>
              <p:nvPr/>
            </p:nvSpPr>
            <p:spPr>
              <a:xfrm>
                <a:off x="1548439" y="2519275"/>
                <a:ext cx="1872000" cy="1872000"/>
              </a:xfrm>
              <a:prstGeom prst="pie">
                <a:avLst>
                  <a:gd name="adj1" fmla="val 5414826"/>
                  <a:gd name="adj2" fmla="val 1620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38"/>
              <p:cNvSpPr/>
              <p:nvPr/>
            </p:nvSpPr>
            <p:spPr>
              <a:xfrm rot="10800000">
                <a:off x="1627400" y="2519275"/>
                <a:ext cx="1872000" cy="1872000"/>
              </a:xfrm>
              <a:prstGeom prst="pie">
                <a:avLst>
                  <a:gd name="adj1" fmla="val 5414826"/>
                  <a:gd name="adj2" fmla="val 1620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71" name="Google Shape;771;p38"/>
          <p:cNvGrpSpPr/>
          <p:nvPr/>
        </p:nvGrpSpPr>
        <p:grpSpPr>
          <a:xfrm rot="2710088">
            <a:off x="7422165" y="2778749"/>
            <a:ext cx="216018" cy="214765"/>
            <a:chOff x="1562867" y="2513138"/>
            <a:chExt cx="320158" cy="318300"/>
          </a:xfrm>
        </p:grpSpPr>
        <p:sp>
          <p:nvSpPr>
            <p:cNvPr id="772" name="Google Shape;772;p38"/>
            <p:cNvSpPr/>
            <p:nvPr/>
          </p:nvSpPr>
          <p:spPr>
            <a:xfrm>
              <a:off x="1564725" y="2513138"/>
              <a:ext cx="318300" cy="318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73" name="Google Shape;773;p38"/>
            <p:cNvGrpSpPr/>
            <p:nvPr/>
          </p:nvGrpSpPr>
          <p:grpSpPr>
            <a:xfrm>
              <a:off x="1562867" y="2517604"/>
              <a:ext cx="319177" cy="312250"/>
              <a:chOff x="1548439" y="2519275"/>
              <a:chExt cx="1950961" cy="1872000"/>
            </a:xfrm>
          </p:grpSpPr>
          <p:sp>
            <p:nvSpPr>
              <p:cNvPr id="774" name="Google Shape;774;p38"/>
              <p:cNvSpPr/>
              <p:nvPr/>
            </p:nvSpPr>
            <p:spPr>
              <a:xfrm>
                <a:off x="1548439" y="2519275"/>
                <a:ext cx="1872000" cy="1872000"/>
              </a:xfrm>
              <a:prstGeom prst="pie">
                <a:avLst>
                  <a:gd name="adj1" fmla="val 5414826"/>
                  <a:gd name="adj2" fmla="val 1620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775;p38"/>
              <p:cNvSpPr/>
              <p:nvPr/>
            </p:nvSpPr>
            <p:spPr>
              <a:xfrm rot="10800000">
                <a:off x="1627400" y="2519275"/>
                <a:ext cx="1872000" cy="1872000"/>
              </a:xfrm>
              <a:prstGeom prst="pie">
                <a:avLst>
                  <a:gd name="adj1" fmla="val 5414826"/>
                  <a:gd name="adj2" fmla="val 1620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76" name="Google Shape;776;p38"/>
          <p:cNvGrpSpPr/>
          <p:nvPr/>
        </p:nvGrpSpPr>
        <p:grpSpPr>
          <a:xfrm>
            <a:off x="6151014" y="1861550"/>
            <a:ext cx="1487922" cy="2295941"/>
            <a:chOff x="6125286" y="1890399"/>
            <a:chExt cx="1487922" cy="2295941"/>
          </a:xfrm>
        </p:grpSpPr>
        <p:grpSp>
          <p:nvGrpSpPr>
            <p:cNvPr id="777" name="Google Shape;777;p38"/>
            <p:cNvGrpSpPr/>
            <p:nvPr/>
          </p:nvGrpSpPr>
          <p:grpSpPr>
            <a:xfrm>
              <a:off x="6505560" y="1967534"/>
              <a:ext cx="309057" cy="310084"/>
              <a:chOff x="4441585" y="2941771"/>
              <a:chExt cx="309057" cy="310084"/>
            </a:xfrm>
          </p:grpSpPr>
          <p:sp>
            <p:nvSpPr>
              <p:cNvPr id="778" name="Google Shape;778;p38"/>
              <p:cNvSpPr/>
              <p:nvPr/>
            </p:nvSpPr>
            <p:spPr>
              <a:xfrm>
                <a:off x="4441585" y="2943503"/>
                <a:ext cx="309057" cy="308352"/>
              </a:xfrm>
              <a:custGeom>
                <a:avLst/>
                <a:gdLst/>
                <a:ahLst/>
                <a:cxnLst/>
                <a:rect l="l" t="t" r="r" b="b"/>
                <a:pathLst>
                  <a:path w="15346" h="15311" extrusionOk="0">
                    <a:moveTo>
                      <a:pt x="7673" y="0"/>
                    </a:moveTo>
                    <a:cubicBezTo>
                      <a:pt x="3437" y="0"/>
                      <a:pt x="1" y="3436"/>
                      <a:pt x="1" y="7672"/>
                    </a:cubicBezTo>
                    <a:cubicBezTo>
                      <a:pt x="1" y="11875"/>
                      <a:pt x="3437" y="15311"/>
                      <a:pt x="7673" y="15311"/>
                    </a:cubicBezTo>
                    <a:cubicBezTo>
                      <a:pt x="11909" y="15311"/>
                      <a:pt x="15345" y="11875"/>
                      <a:pt x="15345" y="7672"/>
                    </a:cubicBezTo>
                    <a:cubicBezTo>
                      <a:pt x="15345" y="3436"/>
                      <a:pt x="11909" y="0"/>
                      <a:pt x="767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Google Shape;779;p38"/>
              <p:cNvSpPr/>
              <p:nvPr/>
            </p:nvSpPr>
            <p:spPr>
              <a:xfrm>
                <a:off x="4457716" y="2941771"/>
                <a:ext cx="289562" cy="124682"/>
              </a:xfrm>
              <a:custGeom>
                <a:avLst/>
                <a:gdLst/>
                <a:ahLst/>
                <a:cxnLst/>
                <a:rect l="l" t="t" r="r" b="b"/>
                <a:pathLst>
                  <a:path w="14378" h="6191" extrusionOk="0">
                    <a:moveTo>
                      <a:pt x="6818" y="1"/>
                    </a:moveTo>
                    <a:cubicBezTo>
                      <a:pt x="3523" y="1"/>
                      <a:pt x="332" y="2415"/>
                      <a:pt x="0" y="4856"/>
                    </a:cubicBezTo>
                    <a:lnTo>
                      <a:pt x="14377" y="6190"/>
                    </a:lnTo>
                    <a:cubicBezTo>
                      <a:pt x="13877" y="3088"/>
                      <a:pt x="10741" y="586"/>
                      <a:pt x="7873" y="86"/>
                    </a:cubicBezTo>
                    <a:cubicBezTo>
                      <a:pt x="7522" y="28"/>
                      <a:pt x="7169" y="1"/>
                      <a:pt x="68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Google Shape;780;p38"/>
              <p:cNvSpPr/>
              <p:nvPr/>
            </p:nvSpPr>
            <p:spPr>
              <a:xfrm>
                <a:off x="4621630" y="3018018"/>
                <a:ext cx="94735" cy="146553"/>
              </a:xfrm>
              <a:custGeom>
                <a:avLst/>
                <a:gdLst/>
                <a:ahLst/>
                <a:cxnLst/>
                <a:rect l="l" t="t" r="r" b="b"/>
                <a:pathLst>
                  <a:path w="4704" h="7277" extrusionOk="0">
                    <a:moveTo>
                      <a:pt x="2426" y="1"/>
                    </a:moveTo>
                    <a:cubicBezTo>
                      <a:pt x="1223" y="1"/>
                      <a:pt x="165" y="1546"/>
                      <a:pt x="67" y="3539"/>
                    </a:cubicBezTo>
                    <a:cubicBezTo>
                      <a:pt x="0" y="5540"/>
                      <a:pt x="901" y="7208"/>
                      <a:pt x="2169" y="7275"/>
                    </a:cubicBezTo>
                    <a:cubicBezTo>
                      <a:pt x="2194" y="7276"/>
                      <a:pt x="2219" y="7277"/>
                      <a:pt x="2245" y="7277"/>
                    </a:cubicBezTo>
                    <a:cubicBezTo>
                      <a:pt x="3448" y="7277"/>
                      <a:pt x="4506" y="5732"/>
                      <a:pt x="4604" y="3772"/>
                    </a:cubicBezTo>
                    <a:cubicBezTo>
                      <a:pt x="4704" y="1771"/>
                      <a:pt x="3770" y="69"/>
                      <a:pt x="2502" y="3"/>
                    </a:cubicBezTo>
                    <a:cubicBezTo>
                      <a:pt x="2477" y="1"/>
                      <a:pt x="2452" y="1"/>
                      <a:pt x="24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81" name="Google Shape;781;p38"/>
            <p:cNvSpPr/>
            <p:nvPr/>
          </p:nvSpPr>
          <p:spPr>
            <a:xfrm flipH="1">
              <a:off x="6125286" y="3915864"/>
              <a:ext cx="623837" cy="182858"/>
            </a:xfrm>
            <a:custGeom>
              <a:avLst/>
              <a:gdLst/>
              <a:ahLst/>
              <a:cxnLst/>
              <a:rect l="l" t="t" r="r" b="b"/>
              <a:pathLst>
                <a:path w="13544" h="3970" extrusionOk="0">
                  <a:moveTo>
                    <a:pt x="8706" y="0"/>
                  </a:moveTo>
                  <a:cubicBezTo>
                    <a:pt x="8406" y="33"/>
                    <a:pt x="8139" y="100"/>
                    <a:pt x="7873" y="267"/>
                  </a:cubicBezTo>
                  <a:cubicBezTo>
                    <a:pt x="5538" y="1701"/>
                    <a:pt x="3303" y="1735"/>
                    <a:pt x="601" y="2335"/>
                  </a:cubicBezTo>
                  <a:cubicBezTo>
                    <a:pt x="0" y="2435"/>
                    <a:pt x="401" y="3903"/>
                    <a:pt x="1802" y="3903"/>
                  </a:cubicBezTo>
                  <a:cubicBezTo>
                    <a:pt x="4137" y="3903"/>
                    <a:pt x="5904" y="3836"/>
                    <a:pt x="7906" y="3836"/>
                  </a:cubicBezTo>
                  <a:cubicBezTo>
                    <a:pt x="9607" y="3836"/>
                    <a:pt x="11609" y="3936"/>
                    <a:pt x="12943" y="3970"/>
                  </a:cubicBezTo>
                  <a:cubicBezTo>
                    <a:pt x="13276" y="3970"/>
                    <a:pt x="13543" y="3669"/>
                    <a:pt x="13477" y="3369"/>
                  </a:cubicBezTo>
                  <a:lnTo>
                    <a:pt x="12809" y="267"/>
                  </a:lnTo>
                  <a:cubicBezTo>
                    <a:pt x="12776" y="134"/>
                    <a:pt x="12643" y="33"/>
                    <a:pt x="12509" y="33"/>
                  </a:cubicBezTo>
                  <a:lnTo>
                    <a:pt x="870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38"/>
            <p:cNvSpPr/>
            <p:nvPr/>
          </p:nvSpPr>
          <p:spPr>
            <a:xfrm rot="-1025313">
              <a:off x="6976261" y="3915855"/>
              <a:ext cx="623850" cy="182862"/>
            </a:xfrm>
            <a:custGeom>
              <a:avLst/>
              <a:gdLst/>
              <a:ahLst/>
              <a:cxnLst/>
              <a:rect l="l" t="t" r="r" b="b"/>
              <a:pathLst>
                <a:path w="13544" h="3970" extrusionOk="0">
                  <a:moveTo>
                    <a:pt x="8706" y="0"/>
                  </a:moveTo>
                  <a:cubicBezTo>
                    <a:pt x="8406" y="33"/>
                    <a:pt x="8139" y="100"/>
                    <a:pt x="7873" y="267"/>
                  </a:cubicBezTo>
                  <a:cubicBezTo>
                    <a:pt x="5538" y="1701"/>
                    <a:pt x="3303" y="1735"/>
                    <a:pt x="601" y="2335"/>
                  </a:cubicBezTo>
                  <a:cubicBezTo>
                    <a:pt x="0" y="2435"/>
                    <a:pt x="401" y="3903"/>
                    <a:pt x="1802" y="3903"/>
                  </a:cubicBezTo>
                  <a:cubicBezTo>
                    <a:pt x="4137" y="3903"/>
                    <a:pt x="5904" y="3836"/>
                    <a:pt x="7906" y="3836"/>
                  </a:cubicBezTo>
                  <a:cubicBezTo>
                    <a:pt x="9607" y="3836"/>
                    <a:pt x="11609" y="3936"/>
                    <a:pt x="12943" y="3970"/>
                  </a:cubicBezTo>
                  <a:cubicBezTo>
                    <a:pt x="13276" y="3970"/>
                    <a:pt x="13543" y="3669"/>
                    <a:pt x="13477" y="3369"/>
                  </a:cubicBezTo>
                  <a:lnTo>
                    <a:pt x="12809" y="267"/>
                  </a:lnTo>
                  <a:cubicBezTo>
                    <a:pt x="12776" y="134"/>
                    <a:pt x="12643" y="33"/>
                    <a:pt x="12509" y="33"/>
                  </a:cubicBezTo>
                  <a:lnTo>
                    <a:pt x="870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83" name="Google Shape;783;p38"/>
            <p:cNvGrpSpPr/>
            <p:nvPr/>
          </p:nvGrpSpPr>
          <p:grpSpPr>
            <a:xfrm rot="7804048">
              <a:off x="6977970" y="1953418"/>
              <a:ext cx="309074" cy="310101"/>
              <a:chOff x="4441585" y="2941771"/>
              <a:chExt cx="309068" cy="310096"/>
            </a:xfrm>
          </p:grpSpPr>
          <p:sp>
            <p:nvSpPr>
              <p:cNvPr id="784" name="Google Shape;784;p38"/>
              <p:cNvSpPr/>
              <p:nvPr/>
            </p:nvSpPr>
            <p:spPr>
              <a:xfrm>
                <a:off x="4441585" y="2943503"/>
                <a:ext cx="309068" cy="308364"/>
              </a:xfrm>
              <a:custGeom>
                <a:avLst/>
                <a:gdLst/>
                <a:ahLst/>
                <a:cxnLst/>
                <a:rect l="l" t="t" r="r" b="b"/>
                <a:pathLst>
                  <a:path w="15346" h="15311" extrusionOk="0">
                    <a:moveTo>
                      <a:pt x="7673" y="0"/>
                    </a:moveTo>
                    <a:cubicBezTo>
                      <a:pt x="3437" y="0"/>
                      <a:pt x="1" y="3436"/>
                      <a:pt x="1" y="7672"/>
                    </a:cubicBezTo>
                    <a:cubicBezTo>
                      <a:pt x="1" y="11875"/>
                      <a:pt x="3437" y="15311"/>
                      <a:pt x="7673" y="15311"/>
                    </a:cubicBezTo>
                    <a:cubicBezTo>
                      <a:pt x="11909" y="15311"/>
                      <a:pt x="15345" y="11875"/>
                      <a:pt x="15345" y="7672"/>
                    </a:cubicBezTo>
                    <a:cubicBezTo>
                      <a:pt x="15345" y="3436"/>
                      <a:pt x="11909" y="0"/>
                      <a:pt x="767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38"/>
              <p:cNvSpPr/>
              <p:nvPr/>
            </p:nvSpPr>
            <p:spPr>
              <a:xfrm>
                <a:off x="4457716" y="2941771"/>
                <a:ext cx="289573" cy="124687"/>
              </a:xfrm>
              <a:custGeom>
                <a:avLst/>
                <a:gdLst/>
                <a:ahLst/>
                <a:cxnLst/>
                <a:rect l="l" t="t" r="r" b="b"/>
                <a:pathLst>
                  <a:path w="14378" h="6191" extrusionOk="0">
                    <a:moveTo>
                      <a:pt x="6818" y="1"/>
                    </a:moveTo>
                    <a:cubicBezTo>
                      <a:pt x="3523" y="1"/>
                      <a:pt x="332" y="2415"/>
                      <a:pt x="0" y="4856"/>
                    </a:cubicBezTo>
                    <a:lnTo>
                      <a:pt x="14377" y="6190"/>
                    </a:lnTo>
                    <a:cubicBezTo>
                      <a:pt x="13877" y="3088"/>
                      <a:pt x="10741" y="586"/>
                      <a:pt x="7873" y="86"/>
                    </a:cubicBezTo>
                    <a:cubicBezTo>
                      <a:pt x="7522" y="28"/>
                      <a:pt x="7169" y="1"/>
                      <a:pt x="68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Google Shape;786;p38"/>
              <p:cNvSpPr/>
              <p:nvPr/>
            </p:nvSpPr>
            <p:spPr>
              <a:xfrm>
                <a:off x="4621630" y="3018018"/>
                <a:ext cx="94739" cy="146559"/>
              </a:xfrm>
              <a:custGeom>
                <a:avLst/>
                <a:gdLst/>
                <a:ahLst/>
                <a:cxnLst/>
                <a:rect l="l" t="t" r="r" b="b"/>
                <a:pathLst>
                  <a:path w="4704" h="7277" extrusionOk="0">
                    <a:moveTo>
                      <a:pt x="2426" y="1"/>
                    </a:moveTo>
                    <a:cubicBezTo>
                      <a:pt x="1223" y="1"/>
                      <a:pt x="165" y="1546"/>
                      <a:pt x="67" y="3539"/>
                    </a:cubicBezTo>
                    <a:cubicBezTo>
                      <a:pt x="0" y="5540"/>
                      <a:pt x="901" y="7208"/>
                      <a:pt x="2169" y="7275"/>
                    </a:cubicBezTo>
                    <a:cubicBezTo>
                      <a:pt x="2194" y="7276"/>
                      <a:pt x="2219" y="7277"/>
                      <a:pt x="2245" y="7277"/>
                    </a:cubicBezTo>
                    <a:cubicBezTo>
                      <a:pt x="3448" y="7277"/>
                      <a:pt x="4506" y="5732"/>
                      <a:pt x="4604" y="3772"/>
                    </a:cubicBezTo>
                    <a:cubicBezTo>
                      <a:pt x="4704" y="1771"/>
                      <a:pt x="3770" y="69"/>
                      <a:pt x="2502" y="3"/>
                    </a:cubicBezTo>
                    <a:cubicBezTo>
                      <a:pt x="2477" y="1"/>
                      <a:pt x="2452" y="1"/>
                      <a:pt x="24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87" name="Google Shape;787;p38"/>
          <p:cNvGrpSpPr/>
          <p:nvPr/>
        </p:nvGrpSpPr>
        <p:grpSpPr>
          <a:xfrm rot="-8819413" flipH="1">
            <a:off x="7356835" y="3224605"/>
            <a:ext cx="483173" cy="202484"/>
            <a:chOff x="5593952" y="4201340"/>
            <a:chExt cx="318211" cy="133347"/>
          </a:xfrm>
        </p:grpSpPr>
        <p:sp>
          <p:nvSpPr>
            <p:cNvPr id="788" name="Google Shape;788;p38"/>
            <p:cNvSpPr/>
            <p:nvPr/>
          </p:nvSpPr>
          <p:spPr>
            <a:xfrm>
              <a:off x="5593952" y="4218136"/>
              <a:ext cx="121364" cy="72323"/>
            </a:xfrm>
            <a:custGeom>
              <a:avLst/>
              <a:gdLst/>
              <a:ahLst/>
              <a:cxnLst/>
              <a:rect l="l" t="t" r="r" b="b"/>
              <a:pathLst>
                <a:path w="6026" h="3591" extrusionOk="0">
                  <a:moveTo>
                    <a:pt x="1825" y="0"/>
                  </a:moveTo>
                  <a:cubicBezTo>
                    <a:pt x="777" y="0"/>
                    <a:pt x="0" y="1500"/>
                    <a:pt x="1089" y="2289"/>
                  </a:cubicBezTo>
                  <a:cubicBezTo>
                    <a:pt x="2290" y="3157"/>
                    <a:pt x="3391" y="3590"/>
                    <a:pt x="4358" y="3590"/>
                  </a:cubicBezTo>
                  <a:cubicBezTo>
                    <a:pt x="6026" y="3590"/>
                    <a:pt x="6026" y="1088"/>
                    <a:pt x="4358" y="1088"/>
                  </a:cubicBezTo>
                  <a:cubicBezTo>
                    <a:pt x="4158" y="1088"/>
                    <a:pt x="3591" y="1022"/>
                    <a:pt x="2557" y="254"/>
                  </a:cubicBezTo>
                  <a:cubicBezTo>
                    <a:pt x="2311" y="76"/>
                    <a:pt x="2061" y="0"/>
                    <a:pt x="18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38"/>
            <p:cNvSpPr/>
            <p:nvPr/>
          </p:nvSpPr>
          <p:spPr>
            <a:xfrm>
              <a:off x="5613185" y="4201340"/>
              <a:ext cx="298978" cy="133347"/>
            </a:xfrm>
            <a:custGeom>
              <a:avLst/>
              <a:gdLst/>
              <a:ahLst/>
              <a:cxnLst/>
              <a:rect l="l" t="t" r="r" b="b"/>
              <a:pathLst>
                <a:path w="14845" h="6621" extrusionOk="0">
                  <a:moveTo>
                    <a:pt x="5858" y="0"/>
                  </a:moveTo>
                  <a:cubicBezTo>
                    <a:pt x="3702" y="0"/>
                    <a:pt x="1321" y="651"/>
                    <a:pt x="501" y="3090"/>
                  </a:cubicBezTo>
                  <a:cubicBezTo>
                    <a:pt x="1" y="4558"/>
                    <a:pt x="2502" y="5492"/>
                    <a:pt x="3737" y="5992"/>
                  </a:cubicBezTo>
                  <a:cubicBezTo>
                    <a:pt x="4901" y="6444"/>
                    <a:pt x="5912" y="6621"/>
                    <a:pt x="6697" y="6621"/>
                  </a:cubicBezTo>
                  <a:cubicBezTo>
                    <a:pt x="8518" y="6621"/>
                    <a:pt x="9122" y="5667"/>
                    <a:pt x="7606" y="4991"/>
                  </a:cubicBezTo>
                  <a:lnTo>
                    <a:pt x="7606" y="4991"/>
                  </a:lnTo>
                  <a:cubicBezTo>
                    <a:pt x="7606" y="4991"/>
                    <a:pt x="9375" y="5284"/>
                    <a:pt x="11076" y="5284"/>
                  </a:cubicBezTo>
                  <a:cubicBezTo>
                    <a:pt x="12008" y="5284"/>
                    <a:pt x="12920" y="5196"/>
                    <a:pt x="13510" y="4925"/>
                  </a:cubicBezTo>
                  <a:cubicBezTo>
                    <a:pt x="14845" y="4291"/>
                    <a:pt x="14845" y="3157"/>
                    <a:pt x="13810" y="2490"/>
                  </a:cubicBezTo>
                  <a:cubicBezTo>
                    <a:pt x="12376" y="1622"/>
                    <a:pt x="10808" y="955"/>
                    <a:pt x="9207" y="488"/>
                  </a:cubicBezTo>
                  <a:cubicBezTo>
                    <a:pt x="8474" y="257"/>
                    <a:pt x="7210" y="0"/>
                    <a:pt x="58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0" name="Google Shape;790;p38"/>
          <p:cNvSpPr txBox="1">
            <a:spLocks noGrp="1"/>
          </p:cNvSpPr>
          <p:nvPr>
            <p:ph type="subTitle" idx="6"/>
          </p:nvPr>
        </p:nvSpPr>
        <p:spPr>
          <a:xfrm>
            <a:off x="320062" y="4101021"/>
            <a:ext cx="20760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/>
            <a:r>
              <a:rPr lang="en-US" dirty="0"/>
              <a:t>Apply ES to optimize neural network parameters (e.g., weights and biases).</a:t>
            </a:r>
            <a:endParaRPr sz="1400" dirty="0"/>
          </a:p>
        </p:txBody>
      </p:sp>
      <p:sp>
        <p:nvSpPr>
          <p:cNvPr id="791" name="Google Shape;791;p38"/>
          <p:cNvSpPr txBox="1">
            <a:spLocks noGrp="1"/>
          </p:cNvSpPr>
          <p:nvPr>
            <p:ph type="subTitle" idx="5"/>
          </p:nvPr>
        </p:nvSpPr>
        <p:spPr>
          <a:xfrm>
            <a:off x="129873" y="3454301"/>
            <a:ext cx="2738808" cy="3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/>
            <a:r>
              <a:rPr lang="en-US" b="1" dirty="0"/>
              <a:t>For Neural Network Optimization</a:t>
            </a:r>
            <a:endParaRPr dirty="0"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792" name="Google Shape;792;p38"/>
          <p:cNvSpPr txBox="1">
            <a:spLocks noGrp="1"/>
          </p:cNvSpPr>
          <p:nvPr>
            <p:ph type="subTitle" idx="1"/>
          </p:nvPr>
        </p:nvSpPr>
        <p:spPr>
          <a:xfrm>
            <a:off x="235926" y="1470513"/>
            <a:ext cx="1837132" cy="3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/>
            <a:r>
              <a:rPr lang="en-US" b="1" dirty="0"/>
              <a:t>To Optimize a Function</a:t>
            </a:r>
            <a:endParaRPr dirty="0"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793" name="Google Shape;793;p38"/>
          <p:cNvSpPr txBox="1">
            <a:spLocks noGrp="1"/>
          </p:cNvSpPr>
          <p:nvPr>
            <p:ph type="subTitle" idx="2"/>
          </p:nvPr>
        </p:nvSpPr>
        <p:spPr>
          <a:xfrm>
            <a:off x="129874" y="2062868"/>
            <a:ext cx="20760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/>
            <a:r>
              <a:rPr lang="en-US" dirty="0"/>
              <a:t>Uses ES to find the min or max of a mathematical function. </a:t>
            </a:r>
            <a:endParaRPr sz="1400" dirty="0"/>
          </a:p>
        </p:txBody>
      </p:sp>
      <p:sp>
        <p:nvSpPr>
          <p:cNvPr id="794" name="Google Shape;794;p38"/>
          <p:cNvSpPr/>
          <p:nvPr/>
        </p:nvSpPr>
        <p:spPr>
          <a:xfrm>
            <a:off x="340401" y="1127166"/>
            <a:ext cx="309000" cy="309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rPr>
              <a:t>A</a:t>
            </a:r>
            <a:endParaRPr sz="1200">
              <a:solidFill>
                <a:schemeClr val="dk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795" name="Google Shape;795;p38"/>
          <p:cNvSpPr txBox="1">
            <a:spLocks noGrp="1"/>
          </p:cNvSpPr>
          <p:nvPr>
            <p:ph type="title"/>
          </p:nvPr>
        </p:nvSpPr>
        <p:spPr>
          <a:xfrm>
            <a:off x="308252" y="374105"/>
            <a:ext cx="77040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Variants of Evolutionary Strategies</a:t>
            </a:r>
            <a:endParaRPr dirty="0"/>
          </a:p>
        </p:txBody>
      </p:sp>
      <p:sp>
        <p:nvSpPr>
          <p:cNvPr id="796" name="Google Shape;796;p38"/>
          <p:cNvSpPr txBox="1">
            <a:spLocks noGrp="1"/>
          </p:cNvSpPr>
          <p:nvPr>
            <p:ph type="subTitle" idx="3"/>
          </p:nvPr>
        </p:nvSpPr>
        <p:spPr>
          <a:xfrm>
            <a:off x="2987457" y="1470513"/>
            <a:ext cx="2378567" cy="37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/>
            <a:r>
              <a:rPr lang="en-US" b="1" dirty="0"/>
              <a:t>Implementation of (</a:t>
            </a:r>
            <a:r>
              <a:rPr lang="en-US" b="1" dirty="0" err="1"/>
              <a:t>μ+λ</a:t>
            </a:r>
            <a:r>
              <a:rPr lang="en-US" b="1" dirty="0"/>
              <a:t>)</a:t>
            </a:r>
            <a:endParaRPr dirty="0"/>
          </a:p>
        </p:txBody>
      </p:sp>
      <p:sp>
        <p:nvSpPr>
          <p:cNvPr id="797" name="Google Shape;797;p38"/>
          <p:cNvSpPr txBox="1">
            <a:spLocks noGrp="1"/>
          </p:cNvSpPr>
          <p:nvPr>
            <p:ph type="subTitle" idx="4"/>
          </p:nvPr>
        </p:nvSpPr>
        <p:spPr>
          <a:xfrm>
            <a:off x="2911336" y="2062868"/>
            <a:ext cx="2300401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/>
            <a:r>
              <a:rPr lang="en-US" dirty="0"/>
              <a:t>Selects the best μ individuals from the combined pool of μ parents and λ offspring.</a:t>
            </a:r>
            <a:endParaRPr dirty="0"/>
          </a:p>
        </p:txBody>
      </p:sp>
      <p:sp>
        <p:nvSpPr>
          <p:cNvPr id="798" name="Google Shape;798;p38"/>
          <p:cNvSpPr txBox="1">
            <a:spLocks noGrp="1"/>
          </p:cNvSpPr>
          <p:nvPr>
            <p:ph type="subTitle" idx="7"/>
          </p:nvPr>
        </p:nvSpPr>
        <p:spPr>
          <a:xfrm>
            <a:off x="2938138" y="3454301"/>
            <a:ext cx="2522669" cy="3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/>
            <a:r>
              <a:rPr lang="en-US" b="1" dirty="0"/>
              <a:t>Implementation of (μ, λ)</a:t>
            </a:r>
            <a:endParaRPr dirty="0"/>
          </a:p>
        </p:txBody>
      </p:sp>
      <p:sp>
        <p:nvSpPr>
          <p:cNvPr id="799" name="Google Shape;799;p38"/>
          <p:cNvSpPr txBox="1">
            <a:spLocks noGrp="1"/>
          </p:cNvSpPr>
          <p:nvPr>
            <p:ph type="subTitle" idx="8"/>
          </p:nvPr>
        </p:nvSpPr>
        <p:spPr>
          <a:xfrm>
            <a:off x="2790806" y="4101021"/>
            <a:ext cx="2370666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/>
            <a:r>
              <a:rPr lang="en-US" dirty="0"/>
              <a:t>Selects the best μ individuals from only the λ offspring, discarding all parents.</a:t>
            </a:r>
            <a:endParaRPr dirty="0"/>
          </a:p>
        </p:txBody>
      </p:sp>
      <p:sp>
        <p:nvSpPr>
          <p:cNvPr id="800" name="Google Shape;800;p38"/>
          <p:cNvSpPr/>
          <p:nvPr/>
        </p:nvSpPr>
        <p:spPr>
          <a:xfrm>
            <a:off x="235926" y="3108210"/>
            <a:ext cx="309000" cy="309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rPr>
              <a:t>B</a:t>
            </a:r>
            <a:endParaRPr sz="1200">
              <a:solidFill>
                <a:schemeClr val="dk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801" name="Google Shape;801;p38"/>
          <p:cNvSpPr/>
          <p:nvPr/>
        </p:nvSpPr>
        <p:spPr>
          <a:xfrm>
            <a:off x="3158952" y="1127166"/>
            <a:ext cx="309000" cy="309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rPr>
              <a:t>C</a:t>
            </a:r>
            <a:endParaRPr sz="1200">
              <a:solidFill>
                <a:schemeClr val="dk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802" name="Google Shape;802;p38"/>
          <p:cNvSpPr/>
          <p:nvPr/>
        </p:nvSpPr>
        <p:spPr>
          <a:xfrm>
            <a:off x="3054477" y="3105660"/>
            <a:ext cx="309000" cy="309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rPr>
              <a:t>D</a:t>
            </a:r>
            <a:endParaRPr sz="1200">
              <a:solidFill>
                <a:schemeClr val="dk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803" name="Google Shape;803;p38"/>
          <p:cNvSpPr/>
          <p:nvPr/>
        </p:nvSpPr>
        <p:spPr>
          <a:xfrm>
            <a:off x="5713752" y="2265152"/>
            <a:ext cx="309000" cy="309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rPr>
              <a:t>A</a:t>
            </a:r>
            <a:endParaRPr sz="1200" dirty="0">
              <a:solidFill>
                <a:schemeClr val="dk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804" name="Google Shape;804;p38"/>
          <p:cNvSpPr/>
          <p:nvPr/>
        </p:nvSpPr>
        <p:spPr>
          <a:xfrm>
            <a:off x="7703252" y="2417252"/>
            <a:ext cx="309000" cy="309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rPr>
              <a:t>B</a:t>
            </a:r>
            <a:endParaRPr sz="1200">
              <a:solidFill>
                <a:schemeClr val="dk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805" name="Google Shape;805;p38"/>
          <p:cNvSpPr/>
          <p:nvPr/>
        </p:nvSpPr>
        <p:spPr>
          <a:xfrm>
            <a:off x="6140352" y="3444177"/>
            <a:ext cx="309000" cy="309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rPr>
              <a:t>C</a:t>
            </a:r>
            <a:endParaRPr sz="1200">
              <a:solidFill>
                <a:schemeClr val="dk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806" name="Google Shape;806;p38"/>
          <p:cNvSpPr/>
          <p:nvPr/>
        </p:nvSpPr>
        <p:spPr>
          <a:xfrm>
            <a:off x="7126602" y="3485502"/>
            <a:ext cx="309000" cy="309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rPr>
              <a:t>D</a:t>
            </a:r>
            <a:endParaRPr sz="1200">
              <a:solidFill>
                <a:schemeClr val="dk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4"/>
          <p:cNvSpPr/>
          <p:nvPr/>
        </p:nvSpPr>
        <p:spPr>
          <a:xfrm>
            <a:off x="720009" y="3212255"/>
            <a:ext cx="974100" cy="9741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34"/>
          <p:cNvSpPr/>
          <p:nvPr/>
        </p:nvSpPr>
        <p:spPr>
          <a:xfrm>
            <a:off x="720009" y="1500140"/>
            <a:ext cx="974100" cy="9741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34"/>
          <p:cNvSpPr/>
          <p:nvPr/>
        </p:nvSpPr>
        <p:spPr>
          <a:xfrm>
            <a:off x="4702809" y="1500140"/>
            <a:ext cx="974100" cy="9741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34"/>
          <p:cNvSpPr/>
          <p:nvPr/>
        </p:nvSpPr>
        <p:spPr>
          <a:xfrm>
            <a:off x="4702809" y="3212255"/>
            <a:ext cx="974100" cy="9741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34"/>
          <p:cNvSpPr txBox="1">
            <a:spLocks noGrp="1"/>
          </p:cNvSpPr>
          <p:nvPr>
            <p:ph type="subTitle" idx="1"/>
          </p:nvPr>
        </p:nvSpPr>
        <p:spPr>
          <a:xfrm>
            <a:off x="1759874" y="1501360"/>
            <a:ext cx="2860829" cy="3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en-US" dirty="0"/>
              <a:t>Generations (`</a:t>
            </a:r>
            <a:r>
              <a:rPr lang="en-US" dirty="0" err="1"/>
              <a:t>num_generations</a:t>
            </a:r>
            <a:r>
              <a:rPr lang="en-US" dirty="0"/>
              <a:t>`)</a:t>
            </a:r>
            <a:endParaRPr dirty="0"/>
          </a:p>
        </p:txBody>
      </p:sp>
      <p:sp>
        <p:nvSpPr>
          <p:cNvPr id="470" name="Google Shape;470;p34"/>
          <p:cNvSpPr txBox="1">
            <a:spLocks noGrp="1"/>
          </p:cNvSpPr>
          <p:nvPr>
            <p:ph type="subTitle" idx="3"/>
          </p:nvPr>
        </p:nvSpPr>
        <p:spPr>
          <a:xfrm>
            <a:off x="1759874" y="3213476"/>
            <a:ext cx="2626685" cy="3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Population Size (`</a:t>
            </a:r>
            <a:r>
              <a:rPr lang="en-US" dirty="0" err="1"/>
              <a:t>population_size</a:t>
            </a:r>
            <a:r>
              <a:rPr lang="en-US" dirty="0"/>
              <a:t>`)</a:t>
            </a:r>
            <a:endParaRPr dirty="0"/>
          </a:p>
        </p:txBody>
      </p:sp>
      <p:sp>
        <p:nvSpPr>
          <p:cNvPr id="471" name="Google Shape;471;p34"/>
          <p:cNvSpPr txBox="1">
            <a:spLocks noGrp="1"/>
          </p:cNvSpPr>
          <p:nvPr>
            <p:ph type="subTitle" idx="4"/>
          </p:nvPr>
        </p:nvSpPr>
        <p:spPr>
          <a:xfrm>
            <a:off x="1759874" y="3812642"/>
            <a:ext cx="24372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/>
              <a:t>Larger sizes promote diversity and avoid local optima.</a:t>
            </a:r>
            <a:endParaRPr lang="ru-R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72" name="Google Shape;472;p34"/>
          <p:cNvSpPr txBox="1">
            <a:spLocks noGrp="1"/>
          </p:cNvSpPr>
          <p:nvPr>
            <p:ph type="subTitle" idx="2"/>
          </p:nvPr>
        </p:nvSpPr>
        <p:spPr>
          <a:xfrm>
            <a:off x="1818175" y="2103850"/>
            <a:ext cx="24372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/>
              <a:t>More generations allow deeper search but increase runtime.</a:t>
            </a:r>
            <a:endParaRPr lang="ru-R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73" name="Google Shape;473;p34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b="1" dirty="0"/>
              <a:t>Key Parameters and Their Impact</a:t>
            </a:r>
            <a:endParaRPr dirty="0"/>
          </a:p>
        </p:txBody>
      </p:sp>
      <p:sp>
        <p:nvSpPr>
          <p:cNvPr id="474" name="Google Shape;474;p34"/>
          <p:cNvSpPr txBox="1">
            <a:spLocks noGrp="1"/>
          </p:cNvSpPr>
          <p:nvPr>
            <p:ph type="subTitle" idx="5"/>
          </p:nvPr>
        </p:nvSpPr>
        <p:spPr>
          <a:xfrm>
            <a:off x="5742675" y="1501360"/>
            <a:ext cx="2437200" cy="3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Parents (`</a:t>
            </a:r>
            <a:r>
              <a:rPr lang="en-US" dirty="0" err="1"/>
              <a:t>num_parents</a:t>
            </a:r>
            <a:r>
              <a:rPr lang="en-US" dirty="0"/>
              <a:t>`)</a:t>
            </a:r>
            <a:endParaRPr dirty="0"/>
          </a:p>
        </p:txBody>
      </p:sp>
      <p:sp>
        <p:nvSpPr>
          <p:cNvPr id="475" name="Google Shape;475;p34"/>
          <p:cNvSpPr txBox="1">
            <a:spLocks noGrp="1"/>
          </p:cNvSpPr>
          <p:nvPr>
            <p:ph type="subTitle" idx="6"/>
          </p:nvPr>
        </p:nvSpPr>
        <p:spPr>
          <a:xfrm>
            <a:off x="5326873" y="2121313"/>
            <a:ext cx="24372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	Affects genetic diversity; too many dilute elite traits.</a:t>
            </a:r>
            <a:endParaRPr lang="ru-RU" dirty="0"/>
          </a:p>
        </p:txBody>
      </p:sp>
      <p:sp>
        <p:nvSpPr>
          <p:cNvPr id="476" name="Google Shape;476;p34"/>
          <p:cNvSpPr txBox="1">
            <a:spLocks noGrp="1"/>
          </p:cNvSpPr>
          <p:nvPr>
            <p:ph type="subTitle" idx="7"/>
          </p:nvPr>
        </p:nvSpPr>
        <p:spPr>
          <a:xfrm>
            <a:off x="5742675" y="3213476"/>
            <a:ext cx="2437200" cy="3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Mutation Strength (`sigma`)</a:t>
            </a:r>
            <a:endParaRPr dirty="0"/>
          </a:p>
        </p:txBody>
      </p:sp>
      <p:sp>
        <p:nvSpPr>
          <p:cNvPr id="477" name="Google Shape;477;p34"/>
          <p:cNvSpPr txBox="1">
            <a:spLocks noGrp="1"/>
          </p:cNvSpPr>
          <p:nvPr>
            <p:ph type="subTitle" idx="8"/>
          </p:nvPr>
        </p:nvSpPr>
        <p:spPr>
          <a:xfrm>
            <a:off x="5742674" y="3808693"/>
            <a:ext cx="2511977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/>
              <a:t>Controls exploration; high `sigma` explores more, low `sigma` fine-tunes.</a:t>
            </a:r>
            <a:endParaRPr lang="ru-R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478" name="Google Shape;478;p34"/>
          <p:cNvGrpSpPr/>
          <p:nvPr/>
        </p:nvGrpSpPr>
        <p:grpSpPr>
          <a:xfrm>
            <a:off x="4892294" y="3422387"/>
            <a:ext cx="595114" cy="553799"/>
            <a:chOff x="7402362" y="3681535"/>
            <a:chExt cx="402757" cy="372728"/>
          </a:xfrm>
        </p:grpSpPr>
        <p:sp>
          <p:nvSpPr>
            <p:cNvPr id="479" name="Google Shape;479;p34"/>
            <p:cNvSpPr/>
            <p:nvPr/>
          </p:nvSpPr>
          <p:spPr>
            <a:xfrm>
              <a:off x="7471248" y="3681535"/>
              <a:ext cx="333871" cy="303763"/>
            </a:xfrm>
            <a:custGeom>
              <a:avLst/>
              <a:gdLst/>
              <a:ahLst/>
              <a:cxnLst/>
              <a:rect l="l" t="t" r="r" b="b"/>
              <a:pathLst>
                <a:path w="12708" h="11562" extrusionOk="0">
                  <a:moveTo>
                    <a:pt x="6341" y="0"/>
                  </a:moveTo>
                  <a:cubicBezTo>
                    <a:pt x="4868" y="0"/>
                    <a:pt x="3393" y="562"/>
                    <a:pt x="2268" y="1687"/>
                  </a:cubicBezTo>
                  <a:cubicBezTo>
                    <a:pt x="0" y="3955"/>
                    <a:pt x="21" y="7624"/>
                    <a:pt x="2296" y="9871"/>
                  </a:cubicBezTo>
                  <a:cubicBezTo>
                    <a:pt x="2407" y="9982"/>
                    <a:pt x="2518" y="10086"/>
                    <a:pt x="2636" y="10184"/>
                  </a:cubicBezTo>
                  <a:cubicBezTo>
                    <a:pt x="3718" y="11105"/>
                    <a:pt x="5049" y="11561"/>
                    <a:pt x="6375" y="11561"/>
                  </a:cubicBezTo>
                  <a:cubicBezTo>
                    <a:pt x="7854" y="11561"/>
                    <a:pt x="9327" y="10994"/>
                    <a:pt x="10446" y="9871"/>
                  </a:cubicBezTo>
                  <a:cubicBezTo>
                    <a:pt x="12576" y="7749"/>
                    <a:pt x="12707" y="4343"/>
                    <a:pt x="10758" y="2061"/>
                  </a:cubicBezTo>
                  <a:cubicBezTo>
                    <a:pt x="10661" y="1943"/>
                    <a:pt x="10557" y="1832"/>
                    <a:pt x="10446" y="1721"/>
                  </a:cubicBezTo>
                  <a:cubicBezTo>
                    <a:pt x="9320" y="574"/>
                    <a:pt x="7831" y="0"/>
                    <a:pt x="63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4"/>
            <p:cNvSpPr/>
            <p:nvPr/>
          </p:nvSpPr>
          <p:spPr>
            <a:xfrm>
              <a:off x="7508791" y="3711985"/>
              <a:ext cx="251691" cy="243572"/>
            </a:xfrm>
            <a:custGeom>
              <a:avLst/>
              <a:gdLst/>
              <a:ahLst/>
              <a:cxnLst/>
              <a:rect l="l" t="t" r="r" b="b"/>
              <a:pathLst>
                <a:path w="9580" h="9271" extrusionOk="0">
                  <a:moveTo>
                    <a:pt x="4946" y="1"/>
                  </a:moveTo>
                  <a:cubicBezTo>
                    <a:pt x="4842" y="1"/>
                    <a:pt x="4738" y="7"/>
                    <a:pt x="4641" y="14"/>
                  </a:cubicBezTo>
                  <a:cubicBezTo>
                    <a:pt x="2906" y="125"/>
                    <a:pt x="1381" y="1201"/>
                    <a:pt x="694" y="2796"/>
                  </a:cubicBezTo>
                  <a:cubicBezTo>
                    <a:pt x="0" y="4384"/>
                    <a:pt x="257" y="6229"/>
                    <a:pt x="1360" y="7575"/>
                  </a:cubicBezTo>
                  <a:cubicBezTo>
                    <a:pt x="1561" y="7818"/>
                    <a:pt x="1790" y="8047"/>
                    <a:pt x="2039" y="8248"/>
                  </a:cubicBezTo>
                  <a:cubicBezTo>
                    <a:pt x="2878" y="8922"/>
                    <a:pt x="3906" y="9270"/>
                    <a:pt x="4943" y="9270"/>
                  </a:cubicBezTo>
                  <a:cubicBezTo>
                    <a:pt x="5623" y="9270"/>
                    <a:pt x="6306" y="9121"/>
                    <a:pt x="6943" y="8816"/>
                  </a:cubicBezTo>
                  <a:cubicBezTo>
                    <a:pt x="8553" y="8047"/>
                    <a:pt x="9579" y="6417"/>
                    <a:pt x="9579" y="4634"/>
                  </a:cubicBezTo>
                  <a:cubicBezTo>
                    <a:pt x="9579" y="3247"/>
                    <a:pt x="8955" y="1936"/>
                    <a:pt x="7880" y="1055"/>
                  </a:cubicBezTo>
                  <a:cubicBezTo>
                    <a:pt x="7741" y="937"/>
                    <a:pt x="7595" y="833"/>
                    <a:pt x="7443" y="736"/>
                  </a:cubicBezTo>
                  <a:cubicBezTo>
                    <a:pt x="6694" y="257"/>
                    <a:pt x="5827" y="1"/>
                    <a:pt x="49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4"/>
            <p:cNvSpPr/>
            <p:nvPr/>
          </p:nvSpPr>
          <p:spPr>
            <a:xfrm>
              <a:off x="7502039" y="3706442"/>
              <a:ext cx="276466" cy="254686"/>
            </a:xfrm>
            <a:custGeom>
              <a:avLst/>
              <a:gdLst/>
              <a:ahLst/>
              <a:cxnLst/>
              <a:rect l="l" t="t" r="r" b="b"/>
              <a:pathLst>
                <a:path w="10523" h="9694" extrusionOk="0">
                  <a:moveTo>
                    <a:pt x="5203" y="434"/>
                  </a:moveTo>
                  <a:cubicBezTo>
                    <a:pt x="6375" y="434"/>
                    <a:pt x="7492" y="898"/>
                    <a:pt x="8324" y="1724"/>
                  </a:cubicBezTo>
                  <a:cubicBezTo>
                    <a:pt x="9808" y="3215"/>
                    <a:pt x="10044" y="5545"/>
                    <a:pt x="8872" y="7300"/>
                  </a:cubicBezTo>
                  <a:cubicBezTo>
                    <a:pt x="8035" y="8555"/>
                    <a:pt x="6642" y="9259"/>
                    <a:pt x="5203" y="9259"/>
                  </a:cubicBezTo>
                  <a:cubicBezTo>
                    <a:pt x="4638" y="9259"/>
                    <a:pt x="4065" y="9150"/>
                    <a:pt x="3517" y="8923"/>
                  </a:cubicBezTo>
                  <a:cubicBezTo>
                    <a:pt x="1568" y="8119"/>
                    <a:pt x="465" y="6052"/>
                    <a:pt x="875" y="3992"/>
                  </a:cubicBezTo>
                  <a:cubicBezTo>
                    <a:pt x="1284" y="1925"/>
                    <a:pt x="3094" y="434"/>
                    <a:pt x="5203" y="434"/>
                  </a:cubicBezTo>
                  <a:close/>
                  <a:moveTo>
                    <a:pt x="5207" y="0"/>
                  </a:moveTo>
                  <a:cubicBezTo>
                    <a:pt x="4584" y="0"/>
                    <a:pt x="3954" y="120"/>
                    <a:pt x="3351" y="371"/>
                  </a:cubicBezTo>
                  <a:cubicBezTo>
                    <a:pt x="1214" y="1252"/>
                    <a:pt x="1" y="3520"/>
                    <a:pt x="451" y="5788"/>
                  </a:cubicBezTo>
                  <a:cubicBezTo>
                    <a:pt x="895" y="8056"/>
                    <a:pt x="2886" y="9693"/>
                    <a:pt x="5203" y="9693"/>
                  </a:cubicBezTo>
                  <a:cubicBezTo>
                    <a:pt x="5211" y="9693"/>
                    <a:pt x="5220" y="9693"/>
                    <a:pt x="5228" y="9693"/>
                  </a:cubicBezTo>
                  <a:cubicBezTo>
                    <a:pt x="6502" y="9693"/>
                    <a:pt x="7727" y="9181"/>
                    <a:pt x="8629" y="8278"/>
                  </a:cubicBezTo>
                  <a:cubicBezTo>
                    <a:pt x="10266" y="6641"/>
                    <a:pt x="10523" y="4082"/>
                    <a:pt x="9240" y="2154"/>
                  </a:cubicBezTo>
                  <a:cubicBezTo>
                    <a:pt x="8319" y="775"/>
                    <a:pt x="6788" y="0"/>
                    <a:pt x="520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4"/>
            <p:cNvSpPr/>
            <p:nvPr/>
          </p:nvSpPr>
          <p:spPr>
            <a:xfrm>
              <a:off x="7402362" y="3750580"/>
              <a:ext cx="333871" cy="303684"/>
            </a:xfrm>
            <a:custGeom>
              <a:avLst/>
              <a:gdLst/>
              <a:ahLst/>
              <a:cxnLst/>
              <a:rect l="l" t="t" r="r" b="b"/>
              <a:pathLst>
                <a:path w="12708" h="11559" extrusionOk="0">
                  <a:moveTo>
                    <a:pt x="6339" y="0"/>
                  </a:moveTo>
                  <a:cubicBezTo>
                    <a:pt x="4863" y="0"/>
                    <a:pt x="3387" y="562"/>
                    <a:pt x="2262" y="1688"/>
                  </a:cubicBezTo>
                  <a:cubicBezTo>
                    <a:pt x="0" y="3949"/>
                    <a:pt x="14" y="7625"/>
                    <a:pt x="2296" y="9865"/>
                  </a:cubicBezTo>
                  <a:cubicBezTo>
                    <a:pt x="2407" y="9976"/>
                    <a:pt x="2518" y="10080"/>
                    <a:pt x="2629" y="10177"/>
                  </a:cubicBezTo>
                  <a:cubicBezTo>
                    <a:pt x="3711" y="11101"/>
                    <a:pt x="5041" y="11558"/>
                    <a:pt x="6368" y="11558"/>
                  </a:cubicBezTo>
                  <a:cubicBezTo>
                    <a:pt x="7850" y="11558"/>
                    <a:pt x="9327" y="10989"/>
                    <a:pt x="10446" y="9865"/>
                  </a:cubicBezTo>
                  <a:lnTo>
                    <a:pt x="10446" y="9872"/>
                  </a:lnTo>
                  <a:cubicBezTo>
                    <a:pt x="12569" y="7743"/>
                    <a:pt x="12708" y="4344"/>
                    <a:pt x="10758" y="2055"/>
                  </a:cubicBezTo>
                  <a:cubicBezTo>
                    <a:pt x="10654" y="1937"/>
                    <a:pt x="10557" y="1826"/>
                    <a:pt x="10446" y="1715"/>
                  </a:cubicBezTo>
                  <a:cubicBezTo>
                    <a:pt x="9318" y="573"/>
                    <a:pt x="7828" y="0"/>
                    <a:pt x="63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4"/>
            <p:cNvSpPr/>
            <p:nvPr/>
          </p:nvSpPr>
          <p:spPr>
            <a:xfrm>
              <a:off x="7435334" y="3781029"/>
              <a:ext cx="256078" cy="243520"/>
            </a:xfrm>
            <a:custGeom>
              <a:avLst/>
              <a:gdLst/>
              <a:ahLst/>
              <a:cxnLst/>
              <a:rect l="l" t="t" r="r" b="b"/>
              <a:pathLst>
                <a:path w="9747" h="9269" extrusionOk="0">
                  <a:moveTo>
                    <a:pt x="5117" y="0"/>
                  </a:moveTo>
                  <a:cubicBezTo>
                    <a:pt x="4109" y="0"/>
                    <a:pt x="3101" y="328"/>
                    <a:pt x="2262" y="986"/>
                  </a:cubicBezTo>
                  <a:cubicBezTo>
                    <a:pt x="556" y="2318"/>
                    <a:pt x="1" y="4656"/>
                    <a:pt x="930" y="6618"/>
                  </a:cubicBezTo>
                  <a:cubicBezTo>
                    <a:pt x="1705" y="8262"/>
                    <a:pt x="3357" y="9269"/>
                    <a:pt x="5120" y="9269"/>
                  </a:cubicBezTo>
                  <a:cubicBezTo>
                    <a:pt x="5455" y="9269"/>
                    <a:pt x="5795" y="9232"/>
                    <a:pt x="6133" y="9157"/>
                  </a:cubicBezTo>
                  <a:cubicBezTo>
                    <a:pt x="8248" y="8679"/>
                    <a:pt x="9746" y="6799"/>
                    <a:pt x="9746" y="4635"/>
                  </a:cubicBezTo>
                  <a:cubicBezTo>
                    <a:pt x="9746" y="3247"/>
                    <a:pt x="9122" y="1930"/>
                    <a:pt x="8054" y="1049"/>
                  </a:cubicBezTo>
                  <a:cubicBezTo>
                    <a:pt x="7201" y="351"/>
                    <a:pt x="6159" y="0"/>
                    <a:pt x="51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34"/>
            <p:cNvSpPr/>
            <p:nvPr/>
          </p:nvSpPr>
          <p:spPr>
            <a:xfrm>
              <a:off x="7432969" y="3775407"/>
              <a:ext cx="276466" cy="254791"/>
            </a:xfrm>
            <a:custGeom>
              <a:avLst/>
              <a:gdLst/>
              <a:ahLst/>
              <a:cxnLst/>
              <a:rect l="l" t="t" r="r" b="b"/>
              <a:pathLst>
                <a:path w="10523" h="9698" extrusionOk="0">
                  <a:moveTo>
                    <a:pt x="5229" y="437"/>
                  </a:moveTo>
                  <a:cubicBezTo>
                    <a:pt x="6392" y="437"/>
                    <a:pt x="7505" y="901"/>
                    <a:pt x="8324" y="1727"/>
                  </a:cubicBezTo>
                  <a:cubicBezTo>
                    <a:pt x="9815" y="3212"/>
                    <a:pt x="10044" y="5549"/>
                    <a:pt x="8879" y="7297"/>
                  </a:cubicBezTo>
                  <a:cubicBezTo>
                    <a:pt x="8036" y="8554"/>
                    <a:pt x="6642" y="9262"/>
                    <a:pt x="5203" y="9262"/>
                  </a:cubicBezTo>
                  <a:cubicBezTo>
                    <a:pt x="4640" y="9262"/>
                    <a:pt x="4070" y="9153"/>
                    <a:pt x="3524" y="8927"/>
                  </a:cubicBezTo>
                  <a:cubicBezTo>
                    <a:pt x="1575" y="8123"/>
                    <a:pt x="472" y="6056"/>
                    <a:pt x="882" y="3989"/>
                  </a:cubicBezTo>
                  <a:cubicBezTo>
                    <a:pt x="1291" y="1922"/>
                    <a:pt x="3101" y="437"/>
                    <a:pt x="5203" y="437"/>
                  </a:cubicBezTo>
                  <a:cubicBezTo>
                    <a:pt x="5212" y="437"/>
                    <a:pt x="5220" y="437"/>
                    <a:pt x="5229" y="437"/>
                  </a:cubicBezTo>
                  <a:close/>
                  <a:moveTo>
                    <a:pt x="5204" y="0"/>
                  </a:moveTo>
                  <a:cubicBezTo>
                    <a:pt x="4583" y="0"/>
                    <a:pt x="3954" y="119"/>
                    <a:pt x="3351" y="368"/>
                  </a:cubicBezTo>
                  <a:cubicBezTo>
                    <a:pt x="1215" y="1256"/>
                    <a:pt x="1" y="3524"/>
                    <a:pt x="452" y="5792"/>
                  </a:cubicBezTo>
                  <a:cubicBezTo>
                    <a:pt x="902" y="8060"/>
                    <a:pt x="2893" y="9697"/>
                    <a:pt x="5203" y="9697"/>
                  </a:cubicBezTo>
                  <a:cubicBezTo>
                    <a:pt x="6493" y="9697"/>
                    <a:pt x="7728" y="9191"/>
                    <a:pt x="8636" y="8275"/>
                  </a:cubicBezTo>
                  <a:cubicBezTo>
                    <a:pt x="10266" y="6645"/>
                    <a:pt x="10523" y="4079"/>
                    <a:pt x="9240" y="2157"/>
                  </a:cubicBezTo>
                  <a:cubicBezTo>
                    <a:pt x="8319" y="773"/>
                    <a:pt x="6786" y="0"/>
                    <a:pt x="52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4"/>
            <p:cNvSpPr/>
            <p:nvPr/>
          </p:nvSpPr>
          <p:spPr>
            <a:xfrm>
              <a:off x="7528286" y="3838093"/>
              <a:ext cx="82758" cy="129418"/>
            </a:xfrm>
            <a:custGeom>
              <a:avLst/>
              <a:gdLst/>
              <a:ahLst/>
              <a:cxnLst/>
              <a:rect l="l" t="t" r="r" b="b"/>
              <a:pathLst>
                <a:path w="3150" h="4926" extrusionOk="0">
                  <a:moveTo>
                    <a:pt x="1575" y="0"/>
                  </a:moveTo>
                  <a:cubicBezTo>
                    <a:pt x="722" y="0"/>
                    <a:pt x="14" y="604"/>
                    <a:pt x="14" y="1339"/>
                  </a:cubicBezTo>
                  <a:cubicBezTo>
                    <a:pt x="14" y="2081"/>
                    <a:pt x="715" y="2678"/>
                    <a:pt x="1575" y="2678"/>
                  </a:cubicBezTo>
                  <a:cubicBezTo>
                    <a:pt x="2199" y="2678"/>
                    <a:pt x="2705" y="3087"/>
                    <a:pt x="2705" y="3579"/>
                  </a:cubicBezTo>
                  <a:cubicBezTo>
                    <a:pt x="2705" y="4079"/>
                    <a:pt x="2199" y="4488"/>
                    <a:pt x="1575" y="4488"/>
                  </a:cubicBezTo>
                  <a:cubicBezTo>
                    <a:pt x="958" y="4488"/>
                    <a:pt x="451" y="4079"/>
                    <a:pt x="451" y="3579"/>
                  </a:cubicBezTo>
                  <a:cubicBezTo>
                    <a:pt x="465" y="3423"/>
                    <a:pt x="349" y="3345"/>
                    <a:pt x="233" y="3345"/>
                  </a:cubicBezTo>
                  <a:cubicBezTo>
                    <a:pt x="117" y="3345"/>
                    <a:pt x="0" y="3423"/>
                    <a:pt x="14" y="3579"/>
                  </a:cubicBezTo>
                  <a:cubicBezTo>
                    <a:pt x="14" y="4322"/>
                    <a:pt x="715" y="4925"/>
                    <a:pt x="1575" y="4925"/>
                  </a:cubicBezTo>
                  <a:cubicBezTo>
                    <a:pt x="2442" y="4925"/>
                    <a:pt x="3136" y="4322"/>
                    <a:pt x="3136" y="3579"/>
                  </a:cubicBezTo>
                  <a:cubicBezTo>
                    <a:pt x="3136" y="2844"/>
                    <a:pt x="2442" y="2241"/>
                    <a:pt x="1575" y="2241"/>
                  </a:cubicBezTo>
                  <a:cubicBezTo>
                    <a:pt x="958" y="2241"/>
                    <a:pt x="451" y="1838"/>
                    <a:pt x="451" y="1339"/>
                  </a:cubicBezTo>
                  <a:cubicBezTo>
                    <a:pt x="451" y="840"/>
                    <a:pt x="958" y="437"/>
                    <a:pt x="1575" y="437"/>
                  </a:cubicBezTo>
                  <a:cubicBezTo>
                    <a:pt x="2199" y="437"/>
                    <a:pt x="2705" y="840"/>
                    <a:pt x="2705" y="1339"/>
                  </a:cubicBezTo>
                  <a:cubicBezTo>
                    <a:pt x="2692" y="1499"/>
                    <a:pt x="2806" y="1578"/>
                    <a:pt x="2921" y="1578"/>
                  </a:cubicBezTo>
                  <a:cubicBezTo>
                    <a:pt x="3035" y="1578"/>
                    <a:pt x="3149" y="1499"/>
                    <a:pt x="3136" y="1339"/>
                  </a:cubicBezTo>
                  <a:cubicBezTo>
                    <a:pt x="3136" y="604"/>
                    <a:pt x="2435" y="0"/>
                    <a:pt x="15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4"/>
            <p:cNvSpPr/>
            <p:nvPr/>
          </p:nvSpPr>
          <p:spPr>
            <a:xfrm>
              <a:off x="7563622" y="3825798"/>
              <a:ext cx="12164" cy="153353"/>
            </a:xfrm>
            <a:custGeom>
              <a:avLst/>
              <a:gdLst/>
              <a:ahLst/>
              <a:cxnLst/>
              <a:rect l="l" t="t" r="r" b="b"/>
              <a:pathLst>
                <a:path w="463" h="5837" extrusionOk="0">
                  <a:moveTo>
                    <a:pt x="232" y="0"/>
                  </a:moveTo>
                  <a:cubicBezTo>
                    <a:pt x="117" y="0"/>
                    <a:pt x="1" y="80"/>
                    <a:pt x="15" y="239"/>
                  </a:cubicBezTo>
                  <a:lnTo>
                    <a:pt x="15" y="5622"/>
                  </a:lnTo>
                  <a:cubicBezTo>
                    <a:pt x="15" y="5740"/>
                    <a:pt x="112" y="5837"/>
                    <a:pt x="230" y="5837"/>
                  </a:cubicBezTo>
                  <a:cubicBezTo>
                    <a:pt x="355" y="5837"/>
                    <a:pt x="452" y="5740"/>
                    <a:pt x="445" y="5622"/>
                  </a:cubicBezTo>
                  <a:lnTo>
                    <a:pt x="445" y="239"/>
                  </a:lnTo>
                  <a:cubicBezTo>
                    <a:pt x="462" y="80"/>
                    <a:pt x="348" y="0"/>
                    <a:pt x="2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7" name="Google Shape;487;p34"/>
          <p:cNvGrpSpPr/>
          <p:nvPr/>
        </p:nvGrpSpPr>
        <p:grpSpPr>
          <a:xfrm>
            <a:off x="4905606" y="1703728"/>
            <a:ext cx="568484" cy="566915"/>
            <a:chOff x="830742" y="2763601"/>
            <a:chExt cx="384734" cy="381556"/>
          </a:xfrm>
        </p:grpSpPr>
        <p:sp>
          <p:nvSpPr>
            <p:cNvPr id="488" name="Google Shape;488;p34"/>
            <p:cNvSpPr/>
            <p:nvPr/>
          </p:nvSpPr>
          <p:spPr>
            <a:xfrm>
              <a:off x="830742" y="2881012"/>
              <a:ext cx="174423" cy="83678"/>
            </a:xfrm>
            <a:custGeom>
              <a:avLst/>
              <a:gdLst/>
              <a:ahLst/>
              <a:cxnLst/>
              <a:rect l="l" t="t" r="r" b="b"/>
              <a:pathLst>
                <a:path w="6639" h="3185" extrusionOk="0">
                  <a:moveTo>
                    <a:pt x="6639" y="1"/>
                  </a:moveTo>
                  <a:lnTo>
                    <a:pt x="5189" y="125"/>
                  </a:lnTo>
                  <a:cubicBezTo>
                    <a:pt x="3289" y="285"/>
                    <a:pt x="1506" y="1110"/>
                    <a:pt x="160" y="2456"/>
                  </a:cubicBezTo>
                  <a:cubicBezTo>
                    <a:pt x="1" y="2616"/>
                    <a:pt x="105" y="2886"/>
                    <a:pt x="327" y="2907"/>
                  </a:cubicBezTo>
                  <a:lnTo>
                    <a:pt x="3462" y="3184"/>
                  </a:lnTo>
                  <a:lnTo>
                    <a:pt x="663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4"/>
            <p:cNvSpPr/>
            <p:nvPr/>
          </p:nvSpPr>
          <p:spPr>
            <a:xfrm>
              <a:off x="1013520" y="2973045"/>
              <a:ext cx="83494" cy="172111"/>
            </a:xfrm>
            <a:custGeom>
              <a:avLst/>
              <a:gdLst/>
              <a:ahLst/>
              <a:cxnLst/>
              <a:rect l="l" t="t" r="r" b="b"/>
              <a:pathLst>
                <a:path w="3178" h="6551" extrusionOk="0">
                  <a:moveTo>
                    <a:pt x="3178" y="0"/>
                  </a:moveTo>
                  <a:lnTo>
                    <a:pt x="1" y="3177"/>
                  </a:lnTo>
                  <a:lnTo>
                    <a:pt x="278" y="6305"/>
                  </a:lnTo>
                  <a:cubicBezTo>
                    <a:pt x="292" y="6457"/>
                    <a:pt x="415" y="6550"/>
                    <a:pt x="543" y="6550"/>
                  </a:cubicBezTo>
                  <a:cubicBezTo>
                    <a:pt x="608" y="6550"/>
                    <a:pt x="675" y="6526"/>
                    <a:pt x="729" y="6472"/>
                  </a:cubicBezTo>
                  <a:cubicBezTo>
                    <a:pt x="2075" y="5126"/>
                    <a:pt x="2900" y="3344"/>
                    <a:pt x="3053" y="1443"/>
                  </a:cubicBezTo>
                  <a:lnTo>
                    <a:pt x="317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4"/>
            <p:cNvSpPr/>
            <p:nvPr/>
          </p:nvSpPr>
          <p:spPr>
            <a:xfrm>
              <a:off x="903281" y="2763601"/>
              <a:ext cx="312038" cy="310383"/>
            </a:xfrm>
            <a:custGeom>
              <a:avLst/>
              <a:gdLst/>
              <a:ahLst/>
              <a:cxnLst/>
              <a:rect l="l" t="t" r="r" b="b"/>
              <a:pathLst>
                <a:path w="11877" h="11814" extrusionOk="0">
                  <a:moveTo>
                    <a:pt x="11644" y="0"/>
                  </a:moveTo>
                  <a:cubicBezTo>
                    <a:pt x="11624" y="0"/>
                    <a:pt x="11604" y="3"/>
                    <a:pt x="11584" y="10"/>
                  </a:cubicBezTo>
                  <a:lnTo>
                    <a:pt x="9080" y="745"/>
                  </a:lnTo>
                  <a:lnTo>
                    <a:pt x="7228" y="1286"/>
                  </a:lnTo>
                  <a:cubicBezTo>
                    <a:pt x="7075" y="1327"/>
                    <a:pt x="6937" y="1411"/>
                    <a:pt x="6826" y="1522"/>
                  </a:cubicBezTo>
                  <a:lnTo>
                    <a:pt x="91" y="8257"/>
                  </a:lnTo>
                  <a:cubicBezTo>
                    <a:pt x="0" y="8340"/>
                    <a:pt x="0" y="8479"/>
                    <a:pt x="91" y="8569"/>
                  </a:cubicBezTo>
                  <a:lnTo>
                    <a:pt x="1436" y="9914"/>
                  </a:lnTo>
                  <a:lnTo>
                    <a:pt x="1929" y="10414"/>
                  </a:lnTo>
                  <a:lnTo>
                    <a:pt x="3267" y="11746"/>
                  </a:lnTo>
                  <a:cubicBezTo>
                    <a:pt x="3312" y="11791"/>
                    <a:pt x="3373" y="11813"/>
                    <a:pt x="3435" y="11813"/>
                  </a:cubicBezTo>
                  <a:cubicBezTo>
                    <a:pt x="3496" y="11813"/>
                    <a:pt x="3559" y="11791"/>
                    <a:pt x="3607" y="11746"/>
                  </a:cubicBezTo>
                  <a:lnTo>
                    <a:pt x="7374" y="7965"/>
                  </a:lnTo>
                  <a:lnTo>
                    <a:pt x="10308" y="5038"/>
                  </a:lnTo>
                  <a:cubicBezTo>
                    <a:pt x="10432" y="4913"/>
                    <a:pt x="10523" y="4761"/>
                    <a:pt x="10571" y="4594"/>
                  </a:cubicBezTo>
                  <a:lnTo>
                    <a:pt x="11840" y="259"/>
                  </a:lnTo>
                  <a:cubicBezTo>
                    <a:pt x="11876" y="127"/>
                    <a:pt x="11772" y="0"/>
                    <a:pt x="116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4"/>
            <p:cNvSpPr/>
            <p:nvPr/>
          </p:nvSpPr>
          <p:spPr>
            <a:xfrm>
              <a:off x="1060732" y="2852218"/>
              <a:ext cx="65261" cy="65261"/>
            </a:xfrm>
            <a:custGeom>
              <a:avLst/>
              <a:gdLst/>
              <a:ahLst/>
              <a:cxnLst/>
              <a:rect l="l" t="t" r="r" b="b"/>
              <a:pathLst>
                <a:path w="2484" h="2484" extrusionOk="0">
                  <a:moveTo>
                    <a:pt x="1242" y="1"/>
                  </a:moveTo>
                  <a:cubicBezTo>
                    <a:pt x="555" y="1"/>
                    <a:pt x="0" y="556"/>
                    <a:pt x="0" y="1242"/>
                  </a:cubicBezTo>
                  <a:cubicBezTo>
                    <a:pt x="0" y="1929"/>
                    <a:pt x="555" y="2484"/>
                    <a:pt x="1242" y="2484"/>
                  </a:cubicBezTo>
                  <a:cubicBezTo>
                    <a:pt x="1922" y="2484"/>
                    <a:pt x="2483" y="1929"/>
                    <a:pt x="2483" y="1242"/>
                  </a:cubicBezTo>
                  <a:cubicBezTo>
                    <a:pt x="2483" y="556"/>
                    <a:pt x="1922" y="1"/>
                    <a:pt x="12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4"/>
            <p:cNvSpPr/>
            <p:nvPr/>
          </p:nvSpPr>
          <p:spPr>
            <a:xfrm>
              <a:off x="895084" y="2998739"/>
              <a:ext cx="84387" cy="83520"/>
            </a:xfrm>
            <a:custGeom>
              <a:avLst/>
              <a:gdLst/>
              <a:ahLst/>
              <a:cxnLst/>
              <a:rect l="l" t="t" r="r" b="b"/>
              <a:pathLst>
                <a:path w="3212" h="3179" extrusionOk="0">
                  <a:moveTo>
                    <a:pt x="833" y="0"/>
                  </a:moveTo>
                  <a:lnTo>
                    <a:pt x="125" y="701"/>
                  </a:lnTo>
                  <a:cubicBezTo>
                    <a:pt x="0" y="826"/>
                    <a:pt x="0" y="1034"/>
                    <a:pt x="125" y="1166"/>
                  </a:cubicBezTo>
                  <a:lnTo>
                    <a:pt x="1082" y="2123"/>
                  </a:lnTo>
                  <a:lnTo>
                    <a:pt x="2046" y="3080"/>
                  </a:lnTo>
                  <a:cubicBezTo>
                    <a:pt x="2109" y="3146"/>
                    <a:pt x="2192" y="3179"/>
                    <a:pt x="2276" y="3179"/>
                  </a:cubicBezTo>
                  <a:cubicBezTo>
                    <a:pt x="2360" y="3179"/>
                    <a:pt x="2445" y="3146"/>
                    <a:pt x="2511" y="3080"/>
                  </a:cubicBezTo>
                  <a:lnTo>
                    <a:pt x="3212" y="2379"/>
                  </a:lnTo>
                  <a:lnTo>
                    <a:pt x="2275" y="1436"/>
                  </a:lnTo>
                  <a:lnTo>
                    <a:pt x="1769" y="937"/>
                  </a:lnTo>
                  <a:lnTo>
                    <a:pt x="8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4"/>
            <p:cNvSpPr/>
            <p:nvPr/>
          </p:nvSpPr>
          <p:spPr>
            <a:xfrm>
              <a:off x="903281" y="2964480"/>
              <a:ext cx="110266" cy="109504"/>
            </a:xfrm>
            <a:custGeom>
              <a:avLst/>
              <a:gdLst/>
              <a:ahLst/>
              <a:cxnLst/>
              <a:rect l="l" t="t" r="r" b="b"/>
              <a:pathLst>
                <a:path w="4197" h="4168" extrusionOk="0">
                  <a:moveTo>
                    <a:pt x="694" y="0"/>
                  </a:moveTo>
                  <a:lnTo>
                    <a:pt x="91" y="611"/>
                  </a:lnTo>
                  <a:cubicBezTo>
                    <a:pt x="0" y="694"/>
                    <a:pt x="0" y="833"/>
                    <a:pt x="91" y="916"/>
                  </a:cubicBezTo>
                  <a:lnTo>
                    <a:pt x="1436" y="2268"/>
                  </a:lnTo>
                  <a:lnTo>
                    <a:pt x="1936" y="2761"/>
                  </a:lnTo>
                  <a:lnTo>
                    <a:pt x="3267" y="4100"/>
                  </a:lnTo>
                  <a:cubicBezTo>
                    <a:pt x="3312" y="4145"/>
                    <a:pt x="3373" y="4167"/>
                    <a:pt x="3435" y="4167"/>
                  </a:cubicBezTo>
                  <a:cubicBezTo>
                    <a:pt x="3496" y="4167"/>
                    <a:pt x="3559" y="4145"/>
                    <a:pt x="3607" y="4100"/>
                  </a:cubicBezTo>
                  <a:lnTo>
                    <a:pt x="4197" y="3503"/>
                  </a:lnTo>
                  <a:lnTo>
                    <a:pt x="2699" y="2005"/>
                  </a:lnTo>
                  <a:lnTo>
                    <a:pt x="2199" y="1505"/>
                  </a:lnTo>
                  <a:lnTo>
                    <a:pt x="69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4"/>
            <p:cNvSpPr/>
            <p:nvPr/>
          </p:nvSpPr>
          <p:spPr>
            <a:xfrm>
              <a:off x="854992" y="3038831"/>
              <a:ext cx="34154" cy="31185"/>
            </a:xfrm>
            <a:custGeom>
              <a:avLst/>
              <a:gdLst/>
              <a:ahLst/>
              <a:cxnLst/>
              <a:rect l="l" t="t" r="r" b="b"/>
              <a:pathLst>
                <a:path w="1300" h="1187" extrusionOk="0">
                  <a:moveTo>
                    <a:pt x="986" y="1"/>
                  </a:moveTo>
                  <a:cubicBezTo>
                    <a:pt x="935" y="1"/>
                    <a:pt x="881" y="21"/>
                    <a:pt x="833" y="70"/>
                  </a:cubicBezTo>
                  <a:lnTo>
                    <a:pt x="84" y="812"/>
                  </a:lnTo>
                  <a:cubicBezTo>
                    <a:pt x="0" y="895"/>
                    <a:pt x="0" y="1041"/>
                    <a:pt x="84" y="1124"/>
                  </a:cubicBezTo>
                  <a:cubicBezTo>
                    <a:pt x="129" y="1166"/>
                    <a:pt x="186" y="1186"/>
                    <a:pt x="242" y="1186"/>
                  </a:cubicBezTo>
                  <a:cubicBezTo>
                    <a:pt x="299" y="1186"/>
                    <a:pt x="354" y="1166"/>
                    <a:pt x="396" y="1124"/>
                  </a:cubicBezTo>
                  <a:lnTo>
                    <a:pt x="1145" y="375"/>
                  </a:lnTo>
                  <a:cubicBezTo>
                    <a:pt x="1299" y="221"/>
                    <a:pt x="1155" y="1"/>
                    <a:pt x="9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4"/>
            <p:cNvSpPr/>
            <p:nvPr/>
          </p:nvSpPr>
          <p:spPr>
            <a:xfrm>
              <a:off x="873934" y="3057800"/>
              <a:ext cx="34286" cy="31343"/>
            </a:xfrm>
            <a:custGeom>
              <a:avLst/>
              <a:gdLst/>
              <a:ahLst/>
              <a:cxnLst/>
              <a:rect l="l" t="t" r="r" b="b"/>
              <a:pathLst>
                <a:path w="1305" h="1193" extrusionOk="0">
                  <a:moveTo>
                    <a:pt x="987" y="0"/>
                  </a:moveTo>
                  <a:cubicBezTo>
                    <a:pt x="935" y="0"/>
                    <a:pt x="881" y="21"/>
                    <a:pt x="833" y="69"/>
                  </a:cubicBezTo>
                  <a:lnTo>
                    <a:pt x="91" y="818"/>
                  </a:lnTo>
                  <a:cubicBezTo>
                    <a:pt x="1" y="901"/>
                    <a:pt x="1" y="1040"/>
                    <a:pt x="91" y="1130"/>
                  </a:cubicBezTo>
                  <a:cubicBezTo>
                    <a:pt x="132" y="1172"/>
                    <a:pt x="188" y="1193"/>
                    <a:pt x="244" y="1193"/>
                  </a:cubicBezTo>
                  <a:cubicBezTo>
                    <a:pt x="301" y="1193"/>
                    <a:pt x="358" y="1172"/>
                    <a:pt x="403" y="1130"/>
                  </a:cubicBezTo>
                  <a:lnTo>
                    <a:pt x="1145" y="381"/>
                  </a:lnTo>
                  <a:cubicBezTo>
                    <a:pt x="1305" y="221"/>
                    <a:pt x="1158" y="0"/>
                    <a:pt x="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4"/>
            <p:cNvSpPr/>
            <p:nvPr/>
          </p:nvSpPr>
          <p:spPr>
            <a:xfrm>
              <a:off x="912213" y="3095895"/>
              <a:ext cx="34102" cy="31343"/>
            </a:xfrm>
            <a:custGeom>
              <a:avLst/>
              <a:gdLst/>
              <a:ahLst/>
              <a:cxnLst/>
              <a:rect l="l" t="t" r="r" b="b"/>
              <a:pathLst>
                <a:path w="1298" h="1193" extrusionOk="0">
                  <a:moveTo>
                    <a:pt x="983" y="0"/>
                  </a:moveTo>
                  <a:cubicBezTo>
                    <a:pt x="932" y="0"/>
                    <a:pt x="879" y="20"/>
                    <a:pt x="833" y="69"/>
                  </a:cubicBezTo>
                  <a:lnTo>
                    <a:pt x="83" y="818"/>
                  </a:lnTo>
                  <a:cubicBezTo>
                    <a:pt x="0" y="901"/>
                    <a:pt x="0" y="1040"/>
                    <a:pt x="83" y="1130"/>
                  </a:cubicBezTo>
                  <a:cubicBezTo>
                    <a:pt x="125" y="1172"/>
                    <a:pt x="181" y="1192"/>
                    <a:pt x="237" y="1192"/>
                  </a:cubicBezTo>
                  <a:cubicBezTo>
                    <a:pt x="293" y="1192"/>
                    <a:pt x="351" y="1172"/>
                    <a:pt x="396" y="1130"/>
                  </a:cubicBezTo>
                  <a:lnTo>
                    <a:pt x="1138" y="381"/>
                  </a:lnTo>
                  <a:cubicBezTo>
                    <a:pt x="1297" y="221"/>
                    <a:pt x="1151" y="0"/>
                    <a:pt x="9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4"/>
            <p:cNvSpPr/>
            <p:nvPr/>
          </p:nvSpPr>
          <p:spPr>
            <a:xfrm>
              <a:off x="893061" y="3076926"/>
              <a:ext cx="34312" cy="31343"/>
            </a:xfrm>
            <a:custGeom>
              <a:avLst/>
              <a:gdLst/>
              <a:ahLst/>
              <a:cxnLst/>
              <a:rect l="l" t="t" r="r" b="b"/>
              <a:pathLst>
                <a:path w="1306" h="1193" extrusionOk="0">
                  <a:moveTo>
                    <a:pt x="987" y="1"/>
                  </a:moveTo>
                  <a:cubicBezTo>
                    <a:pt x="936" y="1"/>
                    <a:pt x="882" y="21"/>
                    <a:pt x="833" y="69"/>
                  </a:cubicBezTo>
                  <a:lnTo>
                    <a:pt x="91" y="818"/>
                  </a:lnTo>
                  <a:cubicBezTo>
                    <a:pt x="1" y="902"/>
                    <a:pt x="1" y="1040"/>
                    <a:pt x="91" y="1131"/>
                  </a:cubicBezTo>
                  <a:cubicBezTo>
                    <a:pt x="133" y="1172"/>
                    <a:pt x="188" y="1193"/>
                    <a:pt x="245" y="1193"/>
                  </a:cubicBezTo>
                  <a:cubicBezTo>
                    <a:pt x="301" y="1193"/>
                    <a:pt x="358" y="1172"/>
                    <a:pt x="403" y="1131"/>
                  </a:cubicBezTo>
                  <a:lnTo>
                    <a:pt x="1145" y="381"/>
                  </a:lnTo>
                  <a:cubicBezTo>
                    <a:pt x="1305" y="222"/>
                    <a:pt x="1158" y="1"/>
                    <a:pt x="9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4"/>
            <p:cNvSpPr/>
            <p:nvPr/>
          </p:nvSpPr>
          <p:spPr>
            <a:xfrm>
              <a:off x="1141809" y="2763601"/>
              <a:ext cx="73668" cy="72801"/>
            </a:xfrm>
            <a:custGeom>
              <a:avLst/>
              <a:gdLst/>
              <a:ahLst/>
              <a:cxnLst/>
              <a:rect l="l" t="t" r="r" b="b"/>
              <a:pathLst>
                <a:path w="2804" h="2771" extrusionOk="0">
                  <a:moveTo>
                    <a:pt x="2567" y="0"/>
                  </a:moveTo>
                  <a:cubicBezTo>
                    <a:pt x="2547" y="0"/>
                    <a:pt x="2526" y="3"/>
                    <a:pt x="2505" y="10"/>
                  </a:cubicBezTo>
                  <a:lnTo>
                    <a:pt x="1" y="745"/>
                  </a:lnTo>
                  <a:lnTo>
                    <a:pt x="2033" y="2770"/>
                  </a:lnTo>
                  <a:lnTo>
                    <a:pt x="2761" y="266"/>
                  </a:lnTo>
                  <a:cubicBezTo>
                    <a:pt x="2804" y="128"/>
                    <a:pt x="2700" y="0"/>
                    <a:pt x="25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4"/>
            <p:cNvSpPr/>
            <p:nvPr/>
          </p:nvSpPr>
          <p:spPr>
            <a:xfrm>
              <a:off x="919491" y="2924099"/>
              <a:ext cx="135435" cy="133780"/>
            </a:xfrm>
            <a:custGeom>
              <a:avLst/>
              <a:gdLst/>
              <a:ahLst/>
              <a:cxnLst/>
              <a:rect l="l" t="t" r="r" b="b"/>
              <a:pathLst>
                <a:path w="5155" h="5092" extrusionOk="0">
                  <a:moveTo>
                    <a:pt x="4759" y="1"/>
                  </a:moveTo>
                  <a:cubicBezTo>
                    <a:pt x="4676" y="1"/>
                    <a:pt x="4592" y="32"/>
                    <a:pt x="4530" y="95"/>
                  </a:cubicBezTo>
                  <a:lnTo>
                    <a:pt x="126" y="4499"/>
                  </a:lnTo>
                  <a:cubicBezTo>
                    <a:pt x="1" y="4624"/>
                    <a:pt x="1" y="4832"/>
                    <a:pt x="126" y="4957"/>
                  </a:cubicBezTo>
                  <a:lnTo>
                    <a:pt x="160" y="4999"/>
                  </a:lnTo>
                  <a:cubicBezTo>
                    <a:pt x="222" y="5060"/>
                    <a:pt x="304" y="5091"/>
                    <a:pt x="386" y="5091"/>
                  </a:cubicBezTo>
                  <a:cubicBezTo>
                    <a:pt x="470" y="5091"/>
                    <a:pt x="555" y="5058"/>
                    <a:pt x="618" y="4992"/>
                  </a:cubicBezTo>
                  <a:lnTo>
                    <a:pt x="5022" y="587"/>
                  </a:lnTo>
                  <a:cubicBezTo>
                    <a:pt x="5154" y="462"/>
                    <a:pt x="5154" y="254"/>
                    <a:pt x="5022" y="129"/>
                  </a:cubicBezTo>
                  <a:lnTo>
                    <a:pt x="4988" y="95"/>
                  </a:lnTo>
                  <a:cubicBezTo>
                    <a:pt x="4925" y="32"/>
                    <a:pt x="4842" y="1"/>
                    <a:pt x="4759" y="1"/>
                  </a:cubicBezTo>
                  <a:close/>
                </a:path>
              </a:pathLst>
            </a:custGeom>
            <a:solidFill>
              <a:srgbClr val="C0CA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34"/>
            <p:cNvSpPr/>
            <p:nvPr/>
          </p:nvSpPr>
          <p:spPr>
            <a:xfrm>
              <a:off x="919491" y="2924099"/>
              <a:ext cx="135435" cy="133780"/>
            </a:xfrm>
            <a:custGeom>
              <a:avLst/>
              <a:gdLst/>
              <a:ahLst/>
              <a:cxnLst/>
              <a:rect l="l" t="t" r="r" b="b"/>
              <a:pathLst>
                <a:path w="5155" h="5092" extrusionOk="0">
                  <a:moveTo>
                    <a:pt x="4759" y="1"/>
                  </a:moveTo>
                  <a:cubicBezTo>
                    <a:pt x="4676" y="1"/>
                    <a:pt x="4592" y="32"/>
                    <a:pt x="4530" y="95"/>
                  </a:cubicBezTo>
                  <a:lnTo>
                    <a:pt x="126" y="4499"/>
                  </a:lnTo>
                  <a:cubicBezTo>
                    <a:pt x="1" y="4624"/>
                    <a:pt x="1" y="4832"/>
                    <a:pt x="126" y="4957"/>
                  </a:cubicBezTo>
                  <a:lnTo>
                    <a:pt x="160" y="4999"/>
                  </a:lnTo>
                  <a:cubicBezTo>
                    <a:pt x="222" y="5060"/>
                    <a:pt x="304" y="5091"/>
                    <a:pt x="386" y="5091"/>
                  </a:cubicBezTo>
                  <a:cubicBezTo>
                    <a:pt x="470" y="5091"/>
                    <a:pt x="555" y="5058"/>
                    <a:pt x="618" y="4992"/>
                  </a:cubicBezTo>
                  <a:lnTo>
                    <a:pt x="5022" y="587"/>
                  </a:lnTo>
                  <a:cubicBezTo>
                    <a:pt x="5154" y="462"/>
                    <a:pt x="5154" y="254"/>
                    <a:pt x="5022" y="129"/>
                  </a:cubicBezTo>
                  <a:lnTo>
                    <a:pt x="4988" y="95"/>
                  </a:lnTo>
                  <a:cubicBezTo>
                    <a:pt x="4925" y="32"/>
                    <a:pt x="4842" y="1"/>
                    <a:pt x="47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1" name="Google Shape;501;p34"/>
          <p:cNvGrpSpPr/>
          <p:nvPr/>
        </p:nvGrpSpPr>
        <p:grpSpPr>
          <a:xfrm>
            <a:off x="929945" y="1710277"/>
            <a:ext cx="554209" cy="553808"/>
            <a:chOff x="1303537" y="1502716"/>
            <a:chExt cx="362939" cy="362677"/>
          </a:xfrm>
        </p:grpSpPr>
        <p:sp>
          <p:nvSpPr>
            <p:cNvPr id="502" name="Google Shape;502;p34"/>
            <p:cNvSpPr/>
            <p:nvPr/>
          </p:nvSpPr>
          <p:spPr>
            <a:xfrm>
              <a:off x="1426697" y="1695727"/>
              <a:ext cx="116883" cy="99552"/>
            </a:xfrm>
            <a:custGeom>
              <a:avLst/>
              <a:gdLst/>
              <a:ahLst/>
              <a:cxnLst/>
              <a:rect l="l" t="t" r="r" b="b"/>
              <a:pathLst>
                <a:path w="4451" h="3791" extrusionOk="0">
                  <a:moveTo>
                    <a:pt x="1560" y="0"/>
                  </a:moveTo>
                  <a:lnTo>
                    <a:pt x="1560" y="297"/>
                  </a:lnTo>
                  <a:cubicBezTo>
                    <a:pt x="1560" y="383"/>
                    <a:pt x="1503" y="469"/>
                    <a:pt x="1426" y="507"/>
                  </a:cubicBezTo>
                  <a:lnTo>
                    <a:pt x="402" y="938"/>
                  </a:lnTo>
                  <a:cubicBezTo>
                    <a:pt x="154" y="1043"/>
                    <a:pt x="0" y="1283"/>
                    <a:pt x="0" y="1551"/>
                  </a:cubicBezTo>
                  <a:lnTo>
                    <a:pt x="0" y="3790"/>
                  </a:lnTo>
                  <a:lnTo>
                    <a:pt x="4451" y="3790"/>
                  </a:lnTo>
                  <a:lnTo>
                    <a:pt x="4451" y="1551"/>
                  </a:lnTo>
                  <a:cubicBezTo>
                    <a:pt x="4451" y="1283"/>
                    <a:pt x="4297" y="1043"/>
                    <a:pt x="4049" y="938"/>
                  </a:cubicBezTo>
                  <a:lnTo>
                    <a:pt x="3034" y="507"/>
                  </a:lnTo>
                  <a:cubicBezTo>
                    <a:pt x="2948" y="469"/>
                    <a:pt x="2891" y="383"/>
                    <a:pt x="2891" y="297"/>
                  </a:cubicBezTo>
                  <a:lnTo>
                    <a:pt x="289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4"/>
            <p:cNvSpPr/>
            <p:nvPr/>
          </p:nvSpPr>
          <p:spPr>
            <a:xfrm>
              <a:off x="1426697" y="1710538"/>
              <a:ext cx="116883" cy="84741"/>
            </a:xfrm>
            <a:custGeom>
              <a:avLst/>
              <a:gdLst/>
              <a:ahLst/>
              <a:cxnLst/>
              <a:rect l="l" t="t" r="r" b="b"/>
              <a:pathLst>
                <a:path w="4451" h="3227" extrusionOk="0">
                  <a:moveTo>
                    <a:pt x="1273" y="1"/>
                  </a:moveTo>
                  <a:lnTo>
                    <a:pt x="402" y="374"/>
                  </a:lnTo>
                  <a:cubicBezTo>
                    <a:pt x="154" y="479"/>
                    <a:pt x="0" y="719"/>
                    <a:pt x="0" y="987"/>
                  </a:cubicBezTo>
                  <a:lnTo>
                    <a:pt x="0" y="3226"/>
                  </a:lnTo>
                  <a:lnTo>
                    <a:pt x="4451" y="3226"/>
                  </a:lnTo>
                  <a:lnTo>
                    <a:pt x="4451" y="987"/>
                  </a:lnTo>
                  <a:cubicBezTo>
                    <a:pt x="4451" y="719"/>
                    <a:pt x="4297" y="479"/>
                    <a:pt x="4049" y="374"/>
                  </a:cubicBezTo>
                  <a:lnTo>
                    <a:pt x="3178" y="1"/>
                  </a:lnTo>
                  <a:cubicBezTo>
                    <a:pt x="2962" y="365"/>
                    <a:pt x="2594" y="546"/>
                    <a:pt x="2226" y="546"/>
                  </a:cubicBezTo>
                  <a:cubicBezTo>
                    <a:pt x="1857" y="546"/>
                    <a:pt x="1489" y="365"/>
                    <a:pt x="12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4"/>
            <p:cNvSpPr/>
            <p:nvPr/>
          </p:nvSpPr>
          <p:spPr>
            <a:xfrm>
              <a:off x="1444291" y="1613796"/>
              <a:ext cx="29437" cy="64363"/>
            </a:xfrm>
            <a:custGeom>
              <a:avLst/>
              <a:gdLst/>
              <a:ahLst/>
              <a:cxnLst/>
              <a:rect l="l" t="t" r="r" b="b"/>
              <a:pathLst>
                <a:path w="1121" h="2451" extrusionOk="0">
                  <a:moveTo>
                    <a:pt x="670" y="0"/>
                  </a:moveTo>
                  <a:cubicBezTo>
                    <a:pt x="297" y="0"/>
                    <a:pt x="0" y="297"/>
                    <a:pt x="0" y="670"/>
                  </a:cubicBezTo>
                  <a:lnTo>
                    <a:pt x="0" y="823"/>
                  </a:lnTo>
                  <a:cubicBezTo>
                    <a:pt x="0" y="1015"/>
                    <a:pt x="29" y="1206"/>
                    <a:pt x="86" y="1388"/>
                  </a:cubicBezTo>
                  <a:lnTo>
                    <a:pt x="450" y="2450"/>
                  </a:lnTo>
                  <a:lnTo>
                    <a:pt x="1120" y="2450"/>
                  </a:lnTo>
                  <a:lnTo>
                    <a:pt x="112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4"/>
            <p:cNvSpPr/>
            <p:nvPr/>
          </p:nvSpPr>
          <p:spPr>
            <a:xfrm>
              <a:off x="1456108" y="1608019"/>
              <a:ext cx="69878" cy="70140"/>
            </a:xfrm>
            <a:custGeom>
              <a:avLst/>
              <a:gdLst/>
              <a:ahLst/>
              <a:cxnLst/>
              <a:rect l="l" t="t" r="r" b="b"/>
              <a:pathLst>
                <a:path w="2661" h="2671" extrusionOk="0">
                  <a:moveTo>
                    <a:pt x="660" y="0"/>
                  </a:moveTo>
                  <a:cubicBezTo>
                    <a:pt x="297" y="0"/>
                    <a:pt x="0" y="297"/>
                    <a:pt x="0" y="670"/>
                  </a:cubicBezTo>
                  <a:cubicBezTo>
                    <a:pt x="0" y="909"/>
                    <a:pt x="192" y="1110"/>
                    <a:pt x="440" y="1110"/>
                  </a:cubicBezTo>
                  <a:lnTo>
                    <a:pt x="2220" y="2670"/>
                  </a:lnTo>
                  <a:lnTo>
                    <a:pt x="2594" y="1350"/>
                  </a:lnTo>
                  <a:cubicBezTo>
                    <a:pt x="2642" y="1196"/>
                    <a:pt x="2661" y="1034"/>
                    <a:pt x="2661" y="862"/>
                  </a:cubicBezTo>
                  <a:lnTo>
                    <a:pt x="2661" y="450"/>
                  </a:lnTo>
                  <a:cubicBezTo>
                    <a:pt x="2661" y="201"/>
                    <a:pt x="2469" y="0"/>
                    <a:pt x="22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4"/>
            <p:cNvSpPr/>
            <p:nvPr/>
          </p:nvSpPr>
          <p:spPr>
            <a:xfrm>
              <a:off x="1450068" y="1637168"/>
              <a:ext cx="70140" cy="64363"/>
            </a:xfrm>
            <a:custGeom>
              <a:avLst/>
              <a:gdLst/>
              <a:ahLst/>
              <a:cxnLst/>
              <a:rect l="l" t="t" r="r" b="b"/>
              <a:pathLst>
                <a:path w="2671" h="2451" extrusionOk="0">
                  <a:moveTo>
                    <a:pt x="862" y="0"/>
                  </a:moveTo>
                  <a:cubicBezTo>
                    <a:pt x="737" y="0"/>
                    <a:pt x="623" y="48"/>
                    <a:pt x="536" y="134"/>
                  </a:cubicBezTo>
                  <a:lnTo>
                    <a:pt x="134" y="536"/>
                  </a:lnTo>
                  <a:cubicBezTo>
                    <a:pt x="48" y="622"/>
                    <a:pt x="0" y="737"/>
                    <a:pt x="0" y="852"/>
                  </a:cubicBezTo>
                  <a:lnTo>
                    <a:pt x="0" y="1120"/>
                  </a:lnTo>
                  <a:cubicBezTo>
                    <a:pt x="0" y="1857"/>
                    <a:pt x="594" y="2450"/>
                    <a:pt x="1340" y="2450"/>
                  </a:cubicBezTo>
                  <a:cubicBezTo>
                    <a:pt x="2077" y="2450"/>
                    <a:pt x="2671" y="1857"/>
                    <a:pt x="2671" y="1120"/>
                  </a:cubicBezTo>
                  <a:lnTo>
                    <a:pt x="2671" y="833"/>
                  </a:lnTo>
                  <a:cubicBezTo>
                    <a:pt x="2671" y="718"/>
                    <a:pt x="2623" y="603"/>
                    <a:pt x="2546" y="517"/>
                  </a:cubicBezTo>
                  <a:cubicBezTo>
                    <a:pt x="2202" y="182"/>
                    <a:pt x="1580" y="29"/>
                    <a:pt x="8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4"/>
            <p:cNvSpPr/>
            <p:nvPr/>
          </p:nvSpPr>
          <p:spPr>
            <a:xfrm>
              <a:off x="1426697" y="1725638"/>
              <a:ext cx="23398" cy="69642"/>
            </a:xfrm>
            <a:custGeom>
              <a:avLst/>
              <a:gdLst/>
              <a:ahLst/>
              <a:cxnLst/>
              <a:rect l="l" t="t" r="r" b="b"/>
              <a:pathLst>
                <a:path w="891" h="2652" extrusionOk="0">
                  <a:moveTo>
                    <a:pt x="154" y="0"/>
                  </a:moveTo>
                  <a:cubicBezTo>
                    <a:pt x="48" y="115"/>
                    <a:pt x="0" y="258"/>
                    <a:pt x="0" y="412"/>
                  </a:cubicBezTo>
                  <a:lnTo>
                    <a:pt x="0" y="2651"/>
                  </a:lnTo>
                  <a:lnTo>
                    <a:pt x="890" y="2651"/>
                  </a:lnTo>
                  <a:lnTo>
                    <a:pt x="890" y="1015"/>
                  </a:lnTo>
                  <a:cubicBezTo>
                    <a:pt x="890" y="833"/>
                    <a:pt x="823" y="670"/>
                    <a:pt x="699" y="546"/>
                  </a:cubicBezTo>
                  <a:lnTo>
                    <a:pt x="1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4"/>
            <p:cNvSpPr/>
            <p:nvPr/>
          </p:nvSpPr>
          <p:spPr>
            <a:xfrm>
              <a:off x="1520182" y="1725638"/>
              <a:ext cx="23398" cy="69642"/>
            </a:xfrm>
            <a:custGeom>
              <a:avLst/>
              <a:gdLst/>
              <a:ahLst/>
              <a:cxnLst/>
              <a:rect l="l" t="t" r="r" b="b"/>
              <a:pathLst>
                <a:path w="891" h="2652" extrusionOk="0">
                  <a:moveTo>
                    <a:pt x="747" y="0"/>
                  </a:moveTo>
                  <a:lnTo>
                    <a:pt x="202" y="546"/>
                  </a:lnTo>
                  <a:cubicBezTo>
                    <a:pt x="77" y="670"/>
                    <a:pt x="1" y="833"/>
                    <a:pt x="1" y="1015"/>
                  </a:cubicBezTo>
                  <a:lnTo>
                    <a:pt x="1" y="2651"/>
                  </a:lnTo>
                  <a:lnTo>
                    <a:pt x="891" y="2651"/>
                  </a:lnTo>
                  <a:lnTo>
                    <a:pt x="891" y="412"/>
                  </a:lnTo>
                  <a:cubicBezTo>
                    <a:pt x="891" y="258"/>
                    <a:pt x="843" y="115"/>
                    <a:pt x="7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4"/>
            <p:cNvSpPr/>
            <p:nvPr/>
          </p:nvSpPr>
          <p:spPr>
            <a:xfrm>
              <a:off x="1303537" y="1502716"/>
              <a:ext cx="362939" cy="362677"/>
            </a:xfrm>
            <a:custGeom>
              <a:avLst/>
              <a:gdLst/>
              <a:ahLst/>
              <a:cxnLst/>
              <a:rect l="l" t="t" r="r" b="b"/>
              <a:pathLst>
                <a:path w="13821" h="13811" extrusionOk="0">
                  <a:moveTo>
                    <a:pt x="6920" y="2677"/>
                  </a:moveTo>
                  <a:cubicBezTo>
                    <a:pt x="7464" y="2677"/>
                    <a:pt x="8013" y="2781"/>
                    <a:pt x="8538" y="2996"/>
                  </a:cubicBezTo>
                  <a:cubicBezTo>
                    <a:pt x="10117" y="3656"/>
                    <a:pt x="11150" y="5197"/>
                    <a:pt x="11150" y="6910"/>
                  </a:cubicBezTo>
                  <a:cubicBezTo>
                    <a:pt x="11150" y="9245"/>
                    <a:pt x="9255" y="11140"/>
                    <a:pt x="6920" y="11140"/>
                  </a:cubicBezTo>
                  <a:cubicBezTo>
                    <a:pt x="5207" y="11140"/>
                    <a:pt x="3657" y="10106"/>
                    <a:pt x="3006" y="8527"/>
                  </a:cubicBezTo>
                  <a:cubicBezTo>
                    <a:pt x="2355" y="6948"/>
                    <a:pt x="2709" y="5130"/>
                    <a:pt x="3925" y="3915"/>
                  </a:cubicBezTo>
                  <a:cubicBezTo>
                    <a:pt x="4733" y="3107"/>
                    <a:pt x="5816" y="2677"/>
                    <a:pt x="6920" y="2677"/>
                  </a:cubicBezTo>
                  <a:close/>
                  <a:moveTo>
                    <a:pt x="6021" y="0"/>
                  </a:moveTo>
                  <a:cubicBezTo>
                    <a:pt x="5906" y="0"/>
                    <a:pt x="5801" y="106"/>
                    <a:pt x="5810" y="220"/>
                  </a:cubicBezTo>
                  <a:lnTo>
                    <a:pt x="5810" y="823"/>
                  </a:lnTo>
                  <a:cubicBezTo>
                    <a:pt x="5801" y="929"/>
                    <a:pt x="5734" y="1015"/>
                    <a:pt x="5628" y="1034"/>
                  </a:cubicBezTo>
                  <a:cubicBezTo>
                    <a:pt x="4939" y="1187"/>
                    <a:pt x="4279" y="1465"/>
                    <a:pt x="3676" y="1847"/>
                  </a:cubicBezTo>
                  <a:cubicBezTo>
                    <a:pt x="3639" y="1872"/>
                    <a:pt x="3597" y="1884"/>
                    <a:pt x="3555" y="1884"/>
                  </a:cubicBezTo>
                  <a:cubicBezTo>
                    <a:pt x="3498" y="1884"/>
                    <a:pt x="3442" y="1862"/>
                    <a:pt x="3398" y="1819"/>
                  </a:cubicBezTo>
                  <a:lnTo>
                    <a:pt x="2977" y="1398"/>
                  </a:lnTo>
                  <a:cubicBezTo>
                    <a:pt x="2934" y="1354"/>
                    <a:pt x="2879" y="1333"/>
                    <a:pt x="2824" y="1333"/>
                  </a:cubicBezTo>
                  <a:cubicBezTo>
                    <a:pt x="2769" y="1333"/>
                    <a:pt x="2714" y="1354"/>
                    <a:pt x="2671" y="1398"/>
                  </a:cubicBezTo>
                  <a:lnTo>
                    <a:pt x="1408" y="2651"/>
                  </a:lnTo>
                  <a:cubicBezTo>
                    <a:pt x="1322" y="2737"/>
                    <a:pt x="1322" y="2871"/>
                    <a:pt x="1408" y="2957"/>
                  </a:cubicBezTo>
                  <a:lnTo>
                    <a:pt x="1819" y="3379"/>
                  </a:lnTo>
                  <a:cubicBezTo>
                    <a:pt x="1896" y="3455"/>
                    <a:pt x="1905" y="3570"/>
                    <a:pt x="1848" y="3656"/>
                  </a:cubicBezTo>
                  <a:cubicBezTo>
                    <a:pt x="1465" y="4259"/>
                    <a:pt x="1197" y="4919"/>
                    <a:pt x="1044" y="5608"/>
                  </a:cubicBezTo>
                  <a:cubicBezTo>
                    <a:pt x="1025" y="5714"/>
                    <a:pt x="929" y="5781"/>
                    <a:pt x="824" y="5790"/>
                  </a:cubicBezTo>
                  <a:lnTo>
                    <a:pt x="231" y="5790"/>
                  </a:lnTo>
                  <a:cubicBezTo>
                    <a:pt x="106" y="5790"/>
                    <a:pt x="1" y="5886"/>
                    <a:pt x="1" y="6010"/>
                  </a:cubicBezTo>
                  <a:lnTo>
                    <a:pt x="1" y="7790"/>
                  </a:lnTo>
                  <a:cubicBezTo>
                    <a:pt x="1" y="7915"/>
                    <a:pt x="106" y="8011"/>
                    <a:pt x="231" y="8011"/>
                  </a:cubicBezTo>
                  <a:lnTo>
                    <a:pt x="824" y="8011"/>
                  </a:lnTo>
                  <a:cubicBezTo>
                    <a:pt x="929" y="8011"/>
                    <a:pt x="1025" y="8087"/>
                    <a:pt x="1044" y="8192"/>
                  </a:cubicBezTo>
                  <a:cubicBezTo>
                    <a:pt x="1197" y="8881"/>
                    <a:pt x="1465" y="9542"/>
                    <a:pt x="1848" y="10145"/>
                  </a:cubicBezTo>
                  <a:cubicBezTo>
                    <a:pt x="1905" y="10231"/>
                    <a:pt x="1896" y="10346"/>
                    <a:pt x="1819" y="10422"/>
                  </a:cubicBezTo>
                  <a:lnTo>
                    <a:pt x="1398" y="10843"/>
                  </a:lnTo>
                  <a:cubicBezTo>
                    <a:pt x="1312" y="10930"/>
                    <a:pt x="1312" y="11073"/>
                    <a:pt x="1398" y="11159"/>
                  </a:cubicBezTo>
                  <a:lnTo>
                    <a:pt x="2662" y="12413"/>
                  </a:lnTo>
                  <a:cubicBezTo>
                    <a:pt x="2705" y="12456"/>
                    <a:pt x="2762" y="12477"/>
                    <a:pt x="2819" y="12477"/>
                  </a:cubicBezTo>
                  <a:cubicBezTo>
                    <a:pt x="2877" y="12477"/>
                    <a:pt x="2934" y="12456"/>
                    <a:pt x="2977" y="12413"/>
                  </a:cubicBezTo>
                  <a:lnTo>
                    <a:pt x="3398" y="12001"/>
                  </a:lnTo>
                  <a:cubicBezTo>
                    <a:pt x="3442" y="11958"/>
                    <a:pt x="3498" y="11936"/>
                    <a:pt x="3555" y="11936"/>
                  </a:cubicBezTo>
                  <a:cubicBezTo>
                    <a:pt x="3597" y="11936"/>
                    <a:pt x="3639" y="11948"/>
                    <a:pt x="3676" y="11973"/>
                  </a:cubicBezTo>
                  <a:cubicBezTo>
                    <a:pt x="4269" y="12355"/>
                    <a:pt x="4930" y="12623"/>
                    <a:pt x="5628" y="12777"/>
                  </a:cubicBezTo>
                  <a:cubicBezTo>
                    <a:pt x="5724" y="12796"/>
                    <a:pt x="5801" y="12891"/>
                    <a:pt x="5801" y="12997"/>
                  </a:cubicBezTo>
                  <a:lnTo>
                    <a:pt x="5801" y="13590"/>
                  </a:lnTo>
                  <a:cubicBezTo>
                    <a:pt x="5801" y="13714"/>
                    <a:pt x="5906" y="13810"/>
                    <a:pt x="6021" y="13810"/>
                  </a:cubicBezTo>
                  <a:lnTo>
                    <a:pt x="7810" y="13810"/>
                  </a:lnTo>
                  <a:cubicBezTo>
                    <a:pt x="7925" y="13810"/>
                    <a:pt x="8030" y="13714"/>
                    <a:pt x="8030" y="13590"/>
                  </a:cubicBezTo>
                  <a:lnTo>
                    <a:pt x="8030" y="12997"/>
                  </a:lnTo>
                  <a:cubicBezTo>
                    <a:pt x="8030" y="12891"/>
                    <a:pt x="8107" y="12796"/>
                    <a:pt x="8203" y="12777"/>
                  </a:cubicBezTo>
                  <a:cubicBezTo>
                    <a:pt x="8901" y="12623"/>
                    <a:pt x="9562" y="12355"/>
                    <a:pt x="10155" y="11973"/>
                  </a:cubicBezTo>
                  <a:cubicBezTo>
                    <a:pt x="10192" y="11948"/>
                    <a:pt x="10234" y="11936"/>
                    <a:pt x="10276" y="11936"/>
                  </a:cubicBezTo>
                  <a:cubicBezTo>
                    <a:pt x="10333" y="11936"/>
                    <a:pt x="10389" y="11958"/>
                    <a:pt x="10433" y="12001"/>
                  </a:cubicBezTo>
                  <a:lnTo>
                    <a:pt x="10854" y="12413"/>
                  </a:lnTo>
                  <a:cubicBezTo>
                    <a:pt x="10897" y="12456"/>
                    <a:pt x="10954" y="12477"/>
                    <a:pt x="11012" y="12477"/>
                  </a:cubicBezTo>
                  <a:cubicBezTo>
                    <a:pt x="11069" y="12477"/>
                    <a:pt x="11126" y="12456"/>
                    <a:pt x="11170" y="12413"/>
                  </a:cubicBezTo>
                  <a:lnTo>
                    <a:pt x="12423" y="11159"/>
                  </a:lnTo>
                  <a:cubicBezTo>
                    <a:pt x="12509" y="11073"/>
                    <a:pt x="12509" y="10930"/>
                    <a:pt x="12423" y="10843"/>
                  </a:cubicBezTo>
                  <a:lnTo>
                    <a:pt x="12012" y="10422"/>
                  </a:lnTo>
                  <a:cubicBezTo>
                    <a:pt x="11935" y="10346"/>
                    <a:pt x="11926" y="10231"/>
                    <a:pt x="11983" y="10145"/>
                  </a:cubicBezTo>
                  <a:cubicBezTo>
                    <a:pt x="12366" y="9542"/>
                    <a:pt x="12634" y="8891"/>
                    <a:pt x="12787" y="8192"/>
                  </a:cubicBezTo>
                  <a:cubicBezTo>
                    <a:pt x="12806" y="8087"/>
                    <a:pt x="12902" y="8020"/>
                    <a:pt x="13007" y="8020"/>
                  </a:cubicBezTo>
                  <a:lnTo>
                    <a:pt x="13600" y="8020"/>
                  </a:lnTo>
                  <a:cubicBezTo>
                    <a:pt x="13725" y="8011"/>
                    <a:pt x="13820" y="7915"/>
                    <a:pt x="13820" y="7790"/>
                  </a:cubicBezTo>
                  <a:lnTo>
                    <a:pt x="13820" y="6010"/>
                  </a:lnTo>
                  <a:cubicBezTo>
                    <a:pt x="13820" y="5886"/>
                    <a:pt x="13725" y="5790"/>
                    <a:pt x="13600" y="5790"/>
                  </a:cubicBezTo>
                  <a:lnTo>
                    <a:pt x="12997" y="5790"/>
                  </a:lnTo>
                  <a:cubicBezTo>
                    <a:pt x="12892" y="5790"/>
                    <a:pt x="12806" y="5714"/>
                    <a:pt x="12787" y="5618"/>
                  </a:cubicBezTo>
                  <a:cubicBezTo>
                    <a:pt x="12634" y="4919"/>
                    <a:pt x="12356" y="4259"/>
                    <a:pt x="11973" y="3666"/>
                  </a:cubicBezTo>
                  <a:cubicBezTo>
                    <a:pt x="11916" y="3580"/>
                    <a:pt x="11926" y="3455"/>
                    <a:pt x="12002" y="3388"/>
                  </a:cubicBezTo>
                  <a:lnTo>
                    <a:pt x="12423" y="2967"/>
                  </a:lnTo>
                  <a:cubicBezTo>
                    <a:pt x="12509" y="2881"/>
                    <a:pt x="12509" y="2737"/>
                    <a:pt x="12423" y="2651"/>
                  </a:cubicBezTo>
                  <a:lnTo>
                    <a:pt x="11170" y="1388"/>
                  </a:lnTo>
                  <a:cubicBezTo>
                    <a:pt x="11126" y="1345"/>
                    <a:pt x="11069" y="1323"/>
                    <a:pt x="11012" y="1323"/>
                  </a:cubicBezTo>
                  <a:cubicBezTo>
                    <a:pt x="10954" y="1323"/>
                    <a:pt x="10897" y="1345"/>
                    <a:pt x="10854" y="1388"/>
                  </a:cubicBezTo>
                  <a:lnTo>
                    <a:pt x="10433" y="1809"/>
                  </a:lnTo>
                  <a:cubicBezTo>
                    <a:pt x="10389" y="1853"/>
                    <a:pt x="10333" y="1875"/>
                    <a:pt x="10276" y="1875"/>
                  </a:cubicBezTo>
                  <a:cubicBezTo>
                    <a:pt x="10234" y="1875"/>
                    <a:pt x="10192" y="1862"/>
                    <a:pt x="10155" y="1838"/>
                  </a:cubicBezTo>
                  <a:cubicBezTo>
                    <a:pt x="9562" y="1455"/>
                    <a:pt x="8901" y="1177"/>
                    <a:pt x="8203" y="1034"/>
                  </a:cubicBezTo>
                  <a:cubicBezTo>
                    <a:pt x="8107" y="1005"/>
                    <a:pt x="8030" y="919"/>
                    <a:pt x="8030" y="814"/>
                  </a:cubicBezTo>
                  <a:lnTo>
                    <a:pt x="8030" y="211"/>
                  </a:lnTo>
                  <a:cubicBezTo>
                    <a:pt x="8021" y="96"/>
                    <a:pt x="7925" y="0"/>
                    <a:pt x="78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4"/>
            <p:cNvSpPr/>
            <p:nvPr/>
          </p:nvSpPr>
          <p:spPr>
            <a:xfrm>
              <a:off x="1346262" y="1555236"/>
              <a:ext cx="267694" cy="257742"/>
            </a:xfrm>
            <a:custGeom>
              <a:avLst/>
              <a:gdLst/>
              <a:ahLst/>
              <a:cxnLst/>
              <a:rect l="l" t="t" r="r" b="b"/>
              <a:pathLst>
                <a:path w="10194" h="9815" extrusionOk="0">
                  <a:moveTo>
                    <a:pt x="5289" y="895"/>
                  </a:moveTo>
                  <a:cubicBezTo>
                    <a:pt x="5806" y="895"/>
                    <a:pt x="6327" y="994"/>
                    <a:pt x="6825" y="1197"/>
                  </a:cubicBezTo>
                  <a:cubicBezTo>
                    <a:pt x="8318" y="1819"/>
                    <a:pt x="9294" y="3283"/>
                    <a:pt x="9294" y="4900"/>
                  </a:cubicBezTo>
                  <a:cubicBezTo>
                    <a:pt x="9294" y="7121"/>
                    <a:pt x="7504" y="8910"/>
                    <a:pt x="5293" y="8910"/>
                  </a:cubicBezTo>
                  <a:cubicBezTo>
                    <a:pt x="3666" y="8910"/>
                    <a:pt x="2202" y="7934"/>
                    <a:pt x="1590" y="6441"/>
                  </a:cubicBezTo>
                  <a:cubicBezTo>
                    <a:pt x="968" y="4939"/>
                    <a:pt x="1312" y="3216"/>
                    <a:pt x="2451" y="2068"/>
                  </a:cubicBezTo>
                  <a:cubicBezTo>
                    <a:pt x="3219" y="1299"/>
                    <a:pt x="4245" y="895"/>
                    <a:pt x="5289" y="895"/>
                  </a:cubicBezTo>
                  <a:close/>
                  <a:moveTo>
                    <a:pt x="5293" y="0"/>
                  </a:moveTo>
                  <a:cubicBezTo>
                    <a:pt x="3303" y="0"/>
                    <a:pt x="1513" y="1197"/>
                    <a:pt x="757" y="3034"/>
                  </a:cubicBezTo>
                  <a:cubicBezTo>
                    <a:pt x="1" y="4862"/>
                    <a:pt x="422" y="6977"/>
                    <a:pt x="1819" y="8374"/>
                  </a:cubicBezTo>
                  <a:cubicBezTo>
                    <a:pt x="2759" y="9314"/>
                    <a:pt x="4011" y="9814"/>
                    <a:pt x="5286" y="9814"/>
                  </a:cubicBezTo>
                  <a:cubicBezTo>
                    <a:pt x="5920" y="9814"/>
                    <a:pt x="6559" y="9691"/>
                    <a:pt x="7169" y="9437"/>
                  </a:cubicBezTo>
                  <a:cubicBezTo>
                    <a:pt x="8997" y="8681"/>
                    <a:pt x="10193" y="6891"/>
                    <a:pt x="10193" y="4910"/>
                  </a:cubicBezTo>
                  <a:cubicBezTo>
                    <a:pt x="10193" y="2202"/>
                    <a:pt x="8002" y="0"/>
                    <a:pt x="52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1" name="Google Shape;511;p34"/>
          <p:cNvGrpSpPr/>
          <p:nvPr/>
        </p:nvGrpSpPr>
        <p:grpSpPr>
          <a:xfrm>
            <a:off x="953920" y="3455283"/>
            <a:ext cx="506255" cy="488024"/>
            <a:chOff x="953920" y="3455283"/>
            <a:chExt cx="506255" cy="488024"/>
          </a:xfrm>
        </p:grpSpPr>
        <p:sp>
          <p:nvSpPr>
            <p:cNvPr id="512" name="Google Shape;512;p34"/>
            <p:cNvSpPr/>
            <p:nvPr/>
          </p:nvSpPr>
          <p:spPr>
            <a:xfrm>
              <a:off x="1130280" y="3487175"/>
              <a:ext cx="329894" cy="349018"/>
            </a:xfrm>
            <a:custGeom>
              <a:avLst/>
              <a:gdLst/>
              <a:ahLst/>
              <a:cxnLst/>
              <a:rect l="l" t="t" r="r" b="b"/>
              <a:pathLst>
                <a:path w="8498" h="8941" extrusionOk="0">
                  <a:moveTo>
                    <a:pt x="7409" y="0"/>
                  </a:moveTo>
                  <a:cubicBezTo>
                    <a:pt x="7409" y="0"/>
                    <a:pt x="7721" y="2081"/>
                    <a:pt x="6625" y="3170"/>
                  </a:cubicBezTo>
                  <a:lnTo>
                    <a:pt x="3178" y="6631"/>
                  </a:lnTo>
                  <a:cubicBezTo>
                    <a:pt x="2481" y="7323"/>
                    <a:pt x="1387" y="7449"/>
                    <a:pt x="681" y="7449"/>
                  </a:cubicBezTo>
                  <a:cubicBezTo>
                    <a:pt x="277" y="7449"/>
                    <a:pt x="1" y="7408"/>
                    <a:pt x="1" y="7408"/>
                  </a:cubicBezTo>
                  <a:lnTo>
                    <a:pt x="1" y="7408"/>
                  </a:lnTo>
                  <a:cubicBezTo>
                    <a:pt x="341" y="7748"/>
                    <a:pt x="764" y="7997"/>
                    <a:pt x="1236" y="8129"/>
                  </a:cubicBezTo>
                  <a:lnTo>
                    <a:pt x="2047" y="8941"/>
                  </a:lnTo>
                  <a:cubicBezTo>
                    <a:pt x="2734" y="8497"/>
                    <a:pt x="3372" y="7984"/>
                    <a:pt x="3955" y="7408"/>
                  </a:cubicBezTo>
                  <a:lnTo>
                    <a:pt x="7409" y="3947"/>
                  </a:lnTo>
                  <a:cubicBezTo>
                    <a:pt x="8498" y="2858"/>
                    <a:pt x="8498" y="1089"/>
                    <a:pt x="740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4"/>
            <p:cNvSpPr/>
            <p:nvPr/>
          </p:nvSpPr>
          <p:spPr>
            <a:xfrm>
              <a:off x="1116848" y="3748168"/>
              <a:ext cx="13471" cy="28184"/>
            </a:xfrm>
            <a:custGeom>
              <a:avLst/>
              <a:gdLst/>
              <a:ahLst/>
              <a:cxnLst/>
              <a:rect l="l" t="t" r="r" b="b"/>
              <a:pathLst>
                <a:path w="347" h="722" extrusionOk="0">
                  <a:moveTo>
                    <a:pt x="305" y="1"/>
                  </a:moveTo>
                  <a:lnTo>
                    <a:pt x="0" y="299"/>
                  </a:lnTo>
                  <a:cubicBezTo>
                    <a:pt x="104" y="451"/>
                    <a:pt x="222" y="590"/>
                    <a:pt x="347" y="722"/>
                  </a:cubicBezTo>
                  <a:cubicBezTo>
                    <a:pt x="319" y="479"/>
                    <a:pt x="305" y="236"/>
                    <a:pt x="305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4"/>
            <p:cNvSpPr/>
            <p:nvPr/>
          </p:nvSpPr>
          <p:spPr>
            <a:xfrm>
              <a:off x="1100155" y="3455283"/>
              <a:ext cx="347635" cy="338400"/>
            </a:xfrm>
            <a:custGeom>
              <a:avLst/>
              <a:gdLst/>
              <a:ahLst/>
              <a:cxnLst/>
              <a:rect l="l" t="t" r="r" b="b"/>
              <a:pathLst>
                <a:path w="8955" h="8669" extrusionOk="0">
                  <a:moveTo>
                    <a:pt x="6211" y="1422"/>
                  </a:moveTo>
                  <a:cubicBezTo>
                    <a:pt x="6562" y="1422"/>
                    <a:pt x="6912" y="1556"/>
                    <a:pt x="7179" y="1823"/>
                  </a:cubicBezTo>
                  <a:cubicBezTo>
                    <a:pt x="7713" y="2357"/>
                    <a:pt x="7713" y="3224"/>
                    <a:pt x="7179" y="3765"/>
                  </a:cubicBezTo>
                  <a:lnTo>
                    <a:pt x="5445" y="5499"/>
                  </a:lnTo>
                  <a:lnTo>
                    <a:pt x="5077" y="5589"/>
                  </a:lnTo>
                  <a:lnTo>
                    <a:pt x="3822" y="7122"/>
                  </a:lnTo>
                  <a:lnTo>
                    <a:pt x="3725" y="7219"/>
                  </a:lnTo>
                  <a:cubicBezTo>
                    <a:pt x="3455" y="7496"/>
                    <a:pt x="3097" y="7635"/>
                    <a:pt x="2739" y="7635"/>
                  </a:cubicBezTo>
                  <a:cubicBezTo>
                    <a:pt x="2388" y="7635"/>
                    <a:pt x="2037" y="7501"/>
                    <a:pt x="1769" y="7233"/>
                  </a:cubicBezTo>
                  <a:cubicBezTo>
                    <a:pt x="1228" y="6692"/>
                    <a:pt x="1235" y="5811"/>
                    <a:pt x="1783" y="5277"/>
                  </a:cubicBezTo>
                  <a:lnTo>
                    <a:pt x="5237" y="1823"/>
                  </a:lnTo>
                  <a:cubicBezTo>
                    <a:pt x="5507" y="1556"/>
                    <a:pt x="5859" y="1422"/>
                    <a:pt x="6211" y="1422"/>
                  </a:cubicBezTo>
                  <a:close/>
                  <a:moveTo>
                    <a:pt x="6211" y="0"/>
                  </a:moveTo>
                  <a:cubicBezTo>
                    <a:pt x="5495" y="0"/>
                    <a:pt x="4779" y="273"/>
                    <a:pt x="4231" y="817"/>
                  </a:cubicBezTo>
                  <a:lnTo>
                    <a:pt x="777" y="4271"/>
                  </a:lnTo>
                  <a:lnTo>
                    <a:pt x="0" y="6678"/>
                  </a:lnTo>
                  <a:cubicBezTo>
                    <a:pt x="63" y="7080"/>
                    <a:pt x="208" y="7469"/>
                    <a:pt x="437" y="7809"/>
                  </a:cubicBezTo>
                  <a:lnTo>
                    <a:pt x="479" y="7767"/>
                  </a:lnTo>
                  <a:cubicBezTo>
                    <a:pt x="548" y="7941"/>
                    <a:pt x="652" y="8093"/>
                    <a:pt x="784" y="8225"/>
                  </a:cubicBezTo>
                  <a:cubicBezTo>
                    <a:pt x="1082" y="8523"/>
                    <a:pt x="1494" y="8668"/>
                    <a:pt x="1951" y="8668"/>
                  </a:cubicBezTo>
                  <a:cubicBezTo>
                    <a:pt x="2079" y="8668"/>
                    <a:pt x="2211" y="8657"/>
                    <a:pt x="2345" y="8634"/>
                  </a:cubicBezTo>
                  <a:cubicBezTo>
                    <a:pt x="2948" y="8523"/>
                    <a:pt x="3600" y="8183"/>
                    <a:pt x="4148" y="7642"/>
                  </a:cubicBezTo>
                  <a:lnTo>
                    <a:pt x="7602" y="4188"/>
                  </a:lnTo>
                  <a:cubicBezTo>
                    <a:pt x="8691" y="3092"/>
                    <a:pt x="8955" y="1587"/>
                    <a:pt x="8185" y="817"/>
                  </a:cubicBezTo>
                  <a:cubicBezTo>
                    <a:pt x="7640" y="273"/>
                    <a:pt x="6926" y="0"/>
                    <a:pt x="62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4"/>
            <p:cNvSpPr/>
            <p:nvPr/>
          </p:nvSpPr>
          <p:spPr>
            <a:xfrm>
              <a:off x="996467" y="3834281"/>
              <a:ext cx="224614" cy="109027"/>
            </a:xfrm>
            <a:custGeom>
              <a:avLst/>
              <a:gdLst/>
              <a:ahLst/>
              <a:cxnLst/>
              <a:rect l="l" t="t" r="r" b="b"/>
              <a:pathLst>
                <a:path w="5786" h="2793" extrusionOk="0">
                  <a:moveTo>
                    <a:pt x="4370" y="0"/>
                  </a:moveTo>
                  <a:lnTo>
                    <a:pt x="3171" y="1193"/>
                  </a:lnTo>
                  <a:cubicBezTo>
                    <a:pt x="2482" y="1886"/>
                    <a:pt x="1398" y="2013"/>
                    <a:pt x="693" y="2013"/>
                  </a:cubicBezTo>
                  <a:cubicBezTo>
                    <a:pt x="283" y="2013"/>
                    <a:pt x="1" y="1970"/>
                    <a:pt x="1" y="1970"/>
                  </a:cubicBezTo>
                  <a:lnTo>
                    <a:pt x="1" y="1970"/>
                  </a:lnTo>
                  <a:cubicBezTo>
                    <a:pt x="545" y="2518"/>
                    <a:pt x="1260" y="2792"/>
                    <a:pt x="1974" y="2792"/>
                  </a:cubicBezTo>
                  <a:cubicBezTo>
                    <a:pt x="2688" y="2792"/>
                    <a:pt x="3403" y="2518"/>
                    <a:pt x="3947" y="1970"/>
                  </a:cubicBezTo>
                  <a:lnTo>
                    <a:pt x="5785" y="139"/>
                  </a:lnTo>
                  <a:lnTo>
                    <a:pt x="437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4"/>
            <p:cNvSpPr/>
            <p:nvPr/>
          </p:nvSpPr>
          <p:spPr>
            <a:xfrm>
              <a:off x="1166111" y="3770926"/>
              <a:ext cx="123099" cy="69405"/>
            </a:xfrm>
            <a:custGeom>
              <a:avLst/>
              <a:gdLst/>
              <a:ahLst/>
              <a:cxnLst/>
              <a:rect l="l" t="t" r="r" b="b"/>
              <a:pathLst>
                <a:path w="3171" h="1778" extrusionOk="0">
                  <a:moveTo>
                    <a:pt x="3170" y="0"/>
                  </a:moveTo>
                  <a:lnTo>
                    <a:pt x="3032" y="132"/>
                  </a:lnTo>
                  <a:cubicBezTo>
                    <a:pt x="2507" y="663"/>
                    <a:pt x="1792" y="953"/>
                    <a:pt x="1054" y="953"/>
                  </a:cubicBezTo>
                  <a:cubicBezTo>
                    <a:pt x="935" y="953"/>
                    <a:pt x="814" y="945"/>
                    <a:pt x="694" y="930"/>
                  </a:cubicBezTo>
                  <a:lnTo>
                    <a:pt x="0" y="1623"/>
                  </a:lnTo>
                  <a:cubicBezTo>
                    <a:pt x="346" y="1728"/>
                    <a:pt x="704" y="1777"/>
                    <a:pt x="1064" y="1777"/>
                  </a:cubicBezTo>
                  <a:cubicBezTo>
                    <a:pt x="1181" y="1777"/>
                    <a:pt x="1298" y="1772"/>
                    <a:pt x="1415" y="1762"/>
                  </a:cubicBezTo>
                  <a:lnTo>
                    <a:pt x="3032" y="139"/>
                  </a:lnTo>
                  <a:cubicBezTo>
                    <a:pt x="3080" y="97"/>
                    <a:pt x="3122" y="49"/>
                    <a:pt x="3170" y="0"/>
                  </a:cubicBezTo>
                  <a:close/>
                </a:path>
              </a:pathLst>
            </a:custGeom>
            <a:solidFill>
              <a:srgbClr val="34B9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4"/>
            <p:cNvSpPr/>
            <p:nvPr/>
          </p:nvSpPr>
          <p:spPr>
            <a:xfrm>
              <a:off x="953920" y="3590386"/>
              <a:ext cx="349537" cy="338166"/>
            </a:xfrm>
            <a:custGeom>
              <a:avLst/>
              <a:gdLst/>
              <a:ahLst/>
              <a:cxnLst/>
              <a:rect l="l" t="t" r="r" b="b"/>
              <a:pathLst>
                <a:path w="9004" h="8663" extrusionOk="0">
                  <a:moveTo>
                    <a:pt x="6524" y="0"/>
                  </a:moveTo>
                  <a:cubicBezTo>
                    <a:pt x="5810" y="0"/>
                    <a:pt x="5095" y="273"/>
                    <a:pt x="4551" y="817"/>
                  </a:cubicBezTo>
                  <a:lnTo>
                    <a:pt x="1097" y="4271"/>
                  </a:lnTo>
                  <a:cubicBezTo>
                    <a:pt x="1" y="5360"/>
                    <a:pt x="1" y="7129"/>
                    <a:pt x="1097" y="8225"/>
                  </a:cubicBezTo>
                  <a:cubicBezTo>
                    <a:pt x="1393" y="8521"/>
                    <a:pt x="1801" y="8663"/>
                    <a:pt x="2255" y="8663"/>
                  </a:cubicBezTo>
                  <a:cubicBezTo>
                    <a:pt x="2386" y="8663"/>
                    <a:pt x="2520" y="8651"/>
                    <a:pt x="2657" y="8627"/>
                  </a:cubicBezTo>
                  <a:cubicBezTo>
                    <a:pt x="3261" y="8523"/>
                    <a:pt x="3913" y="8183"/>
                    <a:pt x="4461" y="7642"/>
                  </a:cubicBezTo>
                  <a:lnTo>
                    <a:pt x="5779" y="6325"/>
                  </a:lnTo>
                  <a:cubicBezTo>
                    <a:pt x="5779" y="6325"/>
                    <a:pt x="5632" y="6119"/>
                    <a:pt x="5240" y="6119"/>
                  </a:cubicBezTo>
                  <a:cubicBezTo>
                    <a:pt x="5206" y="6119"/>
                    <a:pt x="5171" y="6120"/>
                    <a:pt x="5134" y="6123"/>
                  </a:cubicBezTo>
                  <a:lnTo>
                    <a:pt x="4045" y="7219"/>
                  </a:lnTo>
                  <a:cubicBezTo>
                    <a:pt x="3775" y="7496"/>
                    <a:pt x="3417" y="7635"/>
                    <a:pt x="3059" y="7635"/>
                  </a:cubicBezTo>
                  <a:cubicBezTo>
                    <a:pt x="2708" y="7635"/>
                    <a:pt x="2356" y="7501"/>
                    <a:pt x="2089" y="7233"/>
                  </a:cubicBezTo>
                  <a:cubicBezTo>
                    <a:pt x="1548" y="6692"/>
                    <a:pt x="1554" y="5811"/>
                    <a:pt x="2102" y="5277"/>
                  </a:cubicBezTo>
                  <a:lnTo>
                    <a:pt x="5557" y="1823"/>
                  </a:lnTo>
                  <a:cubicBezTo>
                    <a:pt x="5820" y="1559"/>
                    <a:pt x="6168" y="1427"/>
                    <a:pt x="6517" y="1427"/>
                  </a:cubicBezTo>
                  <a:cubicBezTo>
                    <a:pt x="6847" y="1427"/>
                    <a:pt x="7177" y="1545"/>
                    <a:pt x="7436" y="1781"/>
                  </a:cubicBezTo>
                  <a:cubicBezTo>
                    <a:pt x="7977" y="2274"/>
                    <a:pt x="8040" y="3099"/>
                    <a:pt x="7582" y="3661"/>
                  </a:cubicBezTo>
                  <a:lnTo>
                    <a:pt x="8914" y="2336"/>
                  </a:lnTo>
                  <a:cubicBezTo>
                    <a:pt x="9004" y="1740"/>
                    <a:pt x="8872" y="1192"/>
                    <a:pt x="8498" y="817"/>
                  </a:cubicBezTo>
                  <a:cubicBezTo>
                    <a:pt x="7953" y="273"/>
                    <a:pt x="7239" y="0"/>
                    <a:pt x="65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4"/>
            <p:cNvSpPr/>
            <p:nvPr/>
          </p:nvSpPr>
          <p:spPr>
            <a:xfrm>
              <a:off x="1152912" y="3804223"/>
              <a:ext cx="54154" cy="33063"/>
            </a:xfrm>
            <a:custGeom>
              <a:avLst/>
              <a:gdLst/>
              <a:ahLst/>
              <a:cxnLst/>
              <a:rect l="l" t="t" r="r" b="b"/>
              <a:pathLst>
                <a:path w="1395" h="847" extrusionOk="0">
                  <a:moveTo>
                    <a:pt x="653" y="0"/>
                  </a:moveTo>
                  <a:lnTo>
                    <a:pt x="1" y="645"/>
                  </a:lnTo>
                  <a:cubicBezTo>
                    <a:pt x="209" y="736"/>
                    <a:pt x="431" y="798"/>
                    <a:pt x="646" y="847"/>
                  </a:cubicBezTo>
                  <a:lnTo>
                    <a:pt x="1395" y="104"/>
                  </a:lnTo>
                  <a:cubicBezTo>
                    <a:pt x="1145" y="104"/>
                    <a:pt x="895" y="70"/>
                    <a:pt x="653" y="0"/>
                  </a:cubicBezTo>
                  <a:close/>
                </a:path>
              </a:pathLst>
            </a:custGeom>
            <a:solidFill>
              <a:srgbClr val="34B9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Concept of Minimization in ES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423" y="1102290"/>
            <a:ext cx="3924848" cy="1019317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423" y="2684001"/>
            <a:ext cx="4447837" cy="2395303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407" y="1102291"/>
            <a:ext cx="4072941" cy="3302546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29423" y="2141194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DengXian" panose="02010600030101010101" pitchFamily="2" charset="-122"/>
              </a:rPr>
              <a:t>The </a:t>
            </a:r>
            <a:r>
              <a:rPr lang="en-US" dirty="0" err="1">
                <a:latin typeface="Times New Roman" panose="02020603050405020304" pitchFamily="18" charset="0"/>
                <a:ea typeface="DengXian" panose="02010600030101010101" pitchFamily="2" charset="-122"/>
              </a:rPr>
              <a:t>Rastrigin</a:t>
            </a:r>
            <a:r>
              <a:rPr lang="en-US" dirty="0">
                <a:latin typeface="Times New Roman" panose="02020603050405020304" pitchFamily="18" charset="0"/>
                <a:ea typeface="DengXian" panose="02010600030101010101" pitchFamily="2" charset="-122"/>
              </a:rPr>
              <a:t> function is a non-convex function with multiple local </a:t>
            </a:r>
            <a:r>
              <a:rPr lang="en-US" b="1" dirty="0">
                <a:latin typeface="Times New Roman" panose="02020603050405020304" pitchFamily="18" charset="0"/>
                <a:ea typeface="DengXian" panose="02010600030101010101" pitchFamily="2" charset="-122"/>
              </a:rPr>
              <a:t>min.</a:t>
            </a:r>
            <a:endParaRPr lang="ru-RU" b="1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4892826" y="4386568"/>
            <a:ext cx="425117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Poppins;900"/>
                <a:ea typeface="DengXian" panose="02010600030101010101" pitchFamily="2" charset="-122"/>
              </a:rPr>
              <a:t>Shows the trend of best fitness values across generations. </a:t>
            </a:r>
            <a:r>
              <a:rPr lang="en-US" dirty="0">
                <a:latin typeface="Poppins;900"/>
              </a:rPr>
              <a:t>A downward trend indicates the optimization is effectively minimizing the function.</a:t>
            </a:r>
            <a:endParaRPr lang="ru-RU" dirty="0">
              <a:latin typeface="Poppins;900"/>
            </a:endParaRPr>
          </a:p>
        </p:txBody>
      </p:sp>
    </p:spTree>
    <p:extLst>
      <p:ext uri="{BB962C8B-B14F-4D97-AF65-F5344CB8AC3E}">
        <p14:creationId xmlns:p14="http://schemas.microsoft.com/office/powerpoint/2010/main" val="31862320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Differences Between (</a:t>
            </a:r>
            <a:r>
              <a:rPr lang="en-US" dirty="0" err="1"/>
              <a:t>μ+λ</a:t>
            </a:r>
            <a:r>
              <a:rPr lang="en-US" dirty="0"/>
              <a:t>) and (μ, λ)</a:t>
            </a:r>
            <a:endParaRPr lang="ru-RU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400" y="1292560"/>
            <a:ext cx="7429200" cy="3480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173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idx="1"/>
          </p:nvPr>
        </p:nvSpPr>
        <p:spPr>
          <a:xfrm>
            <a:off x="0" y="1019353"/>
            <a:ext cx="4572000" cy="3019500"/>
          </a:xfrm>
        </p:spPr>
        <p:txBody>
          <a:bodyPr/>
          <a:lstStyle/>
          <a:p>
            <a:pPr marL="139700" indent="0">
              <a:buNone/>
            </a:pPr>
            <a:r>
              <a:rPr lang="en-US" dirty="0"/>
              <a:t>Similar to the simple strategy, it plots the best fitness values over time. An effective (</a:t>
            </a:r>
            <a:r>
              <a:rPr lang="ru-RU" dirty="0"/>
              <a:t>μ</a:t>
            </a:r>
            <a:r>
              <a:rPr lang="en-US" dirty="0"/>
              <a:t> + </a:t>
            </a:r>
            <a:r>
              <a:rPr lang="ru-RU" dirty="0"/>
              <a:t>λ</a:t>
            </a:r>
            <a:r>
              <a:rPr lang="en-US" dirty="0"/>
              <a:t>) strategy will show a consistent improvement in fitness, reflecting how well the strategy balances exploration and exploitation.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Differences Between (</a:t>
            </a:r>
            <a:r>
              <a:rPr lang="en-US" dirty="0" err="1"/>
              <a:t>μ+λ</a:t>
            </a:r>
            <a:r>
              <a:rPr lang="en-US" dirty="0"/>
              <a:t>) and (μ, λ)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idx="2"/>
          </p:nvPr>
        </p:nvSpPr>
        <p:spPr>
          <a:xfrm>
            <a:off x="4572000" y="1000200"/>
            <a:ext cx="4572000" cy="3019500"/>
          </a:xfrm>
        </p:spPr>
        <p:txBody>
          <a:bodyPr/>
          <a:lstStyle/>
          <a:p>
            <a:pPr marL="139700" indent="0">
              <a:buNone/>
            </a:pPr>
            <a:r>
              <a:rPr lang="en-US" dirty="0"/>
              <a:t>In a (</a:t>
            </a:r>
            <a:r>
              <a:rPr lang="ru-RU" dirty="0"/>
              <a:t>μ</a:t>
            </a:r>
            <a:r>
              <a:rPr lang="en-US" dirty="0"/>
              <a:t>, </a:t>
            </a:r>
            <a:r>
              <a:rPr lang="ru-RU" dirty="0"/>
              <a:t>λ</a:t>
            </a:r>
            <a:r>
              <a:rPr lang="en-US" dirty="0"/>
              <a:t>) strategy, the fitness plot illustrates the best fitness values over generations. Unlike (</a:t>
            </a:r>
            <a:r>
              <a:rPr lang="ru-RU" dirty="0"/>
              <a:t>μ</a:t>
            </a:r>
            <a:r>
              <a:rPr lang="en-US" dirty="0"/>
              <a:t> + </a:t>
            </a:r>
            <a:r>
              <a:rPr lang="ru-RU" dirty="0"/>
              <a:t>λ</a:t>
            </a:r>
            <a:r>
              <a:rPr lang="en-US" dirty="0"/>
              <a:t>), the improvement may initially appear slower due to the reliance on entirely new offspring in each generation. 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906" y="2334894"/>
            <a:ext cx="3470189" cy="285750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3237" y="2334894"/>
            <a:ext cx="3649525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7242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 dirty="0"/>
              <a:t>Neural Network Optimization</a:t>
            </a:r>
            <a:br>
              <a:rPr lang="en-US" dirty="0"/>
            </a:b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6602" y="1220376"/>
            <a:ext cx="5707398" cy="1687859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29" y="3128411"/>
            <a:ext cx="4840702" cy="1871052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253529" y="1694973"/>
            <a:ext cx="2154477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DengXian" panose="02010600030101010101" pitchFamily="2" charset="-122"/>
              </a:rPr>
              <a:t>We start by initializing the neural network with random weights and biases.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5799551" y="3586883"/>
            <a:ext cx="237994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DengXian" panose="02010600030101010101" pitchFamily="2" charset="-122"/>
              </a:rPr>
              <a:t>Synthetic data is ideal for training because it has a simple underlying relationship that the network can learn.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980202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 dirty="0"/>
              <a:t>NN Optimization (visualization)</a:t>
            </a:r>
            <a:br>
              <a:rPr lang="en-US" dirty="0"/>
            </a:b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1222199"/>
            <a:ext cx="3702589" cy="3670780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4478956" y="2050742"/>
            <a:ext cx="4572000" cy="2013693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This plot shows how the best MSE (Mean Squared Error) evolves over generations</a:t>
            </a:r>
            <a:endParaRPr lang="ru-RU" sz="1100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The x-axis shows the generation number.</a:t>
            </a:r>
            <a:endParaRPr lang="ru-RU" sz="1100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The y-axis represents the MSE loss, which should ideally decrease over time as the model improves.</a:t>
            </a:r>
            <a:endParaRPr lang="ru-RU" sz="1100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The loss curve should show a decrease in MSE, indicating that the model is improving over time.</a:t>
            </a:r>
            <a:endParaRPr lang="ru-RU" sz="1100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8293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47"/>
          <p:cNvSpPr/>
          <p:nvPr/>
        </p:nvSpPr>
        <p:spPr>
          <a:xfrm>
            <a:off x="4573083" y="3761302"/>
            <a:ext cx="3504386" cy="309736"/>
          </a:xfrm>
          <a:custGeom>
            <a:avLst/>
            <a:gdLst/>
            <a:ahLst/>
            <a:cxnLst/>
            <a:rect l="l" t="t" r="r" b="b"/>
            <a:pathLst>
              <a:path w="161716" h="9441" extrusionOk="0">
                <a:moveTo>
                  <a:pt x="80858" y="1"/>
                </a:moveTo>
                <a:cubicBezTo>
                  <a:pt x="36193" y="1"/>
                  <a:pt x="0" y="2136"/>
                  <a:pt x="0" y="4738"/>
                </a:cubicBezTo>
                <a:cubicBezTo>
                  <a:pt x="0" y="7339"/>
                  <a:pt x="36193" y="9441"/>
                  <a:pt x="80858" y="9441"/>
                </a:cubicBezTo>
                <a:cubicBezTo>
                  <a:pt x="125523" y="9441"/>
                  <a:pt x="161716" y="7339"/>
                  <a:pt x="161716" y="4738"/>
                </a:cubicBezTo>
                <a:cubicBezTo>
                  <a:pt x="161716" y="2136"/>
                  <a:pt x="125523" y="1"/>
                  <a:pt x="8085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48" name="Google Shape;1048;p47"/>
          <p:cNvGrpSpPr/>
          <p:nvPr/>
        </p:nvGrpSpPr>
        <p:grpSpPr>
          <a:xfrm>
            <a:off x="4573077" y="1072461"/>
            <a:ext cx="3551248" cy="2844279"/>
            <a:chOff x="5251825" y="1581500"/>
            <a:chExt cx="2706125" cy="2167400"/>
          </a:xfrm>
        </p:grpSpPr>
        <p:sp>
          <p:nvSpPr>
            <p:cNvPr id="1049" name="Google Shape;1049;p47"/>
            <p:cNvSpPr/>
            <p:nvPr/>
          </p:nvSpPr>
          <p:spPr>
            <a:xfrm>
              <a:off x="6230850" y="3040025"/>
              <a:ext cx="794775" cy="708875"/>
            </a:xfrm>
            <a:custGeom>
              <a:avLst/>
              <a:gdLst/>
              <a:ahLst/>
              <a:cxnLst/>
              <a:rect l="l" t="t" r="r" b="b"/>
              <a:pathLst>
                <a:path w="31791" h="28355" extrusionOk="0">
                  <a:moveTo>
                    <a:pt x="1" y="1"/>
                  </a:moveTo>
                  <a:cubicBezTo>
                    <a:pt x="5371" y="9208"/>
                    <a:pt x="6839" y="19148"/>
                    <a:pt x="4404" y="28355"/>
                  </a:cubicBezTo>
                  <a:lnTo>
                    <a:pt x="29355" y="28355"/>
                  </a:lnTo>
                  <a:cubicBezTo>
                    <a:pt x="31790" y="19148"/>
                    <a:pt x="30323" y="9208"/>
                    <a:pt x="249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47"/>
            <p:cNvSpPr/>
            <p:nvPr/>
          </p:nvSpPr>
          <p:spPr>
            <a:xfrm>
              <a:off x="6198325" y="3040025"/>
              <a:ext cx="794775" cy="708875"/>
            </a:xfrm>
            <a:custGeom>
              <a:avLst/>
              <a:gdLst/>
              <a:ahLst/>
              <a:cxnLst/>
              <a:rect l="l" t="t" r="r" b="b"/>
              <a:pathLst>
                <a:path w="31791" h="28355" extrusionOk="0">
                  <a:moveTo>
                    <a:pt x="1" y="1"/>
                  </a:moveTo>
                  <a:cubicBezTo>
                    <a:pt x="5371" y="9208"/>
                    <a:pt x="6839" y="19148"/>
                    <a:pt x="4404" y="28355"/>
                  </a:cubicBezTo>
                  <a:lnTo>
                    <a:pt x="29355" y="28355"/>
                  </a:lnTo>
                  <a:cubicBezTo>
                    <a:pt x="31790" y="19148"/>
                    <a:pt x="30356" y="9208"/>
                    <a:pt x="249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47"/>
            <p:cNvSpPr/>
            <p:nvPr/>
          </p:nvSpPr>
          <p:spPr>
            <a:xfrm>
              <a:off x="6199175" y="3040025"/>
              <a:ext cx="747225" cy="331100"/>
            </a:xfrm>
            <a:custGeom>
              <a:avLst/>
              <a:gdLst/>
              <a:ahLst/>
              <a:cxnLst/>
              <a:rect l="l" t="t" r="r" b="b"/>
              <a:pathLst>
                <a:path w="29889" h="13244" extrusionOk="0">
                  <a:moveTo>
                    <a:pt x="0" y="1"/>
                  </a:moveTo>
                  <a:cubicBezTo>
                    <a:pt x="2402" y="4104"/>
                    <a:pt x="4070" y="8574"/>
                    <a:pt x="4904" y="13244"/>
                  </a:cubicBezTo>
                  <a:lnTo>
                    <a:pt x="29888" y="13244"/>
                  </a:lnTo>
                  <a:cubicBezTo>
                    <a:pt x="29021" y="8574"/>
                    <a:pt x="27353" y="4104"/>
                    <a:pt x="2498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47"/>
            <p:cNvSpPr/>
            <p:nvPr/>
          </p:nvSpPr>
          <p:spPr>
            <a:xfrm>
              <a:off x="5287675" y="1581500"/>
              <a:ext cx="2670275" cy="1702075"/>
            </a:xfrm>
            <a:custGeom>
              <a:avLst/>
              <a:gdLst/>
              <a:ahLst/>
              <a:cxnLst/>
              <a:rect l="l" t="t" r="r" b="b"/>
              <a:pathLst>
                <a:path w="106811" h="68083" extrusionOk="0">
                  <a:moveTo>
                    <a:pt x="3003" y="0"/>
                  </a:moveTo>
                  <a:cubicBezTo>
                    <a:pt x="1335" y="0"/>
                    <a:pt x="1" y="1334"/>
                    <a:pt x="1" y="3002"/>
                  </a:cubicBezTo>
                  <a:lnTo>
                    <a:pt x="1" y="65113"/>
                  </a:lnTo>
                  <a:cubicBezTo>
                    <a:pt x="1" y="66748"/>
                    <a:pt x="1335" y="68082"/>
                    <a:pt x="3003" y="68082"/>
                  </a:cubicBezTo>
                  <a:lnTo>
                    <a:pt x="103808" y="68082"/>
                  </a:lnTo>
                  <a:cubicBezTo>
                    <a:pt x="105476" y="68082"/>
                    <a:pt x="106811" y="66748"/>
                    <a:pt x="106811" y="65113"/>
                  </a:cubicBezTo>
                  <a:lnTo>
                    <a:pt x="106811" y="3002"/>
                  </a:lnTo>
                  <a:cubicBezTo>
                    <a:pt x="106811" y="1334"/>
                    <a:pt x="105476" y="0"/>
                    <a:pt x="1038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47"/>
            <p:cNvSpPr/>
            <p:nvPr/>
          </p:nvSpPr>
          <p:spPr>
            <a:xfrm>
              <a:off x="5287675" y="1581500"/>
              <a:ext cx="2670275" cy="1702075"/>
            </a:xfrm>
            <a:custGeom>
              <a:avLst/>
              <a:gdLst/>
              <a:ahLst/>
              <a:cxnLst/>
              <a:rect l="l" t="t" r="r" b="b"/>
              <a:pathLst>
                <a:path w="106811" h="68083" extrusionOk="0">
                  <a:moveTo>
                    <a:pt x="3003" y="0"/>
                  </a:moveTo>
                  <a:cubicBezTo>
                    <a:pt x="1335" y="0"/>
                    <a:pt x="1" y="1334"/>
                    <a:pt x="1" y="3002"/>
                  </a:cubicBezTo>
                  <a:lnTo>
                    <a:pt x="1" y="65113"/>
                  </a:lnTo>
                  <a:cubicBezTo>
                    <a:pt x="1" y="66748"/>
                    <a:pt x="1335" y="68082"/>
                    <a:pt x="3003" y="68082"/>
                  </a:cubicBezTo>
                  <a:lnTo>
                    <a:pt x="103808" y="68082"/>
                  </a:lnTo>
                  <a:cubicBezTo>
                    <a:pt x="105476" y="68082"/>
                    <a:pt x="106811" y="66748"/>
                    <a:pt x="106811" y="65113"/>
                  </a:cubicBezTo>
                  <a:lnTo>
                    <a:pt x="106811" y="3002"/>
                  </a:lnTo>
                  <a:cubicBezTo>
                    <a:pt x="106811" y="1334"/>
                    <a:pt x="105476" y="0"/>
                    <a:pt x="1038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47"/>
            <p:cNvSpPr/>
            <p:nvPr/>
          </p:nvSpPr>
          <p:spPr>
            <a:xfrm>
              <a:off x="5251825" y="1581500"/>
              <a:ext cx="2670275" cy="1702075"/>
            </a:xfrm>
            <a:custGeom>
              <a:avLst/>
              <a:gdLst/>
              <a:ahLst/>
              <a:cxnLst/>
              <a:rect l="l" t="t" r="r" b="b"/>
              <a:pathLst>
                <a:path w="106811" h="68083" extrusionOk="0">
                  <a:moveTo>
                    <a:pt x="3003" y="0"/>
                  </a:moveTo>
                  <a:cubicBezTo>
                    <a:pt x="1335" y="0"/>
                    <a:pt x="1" y="1334"/>
                    <a:pt x="1" y="3002"/>
                  </a:cubicBezTo>
                  <a:lnTo>
                    <a:pt x="1" y="65113"/>
                  </a:lnTo>
                  <a:cubicBezTo>
                    <a:pt x="1" y="66748"/>
                    <a:pt x="1335" y="68082"/>
                    <a:pt x="3003" y="68082"/>
                  </a:cubicBezTo>
                  <a:lnTo>
                    <a:pt x="103841" y="68082"/>
                  </a:lnTo>
                  <a:cubicBezTo>
                    <a:pt x="105476" y="68082"/>
                    <a:pt x="106810" y="66748"/>
                    <a:pt x="106810" y="65113"/>
                  </a:cubicBezTo>
                  <a:lnTo>
                    <a:pt x="106810" y="3002"/>
                  </a:lnTo>
                  <a:cubicBezTo>
                    <a:pt x="106810" y="1334"/>
                    <a:pt x="105476" y="0"/>
                    <a:pt x="1038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47"/>
            <p:cNvSpPr/>
            <p:nvPr/>
          </p:nvSpPr>
          <p:spPr>
            <a:xfrm>
              <a:off x="5251825" y="1668225"/>
              <a:ext cx="2670275" cy="1371825"/>
            </a:xfrm>
            <a:custGeom>
              <a:avLst/>
              <a:gdLst/>
              <a:ahLst/>
              <a:cxnLst/>
              <a:rect l="l" t="t" r="r" b="b"/>
              <a:pathLst>
                <a:path w="106811" h="54873" extrusionOk="0">
                  <a:moveTo>
                    <a:pt x="1" y="0"/>
                  </a:moveTo>
                  <a:lnTo>
                    <a:pt x="1" y="54873"/>
                  </a:lnTo>
                  <a:lnTo>
                    <a:pt x="106810" y="54873"/>
                  </a:lnTo>
                  <a:lnTo>
                    <a:pt x="10681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47"/>
            <p:cNvSpPr/>
            <p:nvPr/>
          </p:nvSpPr>
          <p:spPr>
            <a:xfrm>
              <a:off x="6518575" y="3114250"/>
              <a:ext cx="120100" cy="101950"/>
            </a:xfrm>
            <a:custGeom>
              <a:avLst/>
              <a:gdLst/>
              <a:ahLst/>
              <a:cxnLst/>
              <a:rect l="l" t="t" r="r" b="b"/>
              <a:pathLst>
                <a:path w="4804" h="4078" extrusionOk="0">
                  <a:moveTo>
                    <a:pt x="2735" y="1"/>
                  </a:moveTo>
                  <a:cubicBezTo>
                    <a:pt x="934" y="1"/>
                    <a:pt x="0" y="2202"/>
                    <a:pt x="1301" y="3470"/>
                  </a:cubicBezTo>
                  <a:cubicBezTo>
                    <a:pt x="1721" y="3890"/>
                    <a:pt x="2235" y="4077"/>
                    <a:pt x="2739" y="4077"/>
                  </a:cubicBezTo>
                  <a:cubicBezTo>
                    <a:pt x="3794" y="4077"/>
                    <a:pt x="4804" y="3255"/>
                    <a:pt x="4804" y="2036"/>
                  </a:cubicBezTo>
                  <a:cubicBezTo>
                    <a:pt x="4804" y="901"/>
                    <a:pt x="3870" y="1"/>
                    <a:pt x="27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47"/>
            <p:cNvSpPr/>
            <p:nvPr/>
          </p:nvSpPr>
          <p:spPr>
            <a:xfrm>
              <a:off x="6518575" y="3114250"/>
              <a:ext cx="120100" cy="101950"/>
            </a:xfrm>
            <a:custGeom>
              <a:avLst/>
              <a:gdLst/>
              <a:ahLst/>
              <a:cxnLst/>
              <a:rect l="l" t="t" r="r" b="b"/>
              <a:pathLst>
                <a:path w="4804" h="4078" extrusionOk="0">
                  <a:moveTo>
                    <a:pt x="2735" y="1"/>
                  </a:moveTo>
                  <a:cubicBezTo>
                    <a:pt x="934" y="1"/>
                    <a:pt x="0" y="2202"/>
                    <a:pt x="1301" y="3470"/>
                  </a:cubicBezTo>
                  <a:cubicBezTo>
                    <a:pt x="1721" y="3890"/>
                    <a:pt x="2235" y="4077"/>
                    <a:pt x="2739" y="4077"/>
                  </a:cubicBezTo>
                  <a:cubicBezTo>
                    <a:pt x="3794" y="4077"/>
                    <a:pt x="4804" y="3255"/>
                    <a:pt x="4804" y="2036"/>
                  </a:cubicBezTo>
                  <a:cubicBezTo>
                    <a:pt x="4804" y="901"/>
                    <a:pt x="3870" y="1"/>
                    <a:pt x="27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47"/>
            <p:cNvSpPr/>
            <p:nvPr/>
          </p:nvSpPr>
          <p:spPr>
            <a:xfrm>
              <a:off x="6054900" y="3699675"/>
              <a:ext cx="810600" cy="49225"/>
            </a:xfrm>
            <a:custGeom>
              <a:avLst/>
              <a:gdLst/>
              <a:ahLst/>
              <a:cxnLst/>
              <a:rect l="l" t="t" r="r" b="b"/>
              <a:pathLst>
                <a:path w="32424" h="1969" extrusionOk="0">
                  <a:moveTo>
                    <a:pt x="1969" y="1"/>
                  </a:moveTo>
                  <a:cubicBezTo>
                    <a:pt x="868" y="1"/>
                    <a:pt x="1" y="868"/>
                    <a:pt x="1" y="1969"/>
                  </a:cubicBezTo>
                  <a:lnTo>
                    <a:pt x="32424" y="1969"/>
                  </a:lnTo>
                  <a:cubicBezTo>
                    <a:pt x="32424" y="868"/>
                    <a:pt x="31523" y="1"/>
                    <a:pt x="3045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47"/>
            <p:cNvSpPr/>
            <p:nvPr/>
          </p:nvSpPr>
          <p:spPr>
            <a:xfrm>
              <a:off x="6808775" y="3699675"/>
              <a:ext cx="226025" cy="49225"/>
            </a:xfrm>
            <a:custGeom>
              <a:avLst/>
              <a:gdLst/>
              <a:ahLst/>
              <a:cxnLst/>
              <a:rect l="l" t="t" r="r" b="b"/>
              <a:pathLst>
                <a:path w="9041" h="1969" extrusionOk="0">
                  <a:moveTo>
                    <a:pt x="1968" y="1"/>
                  </a:moveTo>
                  <a:cubicBezTo>
                    <a:pt x="901" y="1"/>
                    <a:pt x="0" y="868"/>
                    <a:pt x="0" y="1969"/>
                  </a:cubicBezTo>
                  <a:lnTo>
                    <a:pt x="9040" y="1969"/>
                  </a:lnTo>
                  <a:cubicBezTo>
                    <a:pt x="9040" y="868"/>
                    <a:pt x="8173" y="1"/>
                    <a:pt x="7072" y="1"/>
                  </a:cubicBezTo>
                  <a:close/>
                </a:path>
              </a:pathLst>
            </a:custGeom>
            <a:solidFill>
              <a:srgbClr val="37CA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60" name="Google Shape;1060;p47"/>
          <p:cNvSpPr/>
          <p:nvPr/>
        </p:nvSpPr>
        <p:spPr>
          <a:xfrm>
            <a:off x="720000" y="1701208"/>
            <a:ext cx="2250600" cy="2724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2" name="Google Shape;1062;p47"/>
          <p:cNvSpPr txBox="1">
            <a:spLocks noGrp="1"/>
          </p:cNvSpPr>
          <p:nvPr>
            <p:ph type="title"/>
          </p:nvPr>
        </p:nvSpPr>
        <p:spPr>
          <a:xfrm>
            <a:off x="720000" y="1360990"/>
            <a:ext cx="3407326" cy="110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Applications in Machine Learning</a:t>
            </a:r>
            <a:endParaRPr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37392" y="177139"/>
            <a:ext cx="57740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buClr>
                <a:srgbClr val="80ED99"/>
              </a:buClr>
              <a:buSzPts val="4800"/>
            </a:pPr>
            <a:r>
              <a:rPr lang="ru-RU" sz="4800" dirty="0">
                <a:solidFill>
                  <a:srgbClr val="80ED99"/>
                </a:solidFill>
                <a:latin typeface="Poppins Black"/>
                <a:cs typeface="Poppins Black"/>
                <a:sym typeface="Poppins Black"/>
              </a:rPr>
              <a:t>6</a:t>
            </a:r>
            <a:endParaRPr lang="en" sz="4800" dirty="0">
              <a:solidFill>
                <a:srgbClr val="80ED99"/>
              </a:solidFill>
              <a:latin typeface="Poppins Black"/>
              <a:cs typeface="Poppins Black"/>
              <a:sym typeface="Poppins Black"/>
            </a:endParaRPr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0123" y="1149329"/>
            <a:ext cx="3416426" cy="1888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3" name="Google Shape;523;p35"/>
          <p:cNvGrpSpPr/>
          <p:nvPr/>
        </p:nvGrpSpPr>
        <p:grpSpPr>
          <a:xfrm>
            <a:off x="720000" y="1404900"/>
            <a:ext cx="7704102" cy="3199515"/>
            <a:chOff x="720000" y="1404900"/>
            <a:chExt cx="7704102" cy="3199515"/>
          </a:xfrm>
        </p:grpSpPr>
        <p:sp>
          <p:nvSpPr>
            <p:cNvPr id="524" name="Google Shape;524;p35"/>
            <p:cNvSpPr/>
            <p:nvPr/>
          </p:nvSpPr>
          <p:spPr>
            <a:xfrm rot="5400000">
              <a:off x="4653200" y="2870265"/>
              <a:ext cx="3198300" cy="270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5"/>
            <p:cNvSpPr/>
            <p:nvPr/>
          </p:nvSpPr>
          <p:spPr>
            <a:xfrm rot="-5400000">
              <a:off x="1818900" y="306000"/>
              <a:ext cx="3199500" cy="5397300"/>
            </a:xfrm>
            <a:prstGeom prst="round2SameRect">
              <a:avLst>
                <a:gd name="adj1" fmla="val 8139"/>
                <a:gd name="adj2" fmla="val 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26" name="Google Shape;526;p35"/>
            <p:cNvGrpSpPr/>
            <p:nvPr/>
          </p:nvGrpSpPr>
          <p:grpSpPr>
            <a:xfrm>
              <a:off x="6194150" y="1412099"/>
              <a:ext cx="2229952" cy="3192295"/>
              <a:chOff x="6194150" y="1412099"/>
              <a:chExt cx="2229952" cy="3192295"/>
            </a:xfrm>
          </p:grpSpPr>
          <p:sp>
            <p:nvSpPr>
              <p:cNvPr id="527" name="Google Shape;527;p35"/>
              <p:cNvSpPr/>
              <p:nvPr/>
            </p:nvSpPr>
            <p:spPr>
              <a:xfrm>
                <a:off x="6489574" y="4369125"/>
                <a:ext cx="1934528" cy="235270"/>
              </a:xfrm>
              <a:custGeom>
                <a:avLst/>
                <a:gdLst/>
                <a:ahLst/>
                <a:cxnLst/>
                <a:rect l="l" t="t" r="r" b="b"/>
                <a:pathLst>
                  <a:path w="161716" h="9441" extrusionOk="0">
                    <a:moveTo>
                      <a:pt x="80858" y="1"/>
                    </a:moveTo>
                    <a:cubicBezTo>
                      <a:pt x="36193" y="1"/>
                      <a:pt x="0" y="2136"/>
                      <a:pt x="0" y="4738"/>
                    </a:cubicBezTo>
                    <a:cubicBezTo>
                      <a:pt x="0" y="7339"/>
                      <a:pt x="36193" y="9441"/>
                      <a:pt x="80858" y="9441"/>
                    </a:cubicBezTo>
                    <a:cubicBezTo>
                      <a:pt x="125523" y="9441"/>
                      <a:pt x="161716" y="7339"/>
                      <a:pt x="161716" y="4738"/>
                    </a:cubicBezTo>
                    <a:cubicBezTo>
                      <a:pt x="161716" y="2136"/>
                      <a:pt x="125523" y="1"/>
                      <a:pt x="8085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35"/>
              <p:cNvSpPr/>
              <p:nvPr/>
            </p:nvSpPr>
            <p:spPr>
              <a:xfrm>
                <a:off x="6224403" y="4011707"/>
                <a:ext cx="89812" cy="326701"/>
              </a:xfrm>
              <a:custGeom>
                <a:avLst/>
                <a:gdLst/>
                <a:ahLst/>
                <a:cxnLst/>
                <a:rect l="l" t="t" r="r" b="b"/>
                <a:pathLst>
                  <a:path w="3604" h="13110" extrusionOk="0">
                    <a:moveTo>
                      <a:pt x="1" y="0"/>
                    </a:moveTo>
                    <a:lnTo>
                      <a:pt x="1" y="13110"/>
                    </a:lnTo>
                    <a:lnTo>
                      <a:pt x="3603" y="13110"/>
                    </a:lnTo>
                    <a:lnTo>
                      <a:pt x="360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35"/>
              <p:cNvSpPr/>
              <p:nvPr/>
            </p:nvSpPr>
            <p:spPr>
              <a:xfrm>
                <a:off x="6269308" y="2589448"/>
                <a:ext cx="296772" cy="1891976"/>
              </a:xfrm>
              <a:custGeom>
                <a:avLst/>
                <a:gdLst/>
                <a:ahLst/>
                <a:cxnLst/>
                <a:rect l="l" t="t" r="r" b="b"/>
                <a:pathLst>
                  <a:path w="11909" h="75922" extrusionOk="0">
                    <a:moveTo>
                      <a:pt x="7339" y="0"/>
                    </a:moveTo>
                    <a:cubicBezTo>
                      <a:pt x="6905" y="0"/>
                      <a:pt x="6538" y="334"/>
                      <a:pt x="6538" y="801"/>
                    </a:cubicBezTo>
                    <a:lnTo>
                      <a:pt x="6538" y="73986"/>
                    </a:lnTo>
                    <a:cubicBezTo>
                      <a:pt x="6538" y="74820"/>
                      <a:pt x="5838" y="75521"/>
                      <a:pt x="4970" y="75521"/>
                    </a:cubicBezTo>
                    <a:lnTo>
                      <a:pt x="4103" y="75521"/>
                    </a:lnTo>
                    <a:cubicBezTo>
                      <a:pt x="3236" y="75521"/>
                      <a:pt x="2535" y="74820"/>
                      <a:pt x="2535" y="73986"/>
                    </a:cubicBezTo>
                    <a:lnTo>
                      <a:pt x="2535" y="67815"/>
                    </a:lnTo>
                    <a:cubicBezTo>
                      <a:pt x="2535" y="67400"/>
                      <a:pt x="2199" y="67046"/>
                      <a:pt x="1789" y="67046"/>
                    </a:cubicBezTo>
                    <a:cubicBezTo>
                      <a:pt x="1771" y="67046"/>
                      <a:pt x="1753" y="67047"/>
                      <a:pt x="1735" y="67048"/>
                    </a:cubicBezTo>
                    <a:lnTo>
                      <a:pt x="0" y="67048"/>
                    </a:lnTo>
                    <a:lnTo>
                      <a:pt x="0" y="67448"/>
                    </a:lnTo>
                    <a:lnTo>
                      <a:pt x="1735" y="67448"/>
                    </a:lnTo>
                    <a:cubicBezTo>
                      <a:pt x="1935" y="67448"/>
                      <a:pt x="2102" y="67615"/>
                      <a:pt x="2102" y="67815"/>
                    </a:cubicBezTo>
                    <a:lnTo>
                      <a:pt x="2102" y="73953"/>
                    </a:lnTo>
                    <a:cubicBezTo>
                      <a:pt x="2102" y="75054"/>
                      <a:pt x="3002" y="75921"/>
                      <a:pt x="4103" y="75921"/>
                    </a:cubicBezTo>
                    <a:lnTo>
                      <a:pt x="4970" y="75921"/>
                    </a:lnTo>
                    <a:cubicBezTo>
                      <a:pt x="6071" y="75921"/>
                      <a:pt x="6938" y="75054"/>
                      <a:pt x="6938" y="73986"/>
                    </a:cubicBezTo>
                    <a:lnTo>
                      <a:pt x="6938" y="767"/>
                    </a:lnTo>
                    <a:cubicBezTo>
                      <a:pt x="6938" y="567"/>
                      <a:pt x="7139" y="400"/>
                      <a:pt x="7339" y="400"/>
                    </a:cubicBezTo>
                    <a:lnTo>
                      <a:pt x="11909" y="400"/>
                    </a:lnTo>
                    <a:lnTo>
                      <a:pt x="119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35"/>
              <p:cNvSpPr/>
              <p:nvPr/>
            </p:nvSpPr>
            <p:spPr>
              <a:xfrm>
                <a:off x="6251017" y="2605223"/>
                <a:ext cx="1090624" cy="31623"/>
              </a:xfrm>
              <a:custGeom>
                <a:avLst/>
                <a:gdLst/>
                <a:ahLst/>
                <a:cxnLst/>
                <a:rect l="l" t="t" r="r" b="b"/>
                <a:pathLst>
                  <a:path w="43765" h="1269" extrusionOk="0">
                    <a:moveTo>
                      <a:pt x="0" y="1"/>
                    </a:moveTo>
                    <a:lnTo>
                      <a:pt x="0" y="1268"/>
                    </a:lnTo>
                    <a:lnTo>
                      <a:pt x="43765" y="1268"/>
                    </a:lnTo>
                    <a:lnTo>
                      <a:pt x="4376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35"/>
              <p:cNvSpPr/>
              <p:nvPr/>
            </p:nvSpPr>
            <p:spPr>
              <a:xfrm>
                <a:off x="6251017" y="2605223"/>
                <a:ext cx="358300" cy="31623"/>
              </a:xfrm>
              <a:custGeom>
                <a:avLst/>
                <a:gdLst/>
                <a:ahLst/>
                <a:cxnLst/>
                <a:rect l="l" t="t" r="r" b="b"/>
                <a:pathLst>
                  <a:path w="14378" h="1269" extrusionOk="0">
                    <a:moveTo>
                      <a:pt x="0" y="1"/>
                    </a:moveTo>
                    <a:lnTo>
                      <a:pt x="0" y="1268"/>
                    </a:lnTo>
                    <a:lnTo>
                      <a:pt x="14377" y="1268"/>
                    </a:lnTo>
                    <a:lnTo>
                      <a:pt x="1437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35"/>
              <p:cNvSpPr/>
              <p:nvPr/>
            </p:nvSpPr>
            <p:spPr>
              <a:xfrm>
                <a:off x="6786340" y="2636821"/>
                <a:ext cx="77327" cy="1839594"/>
              </a:xfrm>
              <a:custGeom>
                <a:avLst/>
                <a:gdLst/>
                <a:ahLst/>
                <a:cxnLst/>
                <a:rect l="l" t="t" r="r" b="b"/>
                <a:pathLst>
                  <a:path w="3103" h="73820" extrusionOk="0">
                    <a:moveTo>
                      <a:pt x="0" y="0"/>
                    </a:moveTo>
                    <a:lnTo>
                      <a:pt x="0" y="73820"/>
                    </a:lnTo>
                    <a:lnTo>
                      <a:pt x="3102" y="73820"/>
                    </a:lnTo>
                    <a:lnTo>
                      <a:pt x="31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35"/>
              <p:cNvSpPr/>
              <p:nvPr/>
            </p:nvSpPr>
            <p:spPr>
              <a:xfrm>
                <a:off x="6786340" y="2636821"/>
                <a:ext cx="77327" cy="1839594"/>
              </a:xfrm>
              <a:custGeom>
                <a:avLst/>
                <a:gdLst/>
                <a:ahLst/>
                <a:cxnLst/>
                <a:rect l="l" t="t" r="r" b="b"/>
                <a:pathLst>
                  <a:path w="3103" h="73820" extrusionOk="0">
                    <a:moveTo>
                      <a:pt x="0" y="0"/>
                    </a:moveTo>
                    <a:lnTo>
                      <a:pt x="0" y="2069"/>
                    </a:lnTo>
                    <a:lnTo>
                      <a:pt x="0" y="73820"/>
                    </a:lnTo>
                    <a:lnTo>
                      <a:pt x="1001" y="73820"/>
                    </a:lnTo>
                    <a:lnTo>
                      <a:pt x="1001" y="1868"/>
                    </a:lnTo>
                    <a:lnTo>
                      <a:pt x="3102" y="1435"/>
                    </a:lnTo>
                    <a:lnTo>
                      <a:pt x="310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35"/>
              <p:cNvSpPr/>
              <p:nvPr/>
            </p:nvSpPr>
            <p:spPr>
              <a:xfrm>
                <a:off x="6462211" y="2153830"/>
                <a:ext cx="726418" cy="430667"/>
              </a:xfrm>
              <a:custGeom>
                <a:avLst/>
                <a:gdLst/>
                <a:ahLst/>
                <a:cxnLst/>
                <a:rect l="l" t="t" r="r" b="b"/>
                <a:pathLst>
                  <a:path w="29150" h="17282" extrusionOk="0">
                    <a:moveTo>
                      <a:pt x="1411" y="1"/>
                    </a:moveTo>
                    <a:cubicBezTo>
                      <a:pt x="604" y="1"/>
                      <a:pt x="1" y="721"/>
                      <a:pt x="131" y="1536"/>
                    </a:cubicBezTo>
                    <a:lnTo>
                      <a:pt x="1933" y="15746"/>
                    </a:lnTo>
                    <a:cubicBezTo>
                      <a:pt x="2066" y="16614"/>
                      <a:pt x="2800" y="17248"/>
                      <a:pt x="3667" y="17281"/>
                    </a:cubicBezTo>
                    <a:lnTo>
                      <a:pt x="27684" y="17281"/>
                    </a:lnTo>
                    <a:cubicBezTo>
                      <a:pt x="27702" y="17282"/>
                      <a:pt x="27719" y="17282"/>
                      <a:pt x="27737" y="17282"/>
                    </a:cubicBezTo>
                    <a:cubicBezTo>
                      <a:pt x="28545" y="17282"/>
                      <a:pt x="29149" y="16530"/>
                      <a:pt x="29019" y="15746"/>
                    </a:cubicBezTo>
                    <a:lnTo>
                      <a:pt x="27217" y="1536"/>
                    </a:lnTo>
                    <a:cubicBezTo>
                      <a:pt x="27084" y="669"/>
                      <a:pt x="26350" y="2"/>
                      <a:pt x="25483" y="2"/>
                    </a:cubicBezTo>
                    <a:lnTo>
                      <a:pt x="1466" y="2"/>
                    </a:lnTo>
                    <a:cubicBezTo>
                      <a:pt x="1447" y="1"/>
                      <a:pt x="1429" y="1"/>
                      <a:pt x="141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35"/>
              <p:cNvSpPr/>
              <p:nvPr/>
            </p:nvSpPr>
            <p:spPr>
              <a:xfrm>
                <a:off x="6514567" y="2583567"/>
                <a:ext cx="795496" cy="21680"/>
              </a:xfrm>
              <a:custGeom>
                <a:avLst/>
                <a:gdLst/>
                <a:ahLst/>
                <a:cxnLst/>
                <a:rect l="l" t="t" r="r" b="b"/>
                <a:pathLst>
                  <a:path w="31922" h="870" extrusionOk="0">
                    <a:moveTo>
                      <a:pt x="812" y="1"/>
                    </a:moveTo>
                    <a:cubicBezTo>
                      <a:pt x="339" y="1"/>
                      <a:pt x="1" y="420"/>
                      <a:pt x="65" y="870"/>
                    </a:cubicBezTo>
                    <a:lnTo>
                      <a:pt x="31921" y="870"/>
                    </a:lnTo>
                    <a:cubicBezTo>
                      <a:pt x="31855" y="369"/>
                      <a:pt x="31421" y="3"/>
                      <a:pt x="30921" y="3"/>
                    </a:cubicBezTo>
                    <a:lnTo>
                      <a:pt x="866" y="3"/>
                    </a:lnTo>
                    <a:cubicBezTo>
                      <a:pt x="848" y="1"/>
                      <a:pt x="830" y="1"/>
                      <a:pt x="81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35"/>
              <p:cNvSpPr/>
              <p:nvPr/>
            </p:nvSpPr>
            <p:spPr>
              <a:xfrm>
                <a:off x="6514567" y="2583567"/>
                <a:ext cx="224405" cy="21680"/>
              </a:xfrm>
              <a:custGeom>
                <a:avLst/>
                <a:gdLst/>
                <a:ahLst/>
                <a:cxnLst/>
                <a:rect l="l" t="t" r="r" b="b"/>
                <a:pathLst>
                  <a:path w="9005" h="870" extrusionOk="0">
                    <a:moveTo>
                      <a:pt x="812" y="1"/>
                    </a:moveTo>
                    <a:cubicBezTo>
                      <a:pt x="339" y="1"/>
                      <a:pt x="1" y="420"/>
                      <a:pt x="65" y="870"/>
                    </a:cubicBezTo>
                    <a:lnTo>
                      <a:pt x="9005" y="870"/>
                    </a:lnTo>
                    <a:cubicBezTo>
                      <a:pt x="8905" y="369"/>
                      <a:pt x="8505" y="3"/>
                      <a:pt x="8004" y="3"/>
                    </a:cubicBezTo>
                    <a:lnTo>
                      <a:pt x="866" y="3"/>
                    </a:lnTo>
                    <a:cubicBezTo>
                      <a:pt x="848" y="1"/>
                      <a:pt x="830" y="1"/>
                      <a:pt x="8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35"/>
              <p:cNvSpPr/>
              <p:nvPr/>
            </p:nvSpPr>
            <p:spPr>
              <a:xfrm>
                <a:off x="6489573" y="2174638"/>
                <a:ext cx="679170" cy="389051"/>
              </a:xfrm>
              <a:custGeom>
                <a:avLst/>
                <a:gdLst/>
                <a:ahLst/>
                <a:cxnLst/>
                <a:rect l="l" t="t" r="r" b="b"/>
                <a:pathLst>
                  <a:path w="27254" h="15612" extrusionOk="0">
                    <a:moveTo>
                      <a:pt x="501" y="1"/>
                    </a:moveTo>
                    <a:cubicBezTo>
                      <a:pt x="368" y="1"/>
                      <a:pt x="234" y="68"/>
                      <a:pt x="134" y="168"/>
                    </a:cubicBezTo>
                    <a:cubicBezTo>
                      <a:pt x="34" y="301"/>
                      <a:pt x="1" y="434"/>
                      <a:pt x="1" y="601"/>
                    </a:cubicBezTo>
                    <a:lnTo>
                      <a:pt x="1835" y="14811"/>
                    </a:lnTo>
                    <a:cubicBezTo>
                      <a:pt x="1902" y="15245"/>
                      <a:pt x="2269" y="15579"/>
                      <a:pt x="2703" y="15612"/>
                    </a:cubicBezTo>
                    <a:lnTo>
                      <a:pt x="26720" y="15612"/>
                    </a:lnTo>
                    <a:cubicBezTo>
                      <a:pt x="26853" y="15612"/>
                      <a:pt x="27020" y="15545"/>
                      <a:pt x="27120" y="15445"/>
                    </a:cubicBezTo>
                    <a:cubicBezTo>
                      <a:pt x="27220" y="15312"/>
                      <a:pt x="27254" y="15178"/>
                      <a:pt x="27220" y="15012"/>
                    </a:cubicBezTo>
                    <a:lnTo>
                      <a:pt x="25419" y="801"/>
                    </a:lnTo>
                    <a:cubicBezTo>
                      <a:pt x="25352" y="368"/>
                      <a:pt x="24952" y="34"/>
                      <a:pt x="2451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Google Shape;538;p35"/>
              <p:cNvSpPr/>
              <p:nvPr/>
            </p:nvSpPr>
            <p:spPr>
              <a:xfrm>
                <a:off x="6639215" y="2230333"/>
                <a:ext cx="243568" cy="224479"/>
              </a:xfrm>
              <a:custGeom>
                <a:avLst/>
                <a:gdLst/>
                <a:ahLst/>
                <a:cxnLst/>
                <a:rect l="l" t="t" r="r" b="b"/>
                <a:pathLst>
                  <a:path w="9774" h="9008" extrusionOk="0">
                    <a:moveTo>
                      <a:pt x="4582" y="3002"/>
                    </a:moveTo>
                    <a:cubicBezTo>
                      <a:pt x="4600" y="3002"/>
                      <a:pt x="4618" y="3002"/>
                      <a:pt x="4637" y="3003"/>
                    </a:cubicBezTo>
                    <a:cubicBezTo>
                      <a:pt x="5537" y="3003"/>
                      <a:pt x="6305" y="3637"/>
                      <a:pt x="6505" y="4504"/>
                    </a:cubicBezTo>
                    <a:cubicBezTo>
                      <a:pt x="6635" y="5320"/>
                      <a:pt x="6032" y="6039"/>
                      <a:pt x="5225" y="6039"/>
                    </a:cubicBezTo>
                    <a:cubicBezTo>
                      <a:pt x="5207" y="6039"/>
                      <a:pt x="5189" y="6039"/>
                      <a:pt x="5170" y="6038"/>
                    </a:cubicBezTo>
                    <a:cubicBezTo>
                      <a:pt x="4270" y="6005"/>
                      <a:pt x="3503" y="5405"/>
                      <a:pt x="3302" y="4537"/>
                    </a:cubicBezTo>
                    <a:cubicBezTo>
                      <a:pt x="3172" y="3722"/>
                      <a:pt x="3775" y="3002"/>
                      <a:pt x="4582" y="3002"/>
                    </a:cubicBezTo>
                    <a:close/>
                    <a:moveTo>
                      <a:pt x="3269" y="1"/>
                    </a:moveTo>
                    <a:lnTo>
                      <a:pt x="3202" y="935"/>
                    </a:lnTo>
                    <a:cubicBezTo>
                      <a:pt x="2935" y="1001"/>
                      <a:pt x="2669" y="1135"/>
                      <a:pt x="2435" y="1268"/>
                    </a:cubicBezTo>
                    <a:lnTo>
                      <a:pt x="1468" y="768"/>
                    </a:lnTo>
                    <a:lnTo>
                      <a:pt x="500" y="1902"/>
                    </a:lnTo>
                    <a:lnTo>
                      <a:pt x="1168" y="2736"/>
                    </a:lnTo>
                    <a:cubicBezTo>
                      <a:pt x="1067" y="2970"/>
                      <a:pt x="1001" y="3236"/>
                      <a:pt x="967" y="3503"/>
                    </a:cubicBezTo>
                    <a:lnTo>
                      <a:pt x="0" y="3737"/>
                    </a:lnTo>
                    <a:lnTo>
                      <a:pt x="267" y="5305"/>
                    </a:lnTo>
                    <a:lnTo>
                      <a:pt x="1301" y="5538"/>
                    </a:lnTo>
                    <a:cubicBezTo>
                      <a:pt x="1434" y="5805"/>
                      <a:pt x="1601" y="6072"/>
                      <a:pt x="1768" y="6305"/>
                    </a:cubicBezTo>
                    <a:lnTo>
                      <a:pt x="1401" y="7139"/>
                    </a:lnTo>
                    <a:lnTo>
                      <a:pt x="2769" y="8240"/>
                    </a:lnTo>
                    <a:lnTo>
                      <a:pt x="3536" y="7740"/>
                    </a:lnTo>
                    <a:cubicBezTo>
                      <a:pt x="3803" y="7873"/>
                      <a:pt x="4103" y="8006"/>
                      <a:pt x="4403" y="8073"/>
                    </a:cubicBezTo>
                    <a:lnTo>
                      <a:pt x="4803" y="9007"/>
                    </a:lnTo>
                    <a:lnTo>
                      <a:pt x="6471" y="9007"/>
                    </a:lnTo>
                    <a:lnTo>
                      <a:pt x="6571" y="8073"/>
                    </a:lnTo>
                    <a:cubicBezTo>
                      <a:pt x="6838" y="8006"/>
                      <a:pt x="7072" y="7873"/>
                      <a:pt x="7339" y="7740"/>
                    </a:cubicBezTo>
                    <a:lnTo>
                      <a:pt x="8273" y="8240"/>
                    </a:lnTo>
                    <a:lnTo>
                      <a:pt x="9273" y="7139"/>
                    </a:lnTo>
                    <a:lnTo>
                      <a:pt x="8606" y="6305"/>
                    </a:lnTo>
                    <a:cubicBezTo>
                      <a:pt x="8706" y="6038"/>
                      <a:pt x="8773" y="5772"/>
                      <a:pt x="8806" y="5538"/>
                    </a:cubicBezTo>
                    <a:lnTo>
                      <a:pt x="9774" y="5305"/>
                    </a:lnTo>
                    <a:lnTo>
                      <a:pt x="9507" y="3703"/>
                    </a:lnTo>
                    <a:lnTo>
                      <a:pt x="8473" y="3470"/>
                    </a:lnTo>
                    <a:cubicBezTo>
                      <a:pt x="8339" y="3203"/>
                      <a:pt x="8173" y="2936"/>
                      <a:pt x="8006" y="2703"/>
                    </a:cubicBezTo>
                    <a:lnTo>
                      <a:pt x="8373" y="1869"/>
                    </a:lnTo>
                    <a:lnTo>
                      <a:pt x="7005" y="768"/>
                    </a:lnTo>
                    <a:lnTo>
                      <a:pt x="6238" y="1268"/>
                    </a:lnTo>
                    <a:cubicBezTo>
                      <a:pt x="5938" y="1135"/>
                      <a:pt x="5671" y="1001"/>
                      <a:pt x="5371" y="935"/>
                    </a:cubicBezTo>
                    <a:lnTo>
                      <a:pt x="49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Google Shape;539;p35"/>
              <p:cNvSpPr/>
              <p:nvPr/>
            </p:nvSpPr>
            <p:spPr>
              <a:xfrm>
                <a:off x="6876947" y="2348377"/>
                <a:ext cx="133845" cy="123055"/>
              </a:xfrm>
              <a:custGeom>
                <a:avLst/>
                <a:gdLst/>
                <a:ahLst/>
                <a:cxnLst/>
                <a:rect l="l" t="t" r="r" b="b"/>
                <a:pathLst>
                  <a:path w="5371" h="4938" extrusionOk="0">
                    <a:moveTo>
                      <a:pt x="1668" y="0"/>
                    </a:moveTo>
                    <a:lnTo>
                      <a:pt x="867" y="334"/>
                    </a:lnTo>
                    <a:lnTo>
                      <a:pt x="1068" y="868"/>
                    </a:lnTo>
                    <a:cubicBezTo>
                      <a:pt x="934" y="968"/>
                      <a:pt x="834" y="1068"/>
                      <a:pt x="767" y="1201"/>
                    </a:cubicBezTo>
                    <a:lnTo>
                      <a:pt x="200" y="1101"/>
                    </a:lnTo>
                    <a:lnTo>
                      <a:pt x="0" y="1935"/>
                    </a:lnTo>
                    <a:lnTo>
                      <a:pt x="501" y="2269"/>
                    </a:lnTo>
                    <a:cubicBezTo>
                      <a:pt x="501" y="2402"/>
                      <a:pt x="534" y="2569"/>
                      <a:pt x="567" y="2702"/>
                    </a:cubicBezTo>
                    <a:lnTo>
                      <a:pt x="167" y="3036"/>
                    </a:lnTo>
                    <a:lnTo>
                      <a:pt x="667" y="3837"/>
                    </a:lnTo>
                    <a:lnTo>
                      <a:pt x="1201" y="3770"/>
                    </a:lnTo>
                    <a:cubicBezTo>
                      <a:pt x="1334" y="3903"/>
                      <a:pt x="1468" y="4003"/>
                      <a:pt x="1601" y="4103"/>
                    </a:cubicBezTo>
                    <a:lnTo>
                      <a:pt x="1601" y="4637"/>
                    </a:lnTo>
                    <a:lnTo>
                      <a:pt x="2502" y="4937"/>
                    </a:lnTo>
                    <a:lnTo>
                      <a:pt x="2769" y="4537"/>
                    </a:lnTo>
                    <a:lnTo>
                      <a:pt x="3236" y="4537"/>
                    </a:lnTo>
                    <a:lnTo>
                      <a:pt x="3669" y="4937"/>
                    </a:lnTo>
                    <a:lnTo>
                      <a:pt x="4470" y="4604"/>
                    </a:lnTo>
                    <a:lnTo>
                      <a:pt x="4270" y="4103"/>
                    </a:lnTo>
                    <a:cubicBezTo>
                      <a:pt x="4403" y="4003"/>
                      <a:pt x="4503" y="3870"/>
                      <a:pt x="4570" y="3770"/>
                    </a:cubicBezTo>
                    <a:lnTo>
                      <a:pt x="5137" y="3837"/>
                    </a:lnTo>
                    <a:lnTo>
                      <a:pt x="5371" y="3003"/>
                    </a:lnTo>
                    <a:lnTo>
                      <a:pt x="4870" y="2702"/>
                    </a:lnTo>
                    <a:cubicBezTo>
                      <a:pt x="4870" y="2536"/>
                      <a:pt x="4837" y="2369"/>
                      <a:pt x="4804" y="2235"/>
                    </a:cubicBezTo>
                    <a:lnTo>
                      <a:pt x="5204" y="1902"/>
                    </a:lnTo>
                    <a:lnTo>
                      <a:pt x="4704" y="1101"/>
                    </a:lnTo>
                    <a:lnTo>
                      <a:pt x="4170" y="1168"/>
                    </a:lnTo>
                    <a:cubicBezTo>
                      <a:pt x="4036" y="1068"/>
                      <a:pt x="3903" y="934"/>
                      <a:pt x="3736" y="868"/>
                    </a:cubicBezTo>
                    <a:lnTo>
                      <a:pt x="3736" y="334"/>
                    </a:lnTo>
                    <a:lnTo>
                      <a:pt x="2836" y="0"/>
                    </a:lnTo>
                    <a:lnTo>
                      <a:pt x="2569" y="401"/>
                    </a:lnTo>
                    <a:lnTo>
                      <a:pt x="2102" y="401"/>
                    </a:lnTo>
                    <a:lnTo>
                      <a:pt x="166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Google Shape;540;p35"/>
              <p:cNvSpPr/>
              <p:nvPr/>
            </p:nvSpPr>
            <p:spPr>
              <a:xfrm>
                <a:off x="7334122" y="1693341"/>
                <a:ext cx="200357" cy="306765"/>
              </a:xfrm>
              <a:custGeom>
                <a:avLst/>
                <a:gdLst/>
                <a:ahLst/>
                <a:cxnLst/>
                <a:rect l="l" t="t" r="r" b="b"/>
                <a:pathLst>
                  <a:path w="8040" h="12310" extrusionOk="0">
                    <a:moveTo>
                      <a:pt x="6972" y="1"/>
                    </a:moveTo>
                    <a:lnTo>
                      <a:pt x="3003" y="3770"/>
                    </a:lnTo>
                    <a:cubicBezTo>
                      <a:pt x="3503" y="5438"/>
                      <a:pt x="3670" y="7240"/>
                      <a:pt x="1235" y="7940"/>
                    </a:cubicBezTo>
                    <a:cubicBezTo>
                      <a:pt x="1235" y="7940"/>
                      <a:pt x="1" y="10642"/>
                      <a:pt x="3003" y="12310"/>
                    </a:cubicBezTo>
                    <a:cubicBezTo>
                      <a:pt x="5138" y="11309"/>
                      <a:pt x="6906" y="9675"/>
                      <a:pt x="8040" y="7606"/>
                    </a:cubicBezTo>
                    <a:cubicBezTo>
                      <a:pt x="6439" y="6205"/>
                      <a:pt x="6672" y="2203"/>
                      <a:pt x="6972" y="1"/>
                    </a:cubicBezTo>
                    <a:close/>
                  </a:path>
                </a:pathLst>
              </a:custGeom>
              <a:solidFill>
                <a:srgbClr val="A36F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Google Shape;541;p35"/>
              <p:cNvSpPr/>
              <p:nvPr/>
            </p:nvSpPr>
            <p:spPr>
              <a:xfrm>
                <a:off x="7351740" y="1839096"/>
                <a:ext cx="219122" cy="76828"/>
              </a:xfrm>
              <a:custGeom>
                <a:avLst/>
                <a:gdLst/>
                <a:ahLst/>
                <a:cxnLst/>
                <a:rect l="l" t="t" r="r" b="b"/>
                <a:pathLst>
                  <a:path w="8793" h="3083" extrusionOk="0">
                    <a:moveTo>
                      <a:pt x="5991" y="0"/>
                    </a:moveTo>
                    <a:cubicBezTo>
                      <a:pt x="5692" y="0"/>
                      <a:pt x="5392" y="115"/>
                      <a:pt x="5164" y="356"/>
                    </a:cubicBezTo>
                    <a:cubicBezTo>
                      <a:pt x="4943" y="149"/>
                      <a:pt x="4661" y="47"/>
                      <a:pt x="4382" y="47"/>
                    </a:cubicBezTo>
                    <a:cubicBezTo>
                      <a:pt x="4033" y="47"/>
                      <a:pt x="3686" y="208"/>
                      <a:pt x="3463" y="523"/>
                    </a:cubicBezTo>
                    <a:cubicBezTo>
                      <a:pt x="3240" y="326"/>
                      <a:pt x="2964" y="232"/>
                      <a:pt x="2692" y="232"/>
                    </a:cubicBezTo>
                    <a:cubicBezTo>
                      <a:pt x="2274" y="232"/>
                      <a:pt x="1864" y="453"/>
                      <a:pt x="1662" y="857"/>
                    </a:cubicBezTo>
                    <a:cubicBezTo>
                      <a:pt x="1498" y="782"/>
                      <a:pt x="1331" y="747"/>
                      <a:pt x="1170" y="747"/>
                    </a:cubicBezTo>
                    <a:cubicBezTo>
                      <a:pt x="544" y="747"/>
                      <a:pt x="1" y="1268"/>
                      <a:pt x="27" y="1958"/>
                    </a:cubicBezTo>
                    <a:cubicBezTo>
                      <a:pt x="47" y="2664"/>
                      <a:pt x="610" y="3082"/>
                      <a:pt x="1178" y="3082"/>
                    </a:cubicBezTo>
                    <a:cubicBezTo>
                      <a:pt x="1576" y="3082"/>
                      <a:pt x="1976" y="2878"/>
                      <a:pt x="2196" y="2425"/>
                    </a:cubicBezTo>
                    <a:cubicBezTo>
                      <a:pt x="2332" y="2479"/>
                      <a:pt x="2468" y="2534"/>
                      <a:pt x="2622" y="2534"/>
                    </a:cubicBezTo>
                    <a:cubicBezTo>
                      <a:pt x="2657" y="2534"/>
                      <a:pt x="2693" y="2531"/>
                      <a:pt x="2729" y="2525"/>
                    </a:cubicBezTo>
                    <a:cubicBezTo>
                      <a:pt x="3063" y="2525"/>
                      <a:pt x="3397" y="2358"/>
                      <a:pt x="3597" y="2058"/>
                    </a:cubicBezTo>
                    <a:cubicBezTo>
                      <a:pt x="3817" y="2262"/>
                      <a:pt x="4097" y="2363"/>
                      <a:pt x="4374" y="2363"/>
                    </a:cubicBezTo>
                    <a:cubicBezTo>
                      <a:pt x="4682" y="2363"/>
                      <a:pt x="4987" y="2237"/>
                      <a:pt x="5198" y="1991"/>
                    </a:cubicBezTo>
                    <a:cubicBezTo>
                      <a:pt x="5431" y="2224"/>
                      <a:pt x="5732" y="2325"/>
                      <a:pt x="6032" y="2325"/>
                    </a:cubicBezTo>
                    <a:cubicBezTo>
                      <a:pt x="6132" y="2291"/>
                      <a:pt x="6232" y="2291"/>
                      <a:pt x="6332" y="2258"/>
                    </a:cubicBezTo>
                    <a:cubicBezTo>
                      <a:pt x="6551" y="2662"/>
                      <a:pt x="6949" y="2862"/>
                      <a:pt x="7345" y="2862"/>
                    </a:cubicBezTo>
                    <a:cubicBezTo>
                      <a:pt x="7733" y="2862"/>
                      <a:pt x="8119" y="2671"/>
                      <a:pt x="8333" y="2291"/>
                    </a:cubicBezTo>
                    <a:cubicBezTo>
                      <a:pt x="8793" y="1504"/>
                      <a:pt x="8220" y="556"/>
                      <a:pt x="7345" y="556"/>
                    </a:cubicBezTo>
                    <a:cubicBezTo>
                      <a:pt x="7330" y="556"/>
                      <a:pt x="7315" y="556"/>
                      <a:pt x="7299" y="557"/>
                    </a:cubicBezTo>
                    <a:cubicBezTo>
                      <a:pt x="7199" y="557"/>
                      <a:pt x="7099" y="590"/>
                      <a:pt x="6999" y="590"/>
                    </a:cubicBezTo>
                    <a:cubicBezTo>
                      <a:pt x="6789" y="207"/>
                      <a:pt x="6392" y="0"/>
                      <a:pt x="599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Google Shape;542;p35"/>
              <p:cNvSpPr/>
              <p:nvPr/>
            </p:nvSpPr>
            <p:spPr>
              <a:xfrm>
                <a:off x="7351740" y="1839096"/>
                <a:ext cx="219122" cy="76828"/>
              </a:xfrm>
              <a:custGeom>
                <a:avLst/>
                <a:gdLst/>
                <a:ahLst/>
                <a:cxnLst/>
                <a:rect l="l" t="t" r="r" b="b"/>
                <a:pathLst>
                  <a:path w="8793" h="3083" extrusionOk="0">
                    <a:moveTo>
                      <a:pt x="5991" y="0"/>
                    </a:moveTo>
                    <a:cubicBezTo>
                      <a:pt x="5692" y="0"/>
                      <a:pt x="5392" y="115"/>
                      <a:pt x="5164" y="356"/>
                    </a:cubicBezTo>
                    <a:cubicBezTo>
                      <a:pt x="4943" y="149"/>
                      <a:pt x="4661" y="47"/>
                      <a:pt x="4382" y="47"/>
                    </a:cubicBezTo>
                    <a:cubicBezTo>
                      <a:pt x="4033" y="47"/>
                      <a:pt x="3686" y="208"/>
                      <a:pt x="3463" y="523"/>
                    </a:cubicBezTo>
                    <a:cubicBezTo>
                      <a:pt x="3240" y="326"/>
                      <a:pt x="2964" y="232"/>
                      <a:pt x="2692" y="232"/>
                    </a:cubicBezTo>
                    <a:cubicBezTo>
                      <a:pt x="2274" y="232"/>
                      <a:pt x="1864" y="453"/>
                      <a:pt x="1662" y="857"/>
                    </a:cubicBezTo>
                    <a:cubicBezTo>
                      <a:pt x="1498" y="782"/>
                      <a:pt x="1331" y="747"/>
                      <a:pt x="1170" y="747"/>
                    </a:cubicBezTo>
                    <a:cubicBezTo>
                      <a:pt x="544" y="747"/>
                      <a:pt x="1" y="1268"/>
                      <a:pt x="27" y="1958"/>
                    </a:cubicBezTo>
                    <a:cubicBezTo>
                      <a:pt x="47" y="2664"/>
                      <a:pt x="610" y="3082"/>
                      <a:pt x="1178" y="3082"/>
                    </a:cubicBezTo>
                    <a:cubicBezTo>
                      <a:pt x="1576" y="3082"/>
                      <a:pt x="1976" y="2878"/>
                      <a:pt x="2196" y="2425"/>
                    </a:cubicBezTo>
                    <a:cubicBezTo>
                      <a:pt x="2332" y="2479"/>
                      <a:pt x="2468" y="2534"/>
                      <a:pt x="2622" y="2534"/>
                    </a:cubicBezTo>
                    <a:cubicBezTo>
                      <a:pt x="2657" y="2534"/>
                      <a:pt x="2693" y="2531"/>
                      <a:pt x="2729" y="2525"/>
                    </a:cubicBezTo>
                    <a:cubicBezTo>
                      <a:pt x="3063" y="2525"/>
                      <a:pt x="3397" y="2358"/>
                      <a:pt x="3597" y="2058"/>
                    </a:cubicBezTo>
                    <a:cubicBezTo>
                      <a:pt x="3817" y="2262"/>
                      <a:pt x="4097" y="2363"/>
                      <a:pt x="4374" y="2363"/>
                    </a:cubicBezTo>
                    <a:cubicBezTo>
                      <a:pt x="4682" y="2363"/>
                      <a:pt x="4987" y="2237"/>
                      <a:pt x="5198" y="1991"/>
                    </a:cubicBezTo>
                    <a:cubicBezTo>
                      <a:pt x="5431" y="2224"/>
                      <a:pt x="5732" y="2325"/>
                      <a:pt x="6032" y="2325"/>
                    </a:cubicBezTo>
                    <a:cubicBezTo>
                      <a:pt x="6132" y="2291"/>
                      <a:pt x="6232" y="2291"/>
                      <a:pt x="6332" y="2258"/>
                    </a:cubicBezTo>
                    <a:cubicBezTo>
                      <a:pt x="6551" y="2662"/>
                      <a:pt x="6949" y="2862"/>
                      <a:pt x="7345" y="2862"/>
                    </a:cubicBezTo>
                    <a:cubicBezTo>
                      <a:pt x="7733" y="2862"/>
                      <a:pt x="8119" y="2671"/>
                      <a:pt x="8333" y="2291"/>
                    </a:cubicBezTo>
                    <a:cubicBezTo>
                      <a:pt x="8793" y="1504"/>
                      <a:pt x="8220" y="556"/>
                      <a:pt x="7345" y="556"/>
                    </a:cubicBezTo>
                    <a:cubicBezTo>
                      <a:pt x="7330" y="556"/>
                      <a:pt x="7315" y="556"/>
                      <a:pt x="7299" y="557"/>
                    </a:cubicBezTo>
                    <a:cubicBezTo>
                      <a:pt x="7199" y="557"/>
                      <a:pt x="7099" y="590"/>
                      <a:pt x="6999" y="590"/>
                    </a:cubicBezTo>
                    <a:cubicBezTo>
                      <a:pt x="6789" y="207"/>
                      <a:pt x="6392" y="0"/>
                      <a:pt x="599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p35"/>
              <p:cNvSpPr/>
              <p:nvPr/>
            </p:nvSpPr>
            <p:spPr>
              <a:xfrm>
                <a:off x="7254329" y="1646493"/>
                <a:ext cx="20808" cy="26216"/>
              </a:xfrm>
              <a:custGeom>
                <a:avLst/>
                <a:gdLst/>
                <a:ahLst/>
                <a:cxnLst/>
                <a:rect l="l" t="t" r="r" b="b"/>
                <a:pathLst>
                  <a:path w="835" h="1052" extrusionOk="0">
                    <a:moveTo>
                      <a:pt x="313" y="0"/>
                    </a:moveTo>
                    <a:cubicBezTo>
                      <a:pt x="286" y="0"/>
                      <a:pt x="260" y="4"/>
                      <a:pt x="234" y="13"/>
                    </a:cubicBezTo>
                    <a:cubicBezTo>
                      <a:pt x="67" y="46"/>
                      <a:pt x="0" y="347"/>
                      <a:pt x="67" y="613"/>
                    </a:cubicBezTo>
                    <a:cubicBezTo>
                      <a:pt x="128" y="888"/>
                      <a:pt x="329" y="1051"/>
                      <a:pt x="490" y="1051"/>
                    </a:cubicBezTo>
                    <a:cubicBezTo>
                      <a:pt x="505" y="1051"/>
                      <a:pt x="520" y="1050"/>
                      <a:pt x="534" y="1047"/>
                    </a:cubicBezTo>
                    <a:cubicBezTo>
                      <a:pt x="734" y="980"/>
                      <a:pt x="834" y="713"/>
                      <a:pt x="734" y="413"/>
                    </a:cubicBezTo>
                    <a:cubicBezTo>
                      <a:pt x="647" y="181"/>
                      <a:pt x="485" y="0"/>
                      <a:pt x="31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35"/>
              <p:cNvSpPr/>
              <p:nvPr/>
            </p:nvSpPr>
            <p:spPr>
              <a:xfrm>
                <a:off x="7244361" y="1646792"/>
                <a:ext cx="18291" cy="4834"/>
              </a:xfrm>
              <a:custGeom>
                <a:avLst/>
                <a:gdLst/>
                <a:ahLst/>
                <a:cxnLst/>
                <a:rect l="l" t="t" r="r" b="b"/>
                <a:pathLst>
                  <a:path w="734" h="194" extrusionOk="0">
                    <a:moveTo>
                      <a:pt x="0" y="1"/>
                    </a:moveTo>
                    <a:cubicBezTo>
                      <a:pt x="0" y="1"/>
                      <a:pt x="222" y="194"/>
                      <a:pt x="440" y="194"/>
                    </a:cubicBezTo>
                    <a:cubicBezTo>
                      <a:pt x="549" y="194"/>
                      <a:pt x="656" y="146"/>
                      <a:pt x="7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Google Shape;545;p35"/>
              <p:cNvSpPr/>
              <p:nvPr/>
            </p:nvSpPr>
            <p:spPr>
              <a:xfrm>
                <a:off x="7244361" y="1592766"/>
                <a:ext cx="40744" cy="24970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1002" extrusionOk="0">
                    <a:moveTo>
                      <a:pt x="1468" y="1"/>
                    </a:moveTo>
                    <a:cubicBezTo>
                      <a:pt x="901" y="1"/>
                      <a:pt x="367" y="268"/>
                      <a:pt x="33" y="701"/>
                    </a:cubicBezTo>
                    <a:cubicBezTo>
                      <a:pt x="0" y="801"/>
                      <a:pt x="0" y="901"/>
                      <a:pt x="67" y="968"/>
                    </a:cubicBezTo>
                    <a:cubicBezTo>
                      <a:pt x="100" y="1001"/>
                      <a:pt x="167" y="1001"/>
                      <a:pt x="200" y="1001"/>
                    </a:cubicBezTo>
                    <a:cubicBezTo>
                      <a:pt x="267" y="1001"/>
                      <a:pt x="300" y="968"/>
                      <a:pt x="334" y="935"/>
                    </a:cubicBezTo>
                    <a:cubicBezTo>
                      <a:pt x="567" y="568"/>
                      <a:pt x="1001" y="334"/>
                      <a:pt x="1434" y="334"/>
                    </a:cubicBezTo>
                    <a:cubicBezTo>
                      <a:pt x="1448" y="339"/>
                      <a:pt x="1462" y="341"/>
                      <a:pt x="1475" y="341"/>
                    </a:cubicBezTo>
                    <a:cubicBezTo>
                      <a:pt x="1560" y="341"/>
                      <a:pt x="1635" y="259"/>
                      <a:pt x="1635" y="201"/>
                    </a:cubicBezTo>
                    <a:cubicBezTo>
                      <a:pt x="1635" y="101"/>
                      <a:pt x="1568" y="1"/>
                      <a:pt x="14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Google Shape;546;p35"/>
              <p:cNvSpPr/>
              <p:nvPr/>
            </p:nvSpPr>
            <p:spPr>
              <a:xfrm>
                <a:off x="7270951" y="1678390"/>
                <a:ext cx="26615" cy="54998"/>
              </a:xfrm>
              <a:custGeom>
                <a:avLst/>
                <a:gdLst/>
                <a:ahLst/>
                <a:cxnLst/>
                <a:rect l="l" t="t" r="r" b="b"/>
                <a:pathLst>
                  <a:path w="1068" h="2207" extrusionOk="0">
                    <a:moveTo>
                      <a:pt x="467" y="1"/>
                    </a:moveTo>
                    <a:cubicBezTo>
                      <a:pt x="401" y="734"/>
                      <a:pt x="234" y="1435"/>
                      <a:pt x="0" y="2135"/>
                    </a:cubicBezTo>
                    <a:cubicBezTo>
                      <a:pt x="123" y="2184"/>
                      <a:pt x="254" y="2206"/>
                      <a:pt x="388" y="2206"/>
                    </a:cubicBezTo>
                    <a:cubicBezTo>
                      <a:pt x="619" y="2206"/>
                      <a:pt x="857" y="2141"/>
                      <a:pt x="1068" y="2035"/>
                    </a:cubicBezTo>
                    <a:lnTo>
                      <a:pt x="467" y="1"/>
                    </a:lnTo>
                    <a:close/>
                  </a:path>
                </a:pathLst>
              </a:custGeom>
              <a:solidFill>
                <a:srgbClr val="A36F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35"/>
              <p:cNvSpPr/>
              <p:nvPr/>
            </p:nvSpPr>
            <p:spPr>
              <a:xfrm>
                <a:off x="7229385" y="1459048"/>
                <a:ext cx="305943" cy="350649"/>
              </a:xfrm>
              <a:custGeom>
                <a:avLst/>
                <a:gdLst/>
                <a:ahLst/>
                <a:cxnLst/>
                <a:rect l="l" t="t" r="r" b="b"/>
                <a:pathLst>
                  <a:path w="12277" h="14071" extrusionOk="0">
                    <a:moveTo>
                      <a:pt x="6117" y="1"/>
                    </a:moveTo>
                    <a:cubicBezTo>
                      <a:pt x="5043" y="1"/>
                      <a:pt x="3949" y="347"/>
                      <a:pt x="3003" y="1097"/>
                    </a:cubicBezTo>
                    <a:cubicBezTo>
                      <a:pt x="1" y="3499"/>
                      <a:pt x="1068" y="8869"/>
                      <a:pt x="2736" y="11771"/>
                    </a:cubicBezTo>
                    <a:cubicBezTo>
                      <a:pt x="3624" y="13309"/>
                      <a:pt x="5114" y="14071"/>
                      <a:pt x="6635" y="14071"/>
                    </a:cubicBezTo>
                    <a:cubicBezTo>
                      <a:pt x="8313" y="14071"/>
                      <a:pt x="10028" y="13142"/>
                      <a:pt x="11008" y="11304"/>
                    </a:cubicBezTo>
                    <a:cubicBezTo>
                      <a:pt x="12276" y="8969"/>
                      <a:pt x="11842" y="7502"/>
                      <a:pt x="11008" y="3932"/>
                    </a:cubicBezTo>
                    <a:cubicBezTo>
                      <a:pt x="10469" y="1482"/>
                      <a:pt x="8338" y="1"/>
                      <a:pt x="6117" y="1"/>
                    </a:cubicBezTo>
                    <a:close/>
                  </a:path>
                </a:pathLst>
              </a:custGeom>
              <a:solidFill>
                <a:srgbClr val="A36F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Google Shape;548;p35"/>
              <p:cNvSpPr/>
              <p:nvPr/>
            </p:nvSpPr>
            <p:spPr>
              <a:xfrm>
                <a:off x="7236038" y="1412099"/>
                <a:ext cx="371607" cy="378834"/>
              </a:xfrm>
              <a:custGeom>
                <a:avLst/>
                <a:gdLst/>
                <a:ahLst/>
                <a:cxnLst/>
                <a:rect l="l" t="t" r="r" b="b"/>
                <a:pathLst>
                  <a:path w="14912" h="15202" extrusionOk="0">
                    <a:moveTo>
                      <a:pt x="5365" y="1"/>
                    </a:moveTo>
                    <a:cubicBezTo>
                      <a:pt x="5174" y="1"/>
                      <a:pt x="4966" y="25"/>
                      <a:pt x="4737" y="79"/>
                    </a:cubicBezTo>
                    <a:cubicBezTo>
                      <a:pt x="3503" y="379"/>
                      <a:pt x="2669" y="980"/>
                      <a:pt x="2402" y="2180"/>
                    </a:cubicBezTo>
                    <a:cubicBezTo>
                      <a:pt x="2202" y="2914"/>
                      <a:pt x="701" y="2748"/>
                      <a:pt x="367" y="4649"/>
                    </a:cubicBezTo>
                    <a:cubicBezTo>
                      <a:pt x="0" y="6517"/>
                      <a:pt x="1435" y="6283"/>
                      <a:pt x="1702" y="7484"/>
                    </a:cubicBezTo>
                    <a:cubicBezTo>
                      <a:pt x="1942" y="8547"/>
                      <a:pt x="2551" y="8614"/>
                      <a:pt x="3060" y="8614"/>
                    </a:cubicBezTo>
                    <a:cubicBezTo>
                      <a:pt x="3135" y="8614"/>
                      <a:pt x="3207" y="8613"/>
                      <a:pt x="3275" y="8613"/>
                    </a:cubicBezTo>
                    <a:cubicBezTo>
                      <a:pt x="3651" y="8613"/>
                      <a:pt x="3919" y="8656"/>
                      <a:pt x="3837" y="9219"/>
                    </a:cubicBezTo>
                    <a:cubicBezTo>
                      <a:pt x="3236" y="13522"/>
                      <a:pt x="8340" y="12321"/>
                      <a:pt x="8840" y="13589"/>
                    </a:cubicBezTo>
                    <a:cubicBezTo>
                      <a:pt x="9255" y="14749"/>
                      <a:pt x="10082" y="15202"/>
                      <a:pt x="10984" y="15202"/>
                    </a:cubicBezTo>
                    <a:cubicBezTo>
                      <a:pt x="11534" y="15202"/>
                      <a:pt x="12112" y="15034"/>
                      <a:pt x="12643" y="14756"/>
                    </a:cubicBezTo>
                    <a:cubicBezTo>
                      <a:pt x="14044" y="14022"/>
                      <a:pt x="12176" y="13155"/>
                      <a:pt x="13410" y="11854"/>
                    </a:cubicBezTo>
                    <a:cubicBezTo>
                      <a:pt x="14911" y="10253"/>
                      <a:pt x="14811" y="7751"/>
                      <a:pt x="13210" y="6250"/>
                    </a:cubicBezTo>
                    <a:cubicBezTo>
                      <a:pt x="12443" y="5550"/>
                      <a:pt x="13610" y="3848"/>
                      <a:pt x="12876" y="2347"/>
                    </a:cubicBezTo>
                    <a:cubicBezTo>
                      <a:pt x="12337" y="1270"/>
                      <a:pt x="11079" y="803"/>
                      <a:pt x="9881" y="803"/>
                    </a:cubicBezTo>
                    <a:cubicBezTo>
                      <a:pt x="9447" y="803"/>
                      <a:pt x="9021" y="864"/>
                      <a:pt x="8640" y="980"/>
                    </a:cubicBezTo>
                    <a:cubicBezTo>
                      <a:pt x="8473" y="1027"/>
                      <a:pt x="8319" y="1048"/>
                      <a:pt x="8175" y="1048"/>
                    </a:cubicBezTo>
                    <a:cubicBezTo>
                      <a:pt x="7153" y="1048"/>
                      <a:pt x="6635" y="1"/>
                      <a:pt x="53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Google Shape;549;p35"/>
              <p:cNvSpPr/>
              <p:nvPr/>
            </p:nvSpPr>
            <p:spPr>
              <a:xfrm>
                <a:off x="7280918" y="1619530"/>
                <a:ext cx="69851" cy="86622"/>
              </a:xfrm>
              <a:custGeom>
                <a:avLst/>
                <a:gdLst/>
                <a:ahLst/>
                <a:cxnLst/>
                <a:rect l="l" t="t" r="r" b="b"/>
                <a:pathLst>
                  <a:path w="2803" h="3476" extrusionOk="0">
                    <a:moveTo>
                      <a:pt x="1441" y="0"/>
                    </a:moveTo>
                    <a:cubicBezTo>
                      <a:pt x="1199" y="0"/>
                      <a:pt x="952" y="72"/>
                      <a:pt x="735" y="228"/>
                    </a:cubicBezTo>
                    <a:cubicBezTo>
                      <a:pt x="1" y="795"/>
                      <a:pt x="234" y="2062"/>
                      <a:pt x="635" y="2763"/>
                    </a:cubicBezTo>
                    <a:cubicBezTo>
                      <a:pt x="863" y="3201"/>
                      <a:pt x="1255" y="3476"/>
                      <a:pt x="1636" y="3476"/>
                    </a:cubicBezTo>
                    <a:cubicBezTo>
                      <a:pt x="1922" y="3476"/>
                      <a:pt x="2202" y="3321"/>
                      <a:pt x="2402" y="2963"/>
                    </a:cubicBezTo>
                    <a:cubicBezTo>
                      <a:pt x="2736" y="2329"/>
                      <a:pt x="2803" y="1629"/>
                      <a:pt x="2603" y="928"/>
                    </a:cubicBezTo>
                    <a:cubicBezTo>
                      <a:pt x="2488" y="353"/>
                      <a:pt x="1977" y="0"/>
                      <a:pt x="1441" y="0"/>
                    </a:cubicBezTo>
                    <a:close/>
                  </a:path>
                </a:pathLst>
              </a:custGeom>
              <a:solidFill>
                <a:srgbClr val="A36F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35"/>
              <p:cNvSpPr/>
              <p:nvPr/>
            </p:nvSpPr>
            <p:spPr>
              <a:xfrm>
                <a:off x="7128809" y="1987616"/>
                <a:ext cx="487136" cy="590230"/>
              </a:xfrm>
              <a:custGeom>
                <a:avLst/>
                <a:gdLst/>
                <a:ahLst/>
                <a:cxnLst/>
                <a:rect l="l" t="t" r="r" b="b"/>
                <a:pathLst>
                  <a:path w="19548" h="23685" extrusionOk="0">
                    <a:moveTo>
                      <a:pt x="15878" y="0"/>
                    </a:moveTo>
                    <a:cubicBezTo>
                      <a:pt x="15211" y="2369"/>
                      <a:pt x="14477" y="4771"/>
                      <a:pt x="13710" y="7139"/>
                    </a:cubicBezTo>
                    <a:cubicBezTo>
                      <a:pt x="13343" y="8340"/>
                      <a:pt x="12943" y="9507"/>
                      <a:pt x="12509" y="10675"/>
                    </a:cubicBezTo>
                    <a:cubicBezTo>
                      <a:pt x="12309" y="11275"/>
                      <a:pt x="12076" y="11842"/>
                      <a:pt x="11876" y="12409"/>
                    </a:cubicBezTo>
                    <a:lnTo>
                      <a:pt x="11542" y="13277"/>
                    </a:lnTo>
                    <a:lnTo>
                      <a:pt x="11208" y="14111"/>
                    </a:lnTo>
                    <a:cubicBezTo>
                      <a:pt x="10508" y="15945"/>
                      <a:pt x="8640" y="17446"/>
                      <a:pt x="6605" y="18714"/>
                    </a:cubicBezTo>
                    <a:cubicBezTo>
                      <a:pt x="5571" y="19348"/>
                      <a:pt x="4504" y="19915"/>
                      <a:pt x="3403" y="20448"/>
                    </a:cubicBezTo>
                    <a:cubicBezTo>
                      <a:pt x="2302" y="20949"/>
                      <a:pt x="1135" y="21449"/>
                      <a:pt x="0" y="21883"/>
                    </a:cubicBezTo>
                    <a:lnTo>
                      <a:pt x="501" y="23684"/>
                    </a:lnTo>
                    <a:cubicBezTo>
                      <a:pt x="3069" y="23184"/>
                      <a:pt x="5604" y="22350"/>
                      <a:pt x="8006" y="21216"/>
                    </a:cubicBezTo>
                    <a:cubicBezTo>
                      <a:pt x="9240" y="20615"/>
                      <a:pt x="10408" y="19881"/>
                      <a:pt x="11475" y="19047"/>
                    </a:cubicBezTo>
                    <a:cubicBezTo>
                      <a:pt x="12076" y="18580"/>
                      <a:pt x="12576" y="18080"/>
                      <a:pt x="13076" y="17513"/>
                    </a:cubicBezTo>
                    <a:cubicBezTo>
                      <a:pt x="13310" y="17213"/>
                      <a:pt x="13543" y="16913"/>
                      <a:pt x="13777" y="16579"/>
                    </a:cubicBezTo>
                    <a:lnTo>
                      <a:pt x="14110" y="16045"/>
                    </a:lnTo>
                    <a:lnTo>
                      <a:pt x="14311" y="15578"/>
                    </a:lnTo>
                    <a:lnTo>
                      <a:pt x="14744" y="14678"/>
                    </a:lnTo>
                    <a:lnTo>
                      <a:pt x="15145" y="13777"/>
                    </a:lnTo>
                    <a:cubicBezTo>
                      <a:pt x="15411" y="13177"/>
                      <a:pt x="15645" y="12576"/>
                      <a:pt x="15912" y="12009"/>
                    </a:cubicBezTo>
                    <a:cubicBezTo>
                      <a:pt x="16379" y="10808"/>
                      <a:pt x="16846" y="9574"/>
                      <a:pt x="17279" y="8373"/>
                    </a:cubicBezTo>
                    <a:cubicBezTo>
                      <a:pt x="18113" y="5938"/>
                      <a:pt x="18881" y="3503"/>
                      <a:pt x="19548" y="968"/>
                    </a:cubicBezTo>
                    <a:lnTo>
                      <a:pt x="15878" y="0"/>
                    </a:lnTo>
                    <a:close/>
                  </a:path>
                </a:pathLst>
              </a:custGeom>
              <a:solidFill>
                <a:srgbClr val="A36F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Google Shape;551;p35"/>
              <p:cNvSpPr/>
              <p:nvPr/>
            </p:nvSpPr>
            <p:spPr>
              <a:xfrm>
                <a:off x="7070622" y="2512970"/>
                <a:ext cx="106433" cy="74187"/>
              </a:xfrm>
              <a:custGeom>
                <a:avLst/>
                <a:gdLst/>
                <a:ahLst/>
                <a:cxnLst/>
                <a:rect l="l" t="t" r="r" b="b"/>
                <a:pathLst>
                  <a:path w="4271" h="2977" extrusionOk="0">
                    <a:moveTo>
                      <a:pt x="0" y="0"/>
                    </a:moveTo>
                    <a:lnTo>
                      <a:pt x="501" y="2969"/>
                    </a:lnTo>
                    <a:cubicBezTo>
                      <a:pt x="501" y="2969"/>
                      <a:pt x="631" y="2977"/>
                      <a:pt x="844" y="2977"/>
                    </a:cubicBezTo>
                    <a:cubicBezTo>
                      <a:pt x="1632" y="2977"/>
                      <a:pt x="3561" y="2873"/>
                      <a:pt x="4270" y="1902"/>
                    </a:cubicBezTo>
                    <a:lnTo>
                      <a:pt x="3236" y="53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36F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Google Shape;552;p35"/>
              <p:cNvSpPr/>
              <p:nvPr/>
            </p:nvSpPr>
            <p:spPr>
              <a:xfrm>
                <a:off x="7003713" y="2512970"/>
                <a:ext cx="80641" cy="73987"/>
              </a:xfrm>
              <a:custGeom>
                <a:avLst/>
                <a:gdLst/>
                <a:ahLst/>
                <a:cxnLst/>
                <a:rect l="l" t="t" r="r" b="b"/>
                <a:pathLst>
                  <a:path w="3236" h="2969" extrusionOk="0">
                    <a:moveTo>
                      <a:pt x="2735" y="0"/>
                    </a:moveTo>
                    <a:lnTo>
                      <a:pt x="334" y="1368"/>
                    </a:lnTo>
                    <a:lnTo>
                      <a:pt x="0" y="2836"/>
                    </a:lnTo>
                    <a:lnTo>
                      <a:pt x="3236" y="2969"/>
                    </a:lnTo>
                    <a:lnTo>
                      <a:pt x="2735" y="0"/>
                    </a:lnTo>
                    <a:close/>
                  </a:path>
                </a:pathLst>
              </a:custGeom>
              <a:solidFill>
                <a:srgbClr val="A36F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Google Shape;553;p35"/>
              <p:cNvSpPr/>
              <p:nvPr/>
            </p:nvSpPr>
            <p:spPr>
              <a:xfrm>
                <a:off x="7222731" y="1871441"/>
                <a:ext cx="454740" cy="590031"/>
              </a:xfrm>
              <a:custGeom>
                <a:avLst/>
                <a:gdLst/>
                <a:ahLst/>
                <a:cxnLst/>
                <a:rect l="l" t="t" r="r" b="b"/>
                <a:pathLst>
                  <a:path w="18248" h="23677" extrusionOk="0">
                    <a:moveTo>
                      <a:pt x="10108" y="1"/>
                    </a:moveTo>
                    <a:cubicBezTo>
                      <a:pt x="8974" y="1"/>
                      <a:pt x="7840" y="42"/>
                      <a:pt x="6706" y="126"/>
                    </a:cubicBezTo>
                    <a:cubicBezTo>
                      <a:pt x="5271" y="259"/>
                      <a:pt x="3703" y="493"/>
                      <a:pt x="2503" y="693"/>
                    </a:cubicBezTo>
                    <a:cubicBezTo>
                      <a:pt x="1102" y="926"/>
                      <a:pt x="101" y="2094"/>
                      <a:pt x="67" y="3528"/>
                    </a:cubicBezTo>
                    <a:cubicBezTo>
                      <a:pt x="1" y="6197"/>
                      <a:pt x="635" y="12268"/>
                      <a:pt x="3270" y="23676"/>
                    </a:cubicBezTo>
                    <a:lnTo>
                      <a:pt x="17213" y="22809"/>
                    </a:lnTo>
                    <a:cubicBezTo>
                      <a:pt x="16646" y="17505"/>
                      <a:pt x="16446" y="14403"/>
                      <a:pt x="17847" y="5163"/>
                    </a:cubicBezTo>
                    <a:cubicBezTo>
                      <a:pt x="18247" y="2594"/>
                      <a:pt x="16346" y="259"/>
                      <a:pt x="13777" y="126"/>
                    </a:cubicBezTo>
                    <a:lnTo>
                      <a:pt x="13510" y="126"/>
                    </a:lnTo>
                    <a:cubicBezTo>
                      <a:pt x="12376" y="42"/>
                      <a:pt x="11242" y="1"/>
                      <a:pt x="1010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p35"/>
              <p:cNvSpPr/>
              <p:nvPr/>
            </p:nvSpPr>
            <p:spPr>
              <a:xfrm>
                <a:off x="7354082" y="1779588"/>
                <a:ext cx="325032" cy="392266"/>
              </a:xfrm>
              <a:custGeom>
                <a:avLst/>
                <a:gdLst/>
                <a:ahLst/>
                <a:cxnLst/>
                <a:rect l="l" t="t" r="r" b="b"/>
                <a:pathLst>
                  <a:path w="13043" h="15741" extrusionOk="0">
                    <a:moveTo>
                      <a:pt x="7666" y="0"/>
                    </a:moveTo>
                    <a:cubicBezTo>
                      <a:pt x="7054" y="0"/>
                      <a:pt x="6872" y="776"/>
                      <a:pt x="6872" y="776"/>
                    </a:cubicBezTo>
                    <a:cubicBezTo>
                      <a:pt x="8473" y="3578"/>
                      <a:pt x="0" y="6947"/>
                      <a:pt x="5638" y="8315"/>
                    </a:cubicBezTo>
                    <a:cubicBezTo>
                      <a:pt x="11308" y="9683"/>
                      <a:pt x="6071" y="10683"/>
                      <a:pt x="7239" y="14553"/>
                    </a:cubicBezTo>
                    <a:cubicBezTo>
                      <a:pt x="7486" y="15387"/>
                      <a:pt x="7942" y="15740"/>
                      <a:pt x="8466" y="15740"/>
                    </a:cubicBezTo>
                    <a:cubicBezTo>
                      <a:pt x="10059" y="15740"/>
                      <a:pt x="12279" y="12470"/>
                      <a:pt x="11175" y="9483"/>
                    </a:cubicBezTo>
                    <a:cubicBezTo>
                      <a:pt x="9507" y="4879"/>
                      <a:pt x="13043" y="4879"/>
                      <a:pt x="8873" y="710"/>
                    </a:cubicBezTo>
                    <a:cubicBezTo>
                      <a:pt x="8354" y="179"/>
                      <a:pt x="7961" y="0"/>
                      <a:pt x="76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Google Shape;555;p35"/>
              <p:cNvSpPr/>
              <p:nvPr/>
            </p:nvSpPr>
            <p:spPr>
              <a:xfrm>
                <a:off x="7495376" y="1753846"/>
                <a:ext cx="96316" cy="52631"/>
              </a:xfrm>
              <a:custGeom>
                <a:avLst/>
                <a:gdLst/>
                <a:ahLst/>
                <a:cxnLst/>
                <a:rect l="l" t="t" r="r" b="b"/>
                <a:pathLst>
                  <a:path w="3865" h="2112" extrusionOk="0">
                    <a:moveTo>
                      <a:pt x="2258" y="0"/>
                    </a:moveTo>
                    <a:cubicBezTo>
                      <a:pt x="2207" y="0"/>
                      <a:pt x="2155" y="3"/>
                      <a:pt x="2102" y="8"/>
                    </a:cubicBezTo>
                    <a:lnTo>
                      <a:pt x="1002" y="75"/>
                    </a:lnTo>
                    <a:cubicBezTo>
                      <a:pt x="435" y="75"/>
                      <a:pt x="1" y="642"/>
                      <a:pt x="234" y="1209"/>
                    </a:cubicBezTo>
                    <a:cubicBezTo>
                      <a:pt x="490" y="1752"/>
                      <a:pt x="1082" y="2112"/>
                      <a:pt x="1689" y="2112"/>
                    </a:cubicBezTo>
                    <a:cubicBezTo>
                      <a:pt x="1715" y="2112"/>
                      <a:pt x="1742" y="2111"/>
                      <a:pt x="1769" y="2110"/>
                    </a:cubicBezTo>
                    <a:lnTo>
                      <a:pt x="2870" y="2009"/>
                    </a:lnTo>
                    <a:cubicBezTo>
                      <a:pt x="2886" y="2010"/>
                      <a:pt x="2902" y="2011"/>
                      <a:pt x="2917" y="2011"/>
                    </a:cubicBezTo>
                    <a:cubicBezTo>
                      <a:pt x="3491" y="2011"/>
                      <a:pt x="3865" y="1428"/>
                      <a:pt x="3670" y="909"/>
                    </a:cubicBezTo>
                    <a:cubicBezTo>
                      <a:pt x="3394" y="355"/>
                      <a:pt x="2862" y="0"/>
                      <a:pt x="225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35"/>
              <p:cNvSpPr/>
              <p:nvPr/>
            </p:nvSpPr>
            <p:spPr>
              <a:xfrm>
                <a:off x="7233546" y="1985124"/>
                <a:ext cx="89787" cy="242746"/>
              </a:xfrm>
              <a:custGeom>
                <a:avLst/>
                <a:gdLst/>
                <a:ahLst/>
                <a:cxnLst/>
                <a:rect l="l" t="t" r="r" b="b"/>
                <a:pathLst>
                  <a:path w="3603" h="9741" extrusionOk="0">
                    <a:moveTo>
                      <a:pt x="2536" y="0"/>
                    </a:moveTo>
                    <a:lnTo>
                      <a:pt x="0" y="4170"/>
                    </a:lnTo>
                    <a:cubicBezTo>
                      <a:pt x="201" y="5704"/>
                      <a:pt x="467" y="7572"/>
                      <a:pt x="868" y="9741"/>
                    </a:cubicBezTo>
                    <a:lnTo>
                      <a:pt x="2702" y="8673"/>
                    </a:lnTo>
                    <a:cubicBezTo>
                      <a:pt x="3603" y="2069"/>
                      <a:pt x="2536" y="0"/>
                      <a:pt x="253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35"/>
              <p:cNvSpPr/>
              <p:nvPr/>
            </p:nvSpPr>
            <p:spPr>
              <a:xfrm>
                <a:off x="6836204" y="1988439"/>
                <a:ext cx="472184" cy="581085"/>
              </a:xfrm>
              <a:custGeom>
                <a:avLst/>
                <a:gdLst/>
                <a:ahLst/>
                <a:cxnLst/>
                <a:rect l="l" t="t" r="r" b="b"/>
                <a:pathLst>
                  <a:path w="18948" h="23318" extrusionOk="0">
                    <a:moveTo>
                      <a:pt x="15278" y="1"/>
                    </a:moveTo>
                    <a:cubicBezTo>
                      <a:pt x="14644" y="2302"/>
                      <a:pt x="13977" y="4671"/>
                      <a:pt x="13210" y="7006"/>
                    </a:cubicBezTo>
                    <a:cubicBezTo>
                      <a:pt x="12443" y="9307"/>
                      <a:pt x="11642" y="11642"/>
                      <a:pt x="10742" y="13844"/>
                    </a:cubicBezTo>
                    <a:lnTo>
                      <a:pt x="10575" y="14244"/>
                    </a:lnTo>
                    <a:cubicBezTo>
                      <a:pt x="10542" y="14378"/>
                      <a:pt x="10475" y="14478"/>
                      <a:pt x="10408" y="14611"/>
                    </a:cubicBezTo>
                    <a:cubicBezTo>
                      <a:pt x="10375" y="14711"/>
                      <a:pt x="10341" y="14778"/>
                      <a:pt x="10275" y="14878"/>
                    </a:cubicBezTo>
                    <a:lnTo>
                      <a:pt x="10075" y="15212"/>
                    </a:lnTo>
                    <a:cubicBezTo>
                      <a:pt x="9774" y="15612"/>
                      <a:pt x="9441" y="16012"/>
                      <a:pt x="9074" y="16379"/>
                    </a:cubicBezTo>
                    <a:cubicBezTo>
                      <a:pt x="8273" y="17146"/>
                      <a:pt x="7406" y="17847"/>
                      <a:pt x="6439" y="18447"/>
                    </a:cubicBezTo>
                    <a:cubicBezTo>
                      <a:pt x="5438" y="19081"/>
                      <a:pt x="4404" y="19615"/>
                      <a:pt x="3336" y="20115"/>
                    </a:cubicBezTo>
                    <a:cubicBezTo>
                      <a:pt x="2236" y="20616"/>
                      <a:pt x="1101" y="21083"/>
                      <a:pt x="1" y="21483"/>
                    </a:cubicBezTo>
                    <a:lnTo>
                      <a:pt x="434" y="23317"/>
                    </a:lnTo>
                    <a:cubicBezTo>
                      <a:pt x="3003" y="22850"/>
                      <a:pt x="5505" y="22083"/>
                      <a:pt x="7840" y="20949"/>
                    </a:cubicBezTo>
                    <a:cubicBezTo>
                      <a:pt x="9074" y="20349"/>
                      <a:pt x="10208" y="19581"/>
                      <a:pt x="11242" y="18714"/>
                    </a:cubicBezTo>
                    <a:cubicBezTo>
                      <a:pt x="11809" y="18247"/>
                      <a:pt x="12309" y="17713"/>
                      <a:pt x="12776" y="17146"/>
                    </a:cubicBezTo>
                    <a:lnTo>
                      <a:pt x="13110" y="16679"/>
                    </a:lnTo>
                    <a:cubicBezTo>
                      <a:pt x="13210" y="16546"/>
                      <a:pt x="13310" y="16346"/>
                      <a:pt x="13410" y="16179"/>
                    </a:cubicBezTo>
                    <a:cubicBezTo>
                      <a:pt x="13510" y="16012"/>
                      <a:pt x="13577" y="15845"/>
                      <a:pt x="13677" y="15712"/>
                    </a:cubicBezTo>
                    <a:lnTo>
                      <a:pt x="13877" y="15245"/>
                    </a:lnTo>
                    <a:cubicBezTo>
                      <a:pt x="14177" y="14645"/>
                      <a:pt x="14444" y="14078"/>
                      <a:pt x="14678" y="13510"/>
                    </a:cubicBezTo>
                    <a:cubicBezTo>
                      <a:pt x="14911" y="12910"/>
                      <a:pt x="15178" y="12310"/>
                      <a:pt x="15412" y="11743"/>
                    </a:cubicBezTo>
                    <a:cubicBezTo>
                      <a:pt x="15912" y="10575"/>
                      <a:pt x="16312" y="9374"/>
                      <a:pt x="16746" y="8173"/>
                    </a:cubicBezTo>
                    <a:cubicBezTo>
                      <a:pt x="17580" y="5805"/>
                      <a:pt x="18314" y="3403"/>
                      <a:pt x="18948" y="935"/>
                    </a:cubicBezTo>
                    <a:lnTo>
                      <a:pt x="15278" y="1"/>
                    </a:lnTo>
                    <a:close/>
                  </a:path>
                </a:pathLst>
              </a:custGeom>
              <a:solidFill>
                <a:srgbClr val="A36F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35"/>
              <p:cNvSpPr/>
              <p:nvPr/>
            </p:nvSpPr>
            <p:spPr>
              <a:xfrm>
                <a:off x="7148745" y="1893695"/>
                <a:ext cx="186227" cy="278481"/>
              </a:xfrm>
              <a:custGeom>
                <a:avLst/>
                <a:gdLst/>
                <a:ahLst/>
                <a:cxnLst/>
                <a:rect l="l" t="t" r="r" b="b"/>
                <a:pathLst>
                  <a:path w="7473" h="11175" extrusionOk="0">
                    <a:moveTo>
                      <a:pt x="4771" y="0"/>
                    </a:moveTo>
                    <a:cubicBezTo>
                      <a:pt x="2269" y="1134"/>
                      <a:pt x="1435" y="2335"/>
                      <a:pt x="1" y="9407"/>
                    </a:cubicBezTo>
                    <a:cubicBezTo>
                      <a:pt x="2069" y="11175"/>
                      <a:pt x="5472" y="11175"/>
                      <a:pt x="5472" y="11175"/>
                    </a:cubicBezTo>
                    <a:lnTo>
                      <a:pt x="7306" y="6438"/>
                    </a:lnTo>
                    <a:cubicBezTo>
                      <a:pt x="7306" y="6438"/>
                      <a:pt x="7473" y="4303"/>
                      <a:pt x="6839" y="2802"/>
                    </a:cubicBezTo>
                    <a:cubicBezTo>
                      <a:pt x="6339" y="1735"/>
                      <a:pt x="5638" y="801"/>
                      <a:pt x="477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35"/>
              <p:cNvSpPr/>
              <p:nvPr/>
            </p:nvSpPr>
            <p:spPr>
              <a:xfrm>
                <a:off x="6764710" y="2516285"/>
                <a:ext cx="105611" cy="66960"/>
              </a:xfrm>
              <a:custGeom>
                <a:avLst/>
                <a:gdLst/>
                <a:ahLst/>
                <a:cxnLst/>
                <a:rect l="l" t="t" r="r" b="b"/>
                <a:pathLst>
                  <a:path w="4238" h="2687" extrusionOk="0">
                    <a:moveTo>
                      <a:pt x="1" y="1"/>
                    </a:moveTo>
                    <a:lnTo>
                      <a:pt x="968" y="2636"/>
                    </a:lnTo>
                    <a:cubicBezTo>
                      <a:pt x="968" y="2636"/>
                      <a:pt x="1293" y="2687"/>
                      <a:pt x="1749" y="2687"/>
                    </a:cubicBezTo>
                    <a:cubicBezTo>
                      <a:pt x="2515" y="2687"/>
                      <a:pt x="3652" y="2543"/>
                      <a:pt x="4237" y="1769"/>
                    </a:cubicBezTo>
                    <a:lnTo>
                      <a:pt x="3203" y="40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A36F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560;p35"/>
              <p:cNvSpPr/>
              <p:nvPr/>
            </p:nvSpPr>
            <p:spPr>
              <a:xfrm>
                <a:off x="6701962" y="2516285"/>
                <a:ext cx="88142" cy="67359"/>
              </a:xfrm>
              <a:custGeom>
                <a:avLst/>
                <a:gdLst/>
                <a:ahLst/>
                <a:cxnLst/>
                <a:rect l="l" t="t" r="r" b="b"/>
                <a:pathLst>
                  <a:path w="3537" h="2703" extrusionOk="0">
                    <a:moveTo>
                      <a:pt x="2569" y="1"/>
                    </a:moveTo>
                    <a:lnTo>
                      <a:pt x="901" y="1235"/>
                    </a:lnTo>
                    <a:lnTo>
                      <a:pt x="0" y="2703"/>
                    </a:lnTo>
                    <a:lnTo>
                      <a:pt x="0" y="2703"/>
                    </a:lnTo>
                    <a:lnTo>
                      <a:pt x="3536" y="2636"/>
                    </a:lnTo>
                    <a:lnTo>
                      <a:pt x="2569" y="1"/>
                    </a:lnTo>
                    <a:close/>
                  </a:path>
                </a:pathLst>
              </a:custGeom>
              <a:solidFill>
                <a:srgbClr val="A36F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Google Shape;561;p35"/>
              <p:cNvSpPr/>
              <p:nvPr/>
            </p:nvSpPr>
            <p:spPr>
              <a:xfrm>
                <a:off x="7263475" y="2444790"/>
                <a:ext cx="494612" cy="1760648"/>
              </a:xfrm>
              <a:custGeom>
                <a:avLst/>
                <a:gdLst/>
                <a:ahLst/>
                <a:cxnLst/>
                <a:rect l="l" t="t" r="r" b="b"/>
                <a:pathLst>
                  <a:path w="19848" h="70652" extrusionOk="0">
                    <a:moveTo>
                      <a:pt x="12276" y="1"/>
                    </a:moveTo>
                    <a:lnTo>
                      <a:pt x="2102" y="635"/>
                    </a:lnTo>
                    <a:cubicBezTo>
                      <a:pt x="2102" y="635"/>
                      <a:pt x="334" y="26420"/>
                      <a:pt x="34" y="38829"/>
                    </a:cubicBezTo>
                    <a:cubicBezTo>
                      <a:pt x="0" y="40330"/>
                      <a:pt x="300" y="41864"/>
                      <a:pt x="901" y="43232"/>
                    </a:cubicBezTo>
                    <a:cubicBezTo>
                      <a:pt x="6438" y="56275"/>
                      <a:pt x="17613" y="70651"/>
                      <a:pt x="17613" y="70651"/>
                    </a:cubicBezTo>
                    <a:lnTo>
                      <a:pt x="19848" y="68383"/>
                    </a:lnTo>
                    <a:cubicBezTo>
                      <a:pt x="19848" y="68383"/>
                      <a:pt x="12442" y="51738"/>
                      <a:pt x="7339" y="39262"/>
                    </a:cubicBezTo>
                    <a:cubicBezTo>
                      <a:pt x="10374" y="26954"/>
                      <a:pt x="12276" y="1"/>
                      <a:pt x="12276" y="1"/>
                    </a:cubicBezTo>
                    <a:close/>
                  </a:path>
                </a:pathLst>
              </a:custGeom>
              <a:solidFill>
                <a:srgbClr val="A36F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Google Shape;562;p35"/>
              <p:cNvSpPr/>
              <p:nvPr/>
            </p:nvSpPr>
            <p:spPr>
              <a:xfrm>
                <a:off x="7517829" y="3597743"/>
                <a:ext cx="177904" cy="599351"/>
              </a:xfrm>
              <a:custGeom>
                <a:avLst/>
                <a:gdLst/>
                <a:ahLst/>
                <a:cxnLst/>
                <a:rect l="l" t="t" r="r" b="b"/>
                <a:pathLst>
                  <a:path w="7139" h="24051" extrusionOk="0">
                    <a:moveTo>
                      <a:pt x="34" y="0"/>
                    </a:moveTo>
                    <a:lnTo>
                      <a:pt x="1" y="13610"/>
                    </a:lnTo>
                    <a:cubicBezTo>
                      <a:pt x="34" y="13844"/>
                      <a:pt x="101" y="14044"/>
                      <a:pt x="234" y="14244"/>
                    </a:cubicBezTo>
                    <a:cubicBezTo>
                      <a:pt x="3470" y="19181"/>
                      <a:pt x="6272" y="22917"/>
                      <a:pt x="7139" y="24051"/>
                    </a:cubicBezTo>
                    <a:lnTo>
                      <a:pt x="6705" y="15445"/>
                    </a:lnTo>
                    <a:cubicBezTo>
                      <a:pt x="4871" y="11242"/>
                      <a:pt x="2402" y="5571"/>
                      <a:pt x="34" y="0"/>
                    </a:cubicBezTo>
                    <a:close/>
                  </a:path>
                </a:pathLst>
              </a:custGeom>
              <a:solidFill>
                <a:srgbClr val="94622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Google Shape;563;p35"/>
              <p:cNvSpPr/>
              <p:nvPr/>
            </p:nvSpPr>
            <p:spPr>
              <a:xfrm>
                <a:off x="7376510" y="2438984"/>
                <a:ext cx="355808" cy="1955971"/>
              </a:xfrm>
              <a:custGeom>
                <a:avLst/>
                <a:gdLst/>
                <a:ahLst/>
                <a:cxnLst/>
                <a:rect l="l" t="t" r="r" b="b"/>
                <a:pathLst>
                  <a:path w="14278" h="78490" extrusionOk="0">
                    <a:moveTo>
                      <a:pt x="11042" y="0"/>
                    </a:moveTo>
                    <a:lnTo>
                      <a:pt x="1" y="734"/>
                    </a:lnTo>
                    <a:cubicBezTo>
                      <a:pt x="1" y="734"/>
                      <a:pt x="2436" y="27320"/>
                      <a:pt x="4471" y="38361"/>
                    </a:cubicBezTo>
                    <a:cubicBezTo>
                      <a:pt x="6606" y="49970"/>
                      <a:pt x="8207" y="77623"/>
                      <a:pt x="8240" y="78490"/>
                    </a:cubicBezTo>
                    <a:lnTo>
                      <a:pt x="10809" y="78490"/>
                    </a:lnTo>
                    <a:cubicBezTo>
                      <a:pt x="10809" y="78490"/>
                      <a:pt x="14278" y="47401"/>
                      <a:pt x="11042" y="36960"/>
                    </a:cubicBezTo>
                    <a:cubicBezTo>
                      <a:pt x="10475" y="24251"/>
                      <a:pt x="11042" y="1"/>
                      <a:pt x="11042" y="0"/>
                    </a:cubicBezTo>
                    <a:close/>
                  </a:path>
                </a:pathLst>
              </a:custGeom>
              <a:solidFill>
                <a:srgbClr val="A36F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35"/>
              <p:cNvSpPr/>
              <p:nvPr/>
            </p:nvSpPr>
            <p:spPr>
              <a:xfrm>
                <a:off x="7614791" y="4127857"/>
                <a:ext cx="211471" cy="220916"/>
              </a:xfrm>
              <a:custGeom>
                <a:avLst/>
                <a:gdLst/>
                <a:ahLst/>
                <a:cxnLst/>
                <a:rect l="l" t="t" r="r" b="b"/>
                <a:pathLst>
                  <a:path w="8486" h="8865" extrusionOk="0">
                    <a:moveTo>
                      <a:pt x="5570" y="1"/>
                    </a:moveTo>
                    <a:cubicBezTo>
                      <a:pt x="5500" y="1"/>
                      <a:pt x="5433" y="26"/>
                      <a:pt x="5383" y="76"/>
                    </a:cubicBezTo>
                    <a:lnTo>
                      <a:pt x="2681" y="2478"/>
                    </a:lnTo>
                    <a:cubicBezTo>
                      <a:pt x="2481" y="2644"/>
                      <a:pt x="2381" y="2845"/>
                      <a:pt x="2347" y="3078"/>
                    </a:cubicBezTo>
                    <a:cubicBezTo>
                      <a:pt x="2114" y="4379"/>
                      <a:pt x="2114" y="5380"/>
                      <a:pt x="279" y="7848"/>
                    </a:cubicBezTo>
                    <a:cubicBezTo>
                      <a:pt x="1" y="8219"/>
                      <a:pt x="416" y="8864"/>
                      <a:pt x="1098" y="8864"/>
                    </a:cubicBezTo>
                    <a:cubicBezTo>
                      <a:pt x="1397" y="8864"/>
                      <a:pt x="1748" y="8741"/>
                      <a:pt x="2114" y="8415"/>
                    </a:cubicBezTo>
                    <a:cubicBezTo>
                      <a:pt x="3315" y="7348"/>
                      <a:pt x="4682" y="6114"/>
                      <a:pt x="5550" y="5346"/>
                    </a:cubicBezTo>
                    <a:cubicBezTo>
                      <a:pt x="6984" y="4079"/>
                      <a:pt x="7051" y="4112"/>
                      <a:pt x="8185" y="3145"/>
                    </a:cubicBezTo>
                    <a:cubicBezTo>
                      <a:pt x="8485" y="2911"/>
                      <a:pt x="8485" y="2478"/>
                      <a:pt x="8218" y="2244"/>
                    </a:cubicBezTo>
                    <a:lnTo>
                      <a:pt x="5783" y="76"/>
                    </a:lnTo>
                    <a:cubicBezTo>
                      <a:pt x="5716" y="26"/>
                      <a:pt x="5641" y="1"/>
                      <a:pt x="557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Google Shape;565;p35"/>
              <p:cNvSpPr/>
              <p:nvPr/>
            </p:nvSpPr>
            <p:spPr>
              <a:xfrm>
                <a:off x="7432205" y="4381613"/>
                <a:ext cx="233625" cy="106408"/>
              </a:xfrm>
              <a:custGeom>
                <a:avLst/>
                <a:gdLst/>
                <a:ahLst/>
                <a:cxnLst/>
                <a:rect l="l" t="t" r="r" b="b"/>
                <a:pathLst>
                  <a:path w="9375" h="4270" extrusionOk="0">
                    <a:moveTo>
                      <a:pt x="5705" y="0"/>
                    </a:moveTo>
                    <a:cubicBezTo>
                      <a:pt x="5471" y="0"/>
                      <a:pt x="5238" y="100"/>
                      <a:pt x="5071" y="267"/>
                    </a:cubicBezTo>
                    <a:cubicBezTo>
                      <a:pt x="4070" y="1068"/>
                      <a:pt x="3570" y="1935"/>
                      <a:pt x="668" y="2569"/>
                    </a:cubicBezTo>
                    <a:cubicBezTo>
                      <a:pt x="1" y="2736"/>
                      <a:pt x="67" y="4270"/>
                      <a:pt x="1635" y="4270"/>
                    </a:cubicBezTo>
                    <a:cubicBezTo>
                      <a:pt x="3203" y="4270"/>
                      <a:pt x="4871" y="4137"/>
                      <a:pt x="6005" y="4137"/>
                    </a:cubicBezTo>
                    <a:cubicBezTo>
                      <a:pt x="7840" y="4137"/>
                      <a:pt x="7273" y="4237"/>
                      <a:pt x="8707" y="4270"/>
                    </a:cubicBezTo>
                    <a:cubicBezTo>
                      <a:pt x="9074" y="4270"/>
                      <a:pt x="9374" y="3970"/>
                      <a:pt x="9341" y="3603"/>
                    </a:cubicBezTo>
                    <a:lnTo>
                      <a:pt x="8907" y="267"/>
                    </a:lnTo>
                    <a:cubicBezTo>
                      <a:pt x="8907" y="100"/>
                      <a:pt x="8774" y="0"/>
                      <a:pt x="86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566;p35"/>
              <p:cNvSpPr/>
              <p:nvPr/>
            </p:nvSpPr>
            <p:spPr>
              <a:xfrm>
                <a:off x="7234369" y="2439807"/>
                <a:ext cx="557809" cy="979256"/>
              </a:xfrm>
              <a:custGeom>
                <a:avLst/>
                <a:gdLst/>
                <a:ahLst/>
                <a:cxnLst/>
                <a:rect l="l" t="t" r="r" b="b"/>
                <a:pathLst>
                  <a:path w="22384" h="39296" extrusionOk="0">
                    <a:moveTo>
                      <a:pt x="16746" y="1"/>
                    </a:moveTo>
                    <a:lnTo>
                      <a:pt x="2803" y="868"/>
                    </a:lnTo>
                    <a:lnTo>
                      <a:pt x="1" y="39296"/>
                    </a:lnTo>
                    <a:lnTo>
                      <a:pt x="18114" y="34425"/>
                    </a:lnTo>
                    <a:cubicBezTo>
                      <a:pt x="16546" y="18547"/>
                      <a:pt x="22383" y="7906"/>
                      <a:pt x="1674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Google Shape;567;p35"/>
              <p:cNvSpPr/>
              <p:nvPr/>
            </p:nvSpPr>
            <p:spPr>
              <a:xfrm>
                <a:off x="7295048" y="2428169"/>
                <a:ext cx="369115" cy="54051"/>
              </a:xfrm>
              <a:custGeom>
                <a:avLst/>
                <a:gdLst/>
                <a:ahLst/>
                <a:cxnLst/>
                <a:rect l="l" t="t" r="r" b="b"/>
                <a:pathLst>
                  <a:path w="14812" h="2169" extrusionOk="0">
                    <a:moveTo>
                      <a:pt x="14378" y="1"/>
                    </a:moveTo>
                    <a:lnTo>
                      <a:pt x="234" y="1035"/>
                    </a:lnTo>
                    <a:cubicBezTo>
                      <a:pt x="101" y="1035"/>
                      <a:pt x="1" y="1135"/>
                      <a:pt x="1" y="1268"/>
                    </a:cubicBezTo>
                    <a:lnTo>
                      <a:pt x="34" y="1935"/>
                    </a:lnTo>
                    <a:cubicBezTo>
                      <a:pt x="68" y="2069"/>
                      <a:pt x="168" y="2169"/>
                      <a:pt x="301" y="2169"/>
                    </a:cubicBezTo>
                    <a:lnTo>
                      <a:pt x="14578" y="1135"/>
                    </a:lnTo>
                    <a:cubicBezTo>
                      <a:pt x="14711" y="1102"/>
                      <a:pt x="14811" y="968"/>
                      <a:pt x="14778" y="835"/>
                    </a:cubicBezTo>
                    <a:lnTo>
                      <a:pt x="14645" y="201"/>
                    </a:lnTo>
                    <a:cubicBezTo>
                      <a:pt x="14611" y="67"/>
                      <a:pt x="14511" y="1"/>
                      <a:pt x="143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Google Shape;568;p35"/>
              <p:cNvSpPr/>
              <p:nvPr/>
            </p:nvSpPr>
            <p:spPr>
              <a:xfrm>
                <a:off x="6194150" y="4011700"/>
                <a:ext cx="116400" cy="327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69" name="Google Shape;569;p35"/>
          <p:cNvSpPr txBox="1"/>
          <p:nvPr/>
        </p:nvSpPr>
        <p:spPr>
          <a:xfrm>
            <a:off x="778339" y="1736950"/>
            <a:ext cx="9198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rPr>
              <a:t>40%</a:t>
            </a:r>
            <a:endParaRPr sz="2400" dirty="0">
              <a:solidFill>
                <a:schemeClr val="dk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grpSp>
        <p:nvGrpSpPr>
          <p:cNvPr id="570" name="Google Shape;570;p35"/>
          <p:cNvGrpSpPr/>
          <p:nvPr/>
        </p:nvGrpSpPr>
        <p:grpSpPr>
          <a:xfrm>
            <a:off x="1817450" y="1834004"/>
            <a:ext cx="2526199" cy="239400"/>
            <a:chOff x="2009625" y="2054675"/>
            <a:chExt cx="2991000" cy="239400"/>
          </a:xfrm>
        </p:grpSpPr>
        <p:sp>
          <p:nvSpPr>
            <p:cNvPr id="571" name="Google Shape;571;p35"/>
            <p:cNvSpPr/>
            <p:nvPr/>
          </p:nvSpPr>
          <p:spPr>
            <a:xfrm>
              <a:off x="2009625" y="2054675"/>
              <a:ext cx="2991000" cy="2394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5"/>
            <p:cNvSpPr/>
            <p:nvPr/>
          </p:nvSpPr>
          <p:spPr>
            <a:xfrm>
              <a:off x="2045959" y="2092112"/>
              <a:ext cx="1222883" cy="168362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3" name="Google Shape;573;p35"/>
          <p:cNvSpPr txBox="1"/>
          <p:nvPr/>
        </p:nvSpPr>
        <p:spPr>
          <a:xfrm>
            <a:off x="4453550" y="1647400"/>
            <a:ext cx="15759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Reinforcement Learning (RL)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74" name="Google Shape;574;p35"/>
          <p:cNvSpPr txBox="1"/>
          <p:nvPr/>
        </p:nvSpPr>
        <p:spPr>
          <a:xfrm>
            <a:off x="778339" y="2441820"/>
            <a:ext cx="9198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rPr>
              <a:t>25%</a:t>
            </a:r>
            <a:endParaRPr sz="2400" dirty="0">
              <a:solidFill>
                <a:schemeClr val="dk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grpSp>
        <p:nvGrpSpPr>
          <p:cNvPr id="575" name="Google Shape;575;p35"/>
          <p:cNvGrpSpPr/>
          <p:nvPr/>
        </p:nvGrpSpPr>
        <p:grpSpPr>
          <a:xfrm>
            <a:off x="1817450" y="2538875"/>
            <a:ext cx="2526199" cy="239400"/>
            <a:chOff x="2009625" y="2573045"/>
            <a:chExt cx="2991000" cy="239400"/>
          </a:xfrm>
        </p:grpSpPr>
        <p:sp>
          <p:nvSpPr>
            <p:cNvPr id="576" name="Google Shape;576;p35"/>
            <p:cNvSpPr/>
            <p:nvPr/>
          </p:nvSpPr>
          <p:spPr>
            <a:xfrm>
              <a:off x="2009625" y="2573045"/>
              <a:ext cx="2991000" cy="2394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5"/>
            <p:cNvSpPr/>
            <p:nvPr/>
          </p:nvSpPr>
          <p:spPr>
            <a:xfrm>
              <a:off x="2045953" y="2612016"/>
              <a:ext cx="822461" cy="166829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8" name="Google Shape;578;p35"/>
          <p:cNvSpPr txBox="1"/>
          <p:nvPr/>
        </p:nvSpPr>
        <p:spPr>
          <a:xfrm>
            <a:off x="4453549" y="2352270"/>
            <a:ext cx="1608853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Automated Machine Learning (</a:t>
            </a:r>
            <a:r>
              <a:rPr lang="en-US" dirty="0" err="1"/>
              <a:t>AutoML</a:t>
            </a:r>
            <a:r>
              <a:rPr lang="en-US" dirty="0"/>
              <a:t>)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79" name="Google Shape;579;p35"/>
          <p:cNvSpPr txBox="1"/>
          <p:nvPr/>
        </p:nvSpPr>
        <p:spPr>
          <a:xfrm>
            <a:off x="778339" y="3146702"/>
            <a:ext cx="9198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rPr>
              <a:t>20%</a:t>
            </a:r>
            <a:endParaRPr sz="2400" dirty="0">
              <a:solidFill>
                <a:schemeClr val="dk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grpSp>
        <p:nvGrpSpPr>
          <p:cNvPr id="580" name="Google Shape;580;p35"/>
          <p:cNvGrpSpPr/>
          <p:nvPr/>
        </p:nvGrpSpPr>
        <p:grpSpPr>
          <a:xfrm>
            <a:off x="1817450" y="3243759"/>
            <a:ext cx="2526199" cy="239400"/>
            <a:chOff x="2009625" y="3472484"/>
            <a:chExt cx="2991000" cy="239400"/>
          </a:xfrm>
        </p:grpSpPr>
        <p:sp>
          <p:nvSpPr>
            <p:cNvPr id="581" name="Google Shape;581;p35"/>
            <p:cNvSpPr/>
            <p:nvPr/>
          </p:nvSpPr>
          <p:spPr>
            <a:xfrm>
              <a:off x="2009625" y="3472484"/>
              <a:ext cx="2991000" cy="2394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5"/>
            <p:cNvSpPr/>
            <p:nvPr/>
          </p:nvSpPr>
          <p:spPr>
            <a:xfrm>
              <a:off x="2041127" y="3489270"/>
              <a:ext cx="659307" cy="205814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83" name="Google Shape;583;p35"/>
          <p:cNvSpPr txBox="1"/>
          <p:nvPr/>
        </p:nvSpPr>
        <p:spPr>
          <a:xfrm>
            <a:off x="4453550" y="3057152"/>
            <a:ext cx="15759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Meta-Learning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4" name="Google Shape;584;p35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Popularity of applications</a:t>
            </a:r>
            <a:endParaRPr dirty="0"/>
          </a:p>
        </p:txBody>
      </p:sp>
      <p:sp>
        <p:nvSpPr>
          <p:cNvPr id="585" name="Google Shape;585;p35"/>
          <p:cNvSpPr txBox="1"/>
          <p:nvPr/>
        </p:nvSpPr>
        <p:spPr>
          <a:xfrm>
            <a:off x="778339" y="3851575"/>
            <a:ext cx="9198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rPr>
              <a:t>15%</a:t>
            </a:r>
            <a:endParaRPr sz="2400" dirty="0">
              <a:solidFill>
                <a:schemeClr val="dk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grpSp>
        <p:nvGrpSpPr>
          <p:cNvPr id="586" name="Google Shape;586;p35"/>
          <p:cNvGrpSpPr/>
          <p:nvPr/>
        </p:nvGrpSpPr>
        <p:grpSpPr>
          <a:xfrm>
            <a:off x="1817450" y="3948632"/>
            <a:ext cx="2526199" cy="239400"/>
            <a:chOff x="2009625" y="3472484"/>
            <a:chExt cx="2991000" cy="239400"/>
          </a:xfrm>
        </p:grpSpPr>
        <p:sp>
          <p:nvSpPr>
            <p:cNvPr id="587" name="Google Shape;587;p35"/>
            <p:cNvSpPr/>
            <p:nvPr/>
          </p:nvSpPr>
          <p:spPr>
            <a:xfrm>
              <a:off x="2009625" y="3472484"/>
              <a:ext cx="2991000" cy="2394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5"/>
            <p:cNvSpPr/>
            <p:nvPr/>
          </p:nvSpPr>
          <p:spPr>
            <a:xfrm>
              <a:off x="2041360" y="3493454"/>
              <a:ext cx="555490" cy="205811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89" name="Google Shape;589;p35"/>
          <p:cNvSpPr txBox="1"/>
          <p:nvPr/>
        </p:nvSpPr>
        <p:spPr>
          <a:xfrm>
            <a:off x="4453549" y="3762026"/>
            <a:ext cx="1660135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Robustness Testing and Adversarial Learning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H="1">
            <a:off x="4127325" y="387600"/>
            <a:ext cx="4284274" cy="1836300"/>
          </a:xfrm>
        </p:spPr>
        <p:txBody>
          <a:bodyPr/>
          <a:lstStyle/>
          <a:p>
            <a:r>
              <a:rPr lang="en-US" dirty="0" err="1"/>
              <a:t>Rainforcement</a:t>
            </a:r>
            <a:r>
              <a:rPr lang="en-US" dirty="0"/>
              <a:t> learning (RL)</a:t>
            </a:r>
            <a:endParaRPr lang="ru-RU" dirty="0"/>
          </a:p>
        </p:txBody>
      </p:sp>
      <p:pic>
        <p:nvPicPr>
          <p:cNvPr id="9220" name="Picture 4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08" y="2412826"/>
            <a:ext cx="4572000" cy="261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161839" y="1398446"/>
            <a:ext cx="3401817" cy="10143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Robust Learning: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 can handle noisy reward signals, a common challenge in RL, due to its population-based evaluation.</a:t>
            </a:r>
            <a:endParaRPr lang="ru-RU" sz="1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4766153" y="2412826"/>
            <a:ext cx="3382027" cy="10143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Policy Optimization: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 directly optimizes policies represented as parameter vectors, making it effective for high-dimensional, continuous-action spaces.</a:t>
            </a:r>
            <a:endParaRPr lang="ru-RU" sz="1100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01508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/>
          <p:cNvSpPr>
            <a:spLocks noGrp="1"/>
          </p:cNvSpPr>
          <p:nvPr>
            <p:ph type="subTitle" idx="1"/>
          </p:nvPr>
        </p:nvSpPr>
        <p:spPr>
          <a:xfrm>
            <a:off x="1517074" y="3640365"/>
            <a:ext cx="2385600" cy="371400"/>
          </a:xfrm>
        </p:spPr>
        <p:txBody>
          <a:bodyPr/>
          <a:lstStyle/>
          <a:p>
            <a:r>
              <a:rPr lang="en-US" dirty="0"/>
              <a:t>Auto ML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2"/>
          </p:nvPr>
        </p:nvSpPr>
        <p:spPr>
          <a:xfrm>
            <a:off x="345891" y="4014116"/>
            <a:ext cx="3366956" cy="854100"/>
          </a:xfrm>
        </p:spPr>
        <p:txBody>
          <a:bodyPr/>
          <a:lstStyle/>
          <a:p>
            <a:pPr algn="ctr"/>
            <a:r>
              <a:rPr lang="en-US" dirty="0"/>
              <a:t>	ES can automate the selection of machine learning models and optimize the data preprocessing.</a:t>
            </a:r>
            <a:endParaRPr lang="ru-RU" dirty="0"/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3"/>
          </p:nvPr>
        </p:nvSpPr>
        <p:spPr>
          <a:xfrm>
            <a:off x="5498574" y="3640365"/>
            <a:ext cx="2385600" cy="371400"/>
          </a:xfrm>
        </p:spPr>
        <p:txBody>
          <a:bodyPr/>
          <a:lstStyle/>
          <a:p>
            <a:r>
              <a:rPr lang="en-US" dirty="0"/>
              <a:t>Meta-Learning</a:t>
            </a:r>
            <a:endParaRPr lang="ru-RU" dirty="0"/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4"/>
          </p:nvPr>
        </p:nvSpPr>
        <p:spPr>
          <a:xfrm>
            <a:off x="4884030" y="4014116"/>
            <a:ext cx="3000144" cy="854100"/>
          </a:xfrm>
        </p:spPr>
        <p:txBody>
          <a:bodyPr/>
          <a:lstStyle/>
          <a:p>
            <a:pPr algn="ctr"/>
            <a:r>
              <a:rPr lang="en-US" dirty="0"/>
              <a:t>	ES is applied in </a:t>
            </a:r>
            <a:r>
              <a:rPr lang="en-US" b="1" dirty="0"/>
              <a:t>meta-learning</a:t>
            </a:r>
            <a:r>
              <a:rPr lang="en-US" dirty="0"/>
              <a:t> to evolve neural network architectures or learning strategies.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 ML and Meta-Learning</a:t>
            </a:r>
            <a:endParaRPr lang="ru-RU" dirty="0"/>
          </a:p>
        </p:txBody>
      </p:sp>
      <p:pic>
        <p:nvPicPr>
          <p:cNvPr id="10244" name="Picture 4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4030" y="1180106"/>
            <a:ext cx="3360366" cy="2518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8" name="Picture 8" descr="Picture backgrou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052" y="1180106"/>
            <a:ext cx="2993546" cy="2513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42675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0208" y="387600"/>
            <a:ext cx="8323792" cy="6126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Robustness Testing and Adversarial Learning</a:t>
            </a:r>
            <a:b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ru-RU" dirty="0"/>
          </a:p>
        </p:txBody>
      </p:sp>
      <p:pic>
        <p:nvPicPr>
          <p:cNvPr id="1126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4838" y="1350929"/>
            <a:ext cx="4121104" cy="3532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162838" y="1669167"/>
            <a:ext cx="4572000" cy="2405274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b="1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Robustness Evaluation:</a:t>
            </a:r>
            <a:br>
              <a:rPr lang="en-US" sz="160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ES can evolve adversarial examples to test the robustness of machine learning models against malicious inputs.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ru-RU" sz="1600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b="1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Adversarial Training:</a:t>
            </a:r>
            <a:br>
              <a:rPr lang="en-US" sz="160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ES helps generate diverse adversarial examples, improving model defense mechanisms.</a:t>
            </a:r>
            <a:endParaRPr lang="ru-RU" sz="16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81612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36"/>
          <p:cNvSpPr/>
          <p:nvPr/>
        </p:nvSpPr>
        <p:spPr>
          <a:xfrm flipH="1">
            <a:off x="5099290" y="2317386"/>
            <a:ext cx="3320700" cy="2724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36"/>
          <p:cNvSpPr txBox="1">
            <a:spLocks noGrp="1"/>
          </p:cNvSpPr>
          <p:nvPr>
            <p:ph type="title"/>
          </p:nvPr>
        </p:nvSpPr>
        <p:spPr>
          <a:xfrm>
            <a:off x="3289798" y="1888684"/>
            <a:ext cx="4870430" cy="110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Pros &amp; Cons</a:t>
            </a:r>
            <a:endParaRPr dirty="0"/>
          </a:p>
        </p:txBody>
      </p:sp>
      <p:sp>
        <p:nvSpPr>
          <p:cNvPr id="597" name="Google Shape;597;p36"/>
          <p:cNvSpPr/>
          <p:nvPr/>
        </p:nvSpPr>
        <p:spPr>
          <a:xfrm>
            <a:off x="4926469" y="818787"/>
            <a:ext cx="99610" cy="262045"/>
          </a:xfrm>
          <a:custGeom>
            <a:avLst/>
            <a:gdLst/>
            <a:ahLst/>
            <a:cxnLst/>
            <a:rect l="l" t="t" r="r" b="b"/>
            <a:pathLst>
              <a:path w="3504" h="9218" extrusionOk="0">
                <a:moveTo>
                  <a:pt x="1390" y="1"/>
                </a:moveTo>
                <a:cubicBezTo>
                  <a:pt x="738" y="1"/>
                  <a:pt x="201" y="544"/>
                  <a:pt x="201" y="1207"/>
                </a:cubicBezTo>
                <a:lnTo>
                  <a:pt x="34" y="7678"/>
                </a:lnTo>
                <a:cubicBezTo>
                  <a:pt x="1" y="8412"/>
                  <a:pt x="534" y="9046"/>
                  <a:pt x="1235" y="9146"/>
                </a:cubicBezTo>
                <a:lnTo>
                  <a:pt x="1969" y="9213"/>
                </a:lnTo>
                <a:cubicBezTo>
                  <a:pt x="2006" y="9216"/>
                  <a:pt x="2044" y="9218"/>
                  <a:pt x="2081" y="9218"/>
                </a:cubicBezTo>
                <a:cubicBezTo>
                  <a:pt x="2732" y="9218"/>
                  <a:pt x="3270" y="8675"/>
                  <a:pt x="3270" y="8012"/>
                </a:cubicBezTo>
                <a:lnTo>
                  <a:pt x="3470" y="1607"/>
                </a:lnTo>
                <a:cubicBezTo>
                  <a:pt x="3503" y="873"/>
                  <a:pt x="2969" y="239"/>
                  <a:pt x="2269" y="106"/>
                </a:cubicBezTo>
                <a:lnTo>
                  <a:pt x="1502" y="6"/>
                </a:lnTo>
                <a:cubicBezTo>
                  <a:pt x="1464" y="2"/>
                  <a:pt x="1427" y="1"/>
                  <a:pt x="139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8" name="Google Shape;598;p36"/>
          <p:cNvSpPr/>
          <p:nvPr/>
        </p:nvSpPr>
        <p:spPr>
          <a:xfrm>
            <a:off x="4940740" y="1020849"/>
            <a:ext cx="65412" cy="154930"/>
          </a:xfrm>
          <a:custGeom>
            <a:avLst/>
            <a:gdLst/>
            <a:ahLst/>
            <a:cxnLst/>
            <a:rect l="l" t="t" r="r" b="b"/>
            <a:pathLst>
              <a:path w="2301" h="5450" extrusionOk="0">
                <a:moveTo>
                  <a:pt x="543" y="0"/>
                </a:moveTo>
                <a:cubicBezTo>
                  <a:pt x="237" y="0"/>
                  <a:pt x="1" y="255"/>
                  <a:pt x="32" y="570"/>
                </a:cubicBezTo>
                <a:lnTo>
                  <a:pt x="499" y="4940"/>
                </a:lnTo>
                <a:cubicBezTo>
                  <a:pt x="499" y="5273"/>
                  <a:pt x="758" y="5450"/>
                  <a:pt x="1018" y="5450"/>
                </a:cubicBezTo>
                <a:cubicBezTo>
                  <a:pt x="1252" y="5450"/>
                  <a:pt x="1486" y="5307"/>
                  <a:pt x="1533" y="5007"/>
                </a:cubicBezTo>
                <a:lnTo>
                  <a:pt x="2234" y="804"/>
                </a:lnTo>
                <a:cubicBezTo>
                  <a:pt x="2301" y="470"/>
                  <a:pt x="2067" y="170"/>
                  <a:pt x="1767" y="136"/>
                </a:cubicBezTo>
                <a:lnTo>
                  <a:pt x="599" y="3"/>
                </a:lnTo>
                <a:cubicBezTo>
                  <a:pt x="581" y="1"/>
                  <a:pt x="562" y="0"/>
                  <a:pt x="54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p36"/>
          <p:cNvSpPr/>
          <p:nvPr/>
        </p:nvSpPr>
        <p:spPr>
          <a:xfrm>
            <a:off x="4955863" y="794055"/>
            <a:ext cx="49350" cy="50743"/>
          </a:xfrm>
          <a:custGeom>
            <a:avLst/>
            <a:gdLst/>
            <a:ahLst/>
            <a:cxnLst/>
            <a:rect l="l" t="t" r="r" b="b"/>
            <a:pathLst>
              <a:path w="1736" h="1785" extrusionOk="0">
                <a:moveTo>
                  <a:pt x="791" y="1"/>
                </a:moveTo>
                <a:cubicBezTo>
                  <a:pt x="368" y="1"/>
                  <a:pt x="1" y="346"/>
                  <a:pt x="1" y="776"/>
                </a:cubicBezTo>
                <a:cubicBezTo>
                  <a:pt x="1" y="1276"/>
                  <a:pt x="334" y="1710"/>
                  <a:pt x="835" y="1777"/>
                </a:cubicBezTo>
                <a:cubicBezTo>
                  <a:pt x="872" y="1782"/>
                  <a:pt x="908" y="1784"/>
                  <a:pt x="944" y="1784"/>
                </a:cubicBezTo>
                <a:cubicBezTo>
                  <a:pt x="1363" y="1784"/>
                  <a:pt x="1702" y="1439"/>
                  <a:pt x="1702" y="1009"/>
                </a:cubicBezTo>
                <a:cubicBezTo>
                  <a:pt x="1735" y="509"/>
                  <a:pt x="1368" y="75"/>
                  <a:pt x="901" y="9"/>
                </a:cubicBezTo>
                <a:cubicBezTo>
                  <a:pt x="864" y="3"/>
                  <a:pt x="828" y="1"/>
                  <a:pt x="79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" name="Google Shape;600;p36"/>
          <p:cNvSpPr/>
          <p:nvPr/>
        </p:nvSpPr>
        <p:spPr>
          <a:xfrm>
            <a:off x="4981476" y="728870"/>
            <a:ext cx="308211" cy="67345"/>
          </a:xfrm>
          <a:custGeom>
            <a:avLst/>
            <a:gdLst/>
            <a:ahLst/>
            <a:cxnLst/>
            <a:rect l="l" t="t" r="r" b="b"/>
            <a:pathLst>
              <a:path w="10842" h="2369" extrusionOk="0">
                <a:moveTo>
                  <a:pt x="3403" y="0"/>
                </a:moveTo>
                <a:lnTo>
                  <a:pt x="0" y="1735"/>
                </a:lnTo>
                <a:lnTo>
                  <a:pt x="10841" y="2368"/>
                </a:lnTo>
                <a:lnTo>
                  <a:pt x="340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" name="Google Shape;601;p36"/>
          <p:cNvSpPr/>
          <p:nvPr/>
        </p:nvSpPr>
        <p:spPr>
          <a:xfrm>
            <a:off x="4920784" y="1260664"/>
            <a:ext cx="85368" cy="218352"/>
          </a:xfrm>
          <a:custGeom>
            <a:avLst/>
            <a:gdLst/>
            <a:ahLst/>
            <a:cxnLst/>
            <a:rect l="l" t="t" r="r" b="b"/>
            <a:pathLst>
              <a:path w="3003" h="7681" extrusionOk="0">
                <a:moveTo>
                  <a:pt x="1194" y="0"/>
                </a:moveTo>
                <a:cubicBezTo>
                  <a:pt x="639" y="0"/>
                  <a:pt x="167" y="476"/>
                  <a:pt x="167" y="1040"/>
                </a:cubicBezTo>
                <a:lnTo>
                  <a:pt x="34" y="6444"/>
                </a:lnTo>
                <a:cubicBezTo>
                  <a:pt x="1" y="7078"/>
                  <a:pt x="468" y="7612"/>
                  <a:pt x="1068" y="7645"/>
                </a:cubicBezTo>
                <a:lnTo>
                  <a:pt x="1702" y="7679"/>
                </a:lnTo>
                <a:cubicBezTo>
                  <a:pt x="1722" y="7680"/>
                  <a:pt x="1742" y="7680"/>
                  <a:pt x="1762" y="7680"/>
                </a:cubicBezTo>
                <a:cubicBezTo>
                  <a:pt x="2335" y="7680"/>
                  <a:pt x="2803" y="7225"/>
                  <a:pt x="2803" y="6644"/>
                </a:cubicBezTo>
                <a:lnTo>
                  <a:pt x="2969" y="1241"/>
                </a:lnTo>
                <a:cubicBezTo>
                  <a:pt x="3003" y="640"/>
                  <a:pt x="2536" y="106"/>
                  <a:pt x="1935" y="40"/>
                </a:cubicBezTo>
                <a:lnTo>
                  <a:pt x="1301" y="6"/>
                </a:lnTo>
                <a:cubicBezTo>
                  <a:pt x="1265" y="2"/>
                  <a:pt x="1229" y="0"/>
                  <a:pt x="119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36"/>
          <p:cNvSpPr/>
          <p:nvPr/>
        </p:nvSpPr>
        <p:spPr>
          <a:xfrm>
            <a:off x="4933121" y="1429608"/>
            <a:ext cx="55974" cy="128777"/>
          </a:xfrm>
          <a:custGeom>
            <a:avLst/>
            <a:gdLst/>
            <a:ahLst/>
            <a:cxnLst/>
            <a:rect l="l" t="t" r="r" b="b"/>
            <a:pathLst>
              <a:path w="1969" h="4530" extrusionOk="0">
                <a:moveTo>
                  <a:pt x="501" y="1"/>
                </a:moveTo>
                <a:cubicBezTo>
                  <a:pt x="234" y="1"/>
                  <a:pt x="0" y="234"/>
                  <a:pt x="34" y="501"/>
                </a:cubicBezTo>
                <a:lnTo>
                  <a:pt x="434" y="4137"/>
                </a:lnTo>
                <a:cubicBezTo>
                  <a:pt x="468" y="4396"/>
                  <a:pt x="672" y="4530"/>
                  <a:pt x="875" y="4530"/>
                </a:cubicBezTo>
                <a:cubicBezTo>
                  <a:pt x="1064" y="4530"/>
                  <a:pt x="1253" y="4412"/>
                  <a:pt x="1301" y="4171"/>
                </a:cubicBezTo>
                <a:lnTo>
                  <a:pt x="1902" y="601"/>
                </a:lnTo>
                <a:cubicBezTo>
                  <a:pt x="1968" y="335"/>
                  <a:pt x="1768" y="68"/>
                  <a:pt x="1501" y="68"/>
                </a:cubicBezTo>
                <a:lnTo>
                  <a:pt x="50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p36"/>
          <p:cNvSpPr/>
          <p:nvPr/>
        </p:nvSpPr>
        <p:spPr>
          <a:xfrm>
            <a:off x="4945430" y="1238945"/>
            <a:ext cx="41760" cy="42783"/>
          </a:xfrm>
          <a:custGeom>
            <a:avLst/>
            <a:gdLst/>
            <a:ahLst/>
            <a:cxnLst/>
            <a:rect l="l" t="t" r="r" b="b"/>
            <a:pathLst>
              <a:path w="1469" h="1505" extrusionOk="0">
                <a:moveTo>
                  <a:pt x="708" y="1"/>
                </a:moveTo>
                <a:cubicBezTo>
                  <a:pt x="335" y="1"/>
                  <a:pt x="34" y="292"/>
                  <a:pt x="34" y="704"/>
                </a:cubicBezTo>
                <a:cubicBezTo>
                  <a:pt x="1" y="1104"/>
                  <a:pt x="334" y="1438"/>
                  <a:pt x="735" y="1504"/>
                </a:cubicBezTo>
                <a:cubicBezTo>
                  <a:pt x="1135" y="1504"/>
                  <a:pt x="1469" y="1204"/>
                  <a:pt x="1469" y="804"/>
                </a:cubicBezTo>
                <a:cubicBezTo>
                  <a:pt x="1469" y="403"/>
                  <a:pt x="1168" y="37"/>
                  <a:pt x="768" y="3"/>
                </a:cubicBezTo>
                <a:cubicBezTo>
                  <a:pt x="748" y="2"/>
                  <a:pt x="728" y="1"/>
                  <a:pt x="70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36"/>
          <p:cNvSpPr/>
          <p:nvPr/>
        </p:nvSpPr>
        <p:spPr>
          <a:xfrm>
            <a:off x="4968201" y="1179276"/>
            <a:ext cx="215281" cy="46507"/>
          </a:xfrm>
          <a:custGeom>
            <a:avLst/>
            <a:gdLst/>
            <a:ahLst/>
            <a:cxnLst/>
            <a:rect l="l" t="t" r="r" b="b"/>
            <a:pathLst>
              <a:path w="7573" h="1636" extrusionOk="0">
                <a:moveTo>
                  <a:pt x="2369" y="1"/>
                </a:moveTo>
                <a:lnTo>
                  <a:pt x="0" y="1602"/>
                </a:lnTo>
                <a:lnTo>
                  <a:pt x="7572" y="1635"/>
                </a:lnTo>
                <a:lnTo>
                  <a:pt x="236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5" name="Google Shape;605;p36"/>
          <p:cNvGrpSpPr/>
          <p:nvPr/>
        </p:nvGrpSpPr>
        <p:grpSpPr>
          <a:xfrm>
            <a:off x="719995" y="534455"/>
            <a:ext cx="4280471" cy="4069965"/>
            <a:chOff x="719995" y="534455"/>
            <a:chExt cx="4280471" cy="4069965"/>
          </a:xfrm>
        </p:grpSpPr>
        <p:sp>
          <p:nvSpPr>
            <p:cNvPr id="606" name="Google Shape;606;p36"/>
            <p:cNvSpPr/>
            <p:nvPr/>
          </p:nvSpPr>
          <p:spPr>
            <a:xfrm>
              <a:off x="719995" y="4336036"/>
              <a:ext cx="2227234" cy="268384"/>
            </a:xfrm>
            <a:custGeom>
              <a:avLst/>
              <a:gdLst/>
              <a:ahLst/>
              <a:cxnLst/>
              <a:rect l="l" t="t" r="r" b="b"/>
              <a:pathLst>
                <a:path w="161716" h="9441" extrusionOk="0">
                  <a:moveTo>
                    <a:pt x="80858" y="1"/>
                  </a:moveTo>
                  <a:cubicBezTo>
                    <a:pt x="36193" y="1"/>
                    <a:pt x="0" y="2136"/>
                    <a:pt x="0" y="4738"/>
                  </a:cubicBezTo>
                  <a:cubicBezTo>
                    <a:pt x="0" y="7339"/>
                    <a:pt x="36193" y="9441"/>
                    <a:pt x="80858" y="9441"/>
                  </a:cubicBezTo>
                  <a:cubicBezTo>
                    <a:pt x="125523" y="9441"/>
                    <a:pt x="161716" y="7339"/>
                    <a:pt x="161716" y="4738"/>
                  </a:cubicBezTo>
                  <a:cubicBezTo>
                    <a:pt x="161716" y="2136"/>
                    <a:pt x="125523" y="1"/>
                    <a:pt x="808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6"/>
            <p:cNvSpPr/>
            <p:nvPr/>
          </p:nvSpPr>
          <p:spPr>
            <a:xfrm>
              <a:off x="2901948" y="817848"/>
              <a:ext cx="347071" cy="765069"/>
            </a:xfrm>
            <a:custGeom>
              <a:avLst/>
              <a:gdLst/>
              <a:ahLst/>
              <a:cxnLst/>
              <a:rect l="l" t="t" r="r" b="b"/>
              <a:pathLst>
                <a:path w="12209" h="26913" extrusionOk="0">
                  <a:moveTo>
                    <a:pt x="11715" y="0"/>
                  </a:moveTo>
                  <a:cubicBezTo>
                    <a:pt x="11562" y="0"/>
                    <a:pt x="11416" y="100"/>
                    <a:pt x="11342" y="272"/>
                  </a:cubicBezTo>
                  <a:lnTo>
                    <a:pt x="67" y="26324"/>
                  </a:lnTo>
                  <a:cubicBezTo>
                    <a:pt x="0" y="26525"/>
                    <a:pt x="100" y="26791"/>
                    <a:pt x="300" y="26892"/>
                  </a:cubicBezTo>
                  <a:cubicBezTo>
                    <a:pt x="342" y="26905"/>
                    <a:pt x="387" y="26912"/>
                    <a:pt x="432" y="26912"/>
                  </a:cubicBezTo>
                  <a:cubicBezTo>
                    <a:pt x="603" y="26912"/>
                    <a:pt x="781" y="26816"/>
                    <a:pt x="834" y="26658"/>
                  </a:cubicBezTo>
                  <a:lnTo>
                    <a:pt x="12109" y="573"/>
                  </a:lnTo>
                  <a:cubicBezTo>
                    <a:pt x="12209" y="373"/>
                    <a:pt x="12109" y="139"/>
                    <a:pt x="11875" y="39"/>
                  </a:cubicBezTo>
                  <a:cubicBezTo>
                    <a:pt x="11823" y="13"/>
                    <a:pt x="11768" y="0"/>
                    <a:pt x="117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6"/>
            <p:cNvSpPr/>
            <p:nvPr/>
          </p:nvSpPr>
          <p:spPr>
            <a:xfrm>
              <a:off x="3139005" y="820833"/>
              <a:ext cx="117605" cy="99610"/>
            </a:xfrm>
            <a:custGeom>
              <a:avLst/>
              <a:gdLst/>
              <a:ahLst/>
              <a:cxnLst/>
              <a:rect l="l" t="t" r="r" b="b"/>
              <a:pathLst>
                <a:path w="4137" h="3504" extrusionOk="0">
                  <a:moveTo>
                    <a:pt x="1301" y="1"/>
                  </a:moveTo>
                  <a:lnTo>
                    <a:pt x="0" y="2836"/>
                  </a:lnTo>
                  <a:cubicBezTo>
                    <a:pt x="934" y="3170"/>
                    <a:pt x="1902" y="3370"/>
                    <a:pt x="2903" y="3503"/>
                  </a:cubicBezTo>
                  <a:lnTo>
                    <a:pt x="4137" y="701"/>
                  </a:lnTo>
                  <a:cubicBezTo>
                    <a:pt x="3169" y="568"/>
                    <a:pt x="2235" y="301"/>
                    <a:pt x="13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6"/>
            <p:cNvSpPr/>
            <p:nvPr/>
          </p:nvSpPr>
          <p:spPr>
            <a:xfrm>
              <a:off x="3062194" y="786692"/>
              <a:ext cx="113824" cy="114790"/>
            </a:xfrm>
            <a:custGeom>
              <a:avLst/>
              <a:gdLst/>
              <a:ahLst/>
              <a:cxnLst/>
              <a:rect l="l" t="t" r="r" b="b"/>
              <a:pathLst>
                <a:path w="4004" h="4038" extrusionOk="0">
                  <a:moveTo>
                    <a:pt x="1335" y="1"/>
                  </a:moveTo>
                  <a:cubicBezTo>
                    <a:pt x="901" y="935"/>
                    <a:pt x="434" y="1869"/>
                    <a:pt x="1" y="2836"/>
                  </a:cubicBezTo>
                  <a:cubicBezTo>
                    <a:pt x="868" y="3303"/>
                    <a:pt x="1768" y="3703"/>
                    <a:pt x="2702" y="4037"/>
                  </a:cubicBezTo>
                  <a:lnTo>
                    <a:pt x="4003" y="1202"/>
                  </a:lnTo>
                  <a:cubicBezTo>
                    <a:pt x="3069" y="835"/>
                    <a:pt x="2202" y="434"/>
                    <a:pt x="13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6"/>
            <p:cNvSpPr/>
            <p:nvPr/>
          </p:nvSpPr>
          <p:spPr>
            <a:xfrm>
              <a:off x="2988225" y="743084"/>
              <a:ext cx="111919" cy="124257"/>
            </a:xfrm>
            <a:custGeom>
              <a:avLst/>
              <a:gdLst/>
              <a:ahLst/>
              <a:cxnLst/>
              <a:rect l="l" t="t" r="r" b="b"/>
              <a:pathLst>
                <a:path w="3937" h="4371" extrusionOk="0">
                  <a:moveTo>
                    <a:pt x="1402" y="0"/>
                  </a:moveTo>
                  <a:cubicBezTo>
                    <a:pt x="935" y="934"/>
                    <a:pt x="468" y="1868"/>
                    <a:pt x="1" y="2836"/>
                  </a:cubicBezTo>
                  <a:cubicBezTo>
                    <a:pt x="835" y="3369"/>
                    <a:pt x="1702" y="3903"/>
                    <a:pt x="2603" y="4370"/>
                  </a:cubicBezTo>
                  <a:cubicBezTo>
                    <a:pt x="3036" y="3403"/>
                    <a:pt x="3503" y="2469"/>
                    <a:pt x="3937" y="1535"/>
                  </a:cubicBezTo>
                  <a:cubicBezTo>
                    <a:pt x="3070" y="1068"/>
                    <a:pt x="2236" y="534"/>
                    <a:pt x="140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6"/>
            <p:cNvSpPr/>
            <p:nvPr/>
          </p:nvSpPr>
          <p:spPr>
            <a:xfrm>
              <a:off x="2915224" y="693762"/>
              <a:ext cx="112857" cy="129942"/>
            </a:xfrm>
            <a:custGeom>
              <a:avLst/>
              <a:gdLst/>
              <a:ahLst/>
              <a:cxnLst/>
              <a:rect l="l" t="t" r="r" b="b"/>
              <a:pathLst>
                <a:path w="3970" h="4571" extrusionOk="0">
                  <a:moveTo>
                    <a:pt x="1468" y="1"/>
                  </a:moveTo>
                  <a:cubicBezTo>
                    <a:pt x="968" y="935"/>
                    <a:pt x="501" y="1902"/>
                    <a:pt x="0" y="2836"/>
                  </a:cubicBezTo>
                  <a:cubicBezTo>
                    <a:pt x="834" y="3437"/>
                    <a:pt x="1701" y="4004"/>
                    <a:pt x="2569" y="4571"/>
                  </a:cubicBezTo>
                  <a:cubicBezTo>
                    <a:pt x="3036" y="3603"/>
                    <a:pt x="3503" y="2669"/>
                    <a:pt x="3970" y="1735"/>
                  </a:cubicBezTo>
                  <a:cubicBezTo>
                    <a:pt x="3136" y="1168"/>
                    <a:pt x="2302" y="601"/>
                    <a:pt x="14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6"/>
            <p:cNvSpPr/>
            <p:nvPr/>
          </p:nvSpPr>
          <p:spPr>
            <a:xfrm>
              <a:off x="2842193" y="644469"/>
              <a:ext cx="113824" cy="129942"/>
            </a:xfrm>
            <a:custGeom>
              <a:avLst/>
              <a:gdLst/>
              <a:ahLst/>
              <a:cxnLst/>
              <a:rect l="l" t="t" r="r" b="b"/>
              <a:pathLst>
                <a:path w="4004" h="4571" extrusionOk="0">
                  <a:moveTo>
                    <a:pt x="1468" y="0"/>
                  </a:moveTo>
                  <a:lnTo>
                    <a:pt x="1" y="2836"/>
                  </a:lnTo>
                  <a:cubicBezTo>
                    <a:pt x="868" y="3403"/>
                    <a:pt x="1702" y="4003"/>
                    <a:pt x="2569" y="4570"/>
                  </a:cubicBezTo>
                  <a:cubicBezTo>
                    <a:pt x="3070" y="3603"/>
                    <a:pt x="3537" y="2669"/>
                    <a:pt x="4004" y="1735"/>
                  </a:cubicBezTo>
                  <a:cubicBezTo>
                    <a:pt x="3170" y="1168"/>
                    <a:pt x="2336" y="567"/>
                    <a:pt x="14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6"/>
            <p:cNvSpPr/>
            <p:nvPr/>
          </p:nvSpPr>
          <p:spPr>
            <a:xfrm>
              <a:off x="2765382" y="599895"/>
              <a:ext cx="118571" cy="125195"/>
            </a:xfrm>
            <a:custGeom>
              <a:avLst/>
              <a:gdLst/>
              <a:ahLst/>
              <a:cxnLst/>
              <a:rect l="l" t="t" r="r" b="b"/>
              <a:pathLst>
                <a:path w="4171" h="4404" extrusionOk="0">
                  <a:moveTo>
                    <a:pt x="1535" y="0"/>
                  </a:moveTo>
                  <a:lnTo>
                    <a:pt x="1" y="2802"/>
                  </a:lnTo>
                  <a:cubicBezTo>
                    <a:pt x="935" y="3303"/>
                    <a:pt x="1835" y="3837"/>
                    <a:pt x="2703" y="4404"/>
                  </a:cubicBezTo>
                  <a:lnTo>
                    <a:pt x="4170" y="1568"/>
                  </a:lnTo>
                  <a:cubicBezTo>
                    <a:pt x="3336" y="1035"/>
                    <a:pt x="2436" y="467"/>
                    <a:pt x="15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6"/>
            <p:cNvSpPr/>
            <p:nvPr/>
          </p:nvSpPr>
          <p:spPr>
            <a:xfrm>
              <a:off x="2681947" y="562911"/>
              <a:ext cx="127099" cy="116666"/>
            </a:xfrm>
            <a:custGeom>
              <a:avLst/>
              <a:gdLst/>
              <a:ahLst/>
              <a:cxnLst/>
              <a:rect l="l" t="t" r="r" b="b"/>
              <a:pathLst>
                <a:path w="4471" h="4104" extrusionOk="0">
                  <a:moveTo>
                    <a:pt x="1601" y="1"/>
                  </a:moveTo>
                  <a:cubicBezTo>
                    <a:pt x="1101" y="935"/>
                    <a:pt x="567" y="1869"/>
                    <a:pt x="0" y="2803"/>
                  </a:cubicBezTo>
                  <a:cubicBezTo>
                    <a:pt x="1001" y="3169"/>
                    <a:pt x="2002" y="3603"/>
                    <a:pt x="2936" y="4103"/>
                  </a:cubicBezTo>
                  <a:lnTo>
                    <a:pt x="4470" y="1301"/>
                  </a:lnTo>
                  <a:cubicBezTo>
                    <a:pt x="3536" y="801"/>
                    <a:pt x="2602" y="367"/>
                    <a:pt x="16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6"/>
            <p:cNvSpPr/>
            <p:nvPr/>
          </p:nvSpPr>
          <p:spPr>
            <a:xfrm>
              <a:off x="2589956" y="539202"/>
              <a:ext cx="137532" cy="103391"/>
            </a:xfrm>
            <a:custGeom>
              <a:avLst/>
              <a:gdLst/>
              <a:ahLst/>
              <a:cxnLst/>
              <a:rect l="l" t="t" r="r" b="b"/>
              <a:pathLst>
                <a:path w="4838" h="3637" extrusionOk="0">
                  <a:moveTo>
                    <a:pt x="1669" y="1"/>
                  </a:moveTo>
                  <a:lnTo>
                    <a:pt x="1" y="2803"/>
                  </a:lnTo>
                  <a:cubicBezTo>
                    <a:pt x="1101" y="2969"/>
                    <a:pt x="2202" y="3270"/>
                    <a:pt x="3236" y="3637"/>
                  </a:cubicBezTo>
                  <a:cubicBezTo>
                    <a:pt x="3803" y="2703"/>
                    <a:pt x="4337" y="1735"/>
                    <a:pt x="4837" y="835"/>
                  </a:cubicBezTo>
                  <a:cubicBezTo>
                    <a:pt x="3803" y="434"/>
                    <a:pt x="2736" y="167"/>
                    <a:pt x="16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6"/>
            <p:cNvSpPr/>
            <p:nvPr/>
          </p:nvSpPr>
          <p:spPr>
            <a:xfrm>
              <a:off x="3102021" y="900487"/>
              <a:ext cx="119509" cy="103391"/>
            </a:xfrm>
            <a:custGeom>
              <a:avLst/>
              <a:gdLst/>
              <a:ahLst/>
              <a:cxnLst/>
              <a:rect l="l" t="t" r="r" b="b"/>
              <a:pathLst>
                <a:path w="4204" h="3637" extrusionOk="0">
                  <a:moveTo>
                    <a:pt x="1335" y="1"/>
                  </a:moveTo>
                  <a:lnTo>
                    <a:pt x="1" y="2969"/>
                  </a:lnTo>
                  <a:cubicBezTo>
                    <a:pt x="935" y="3270"/>
                    <a:pt x="1935" y="3503"/>
                    <a:pt x="2936" y="3637"/>
                  </a:cubicBezTo>
                  <a:lnTo>
                    <a:pt x="4204" y="701"/>
                  </a:lnTo>
                  <a:cubicBezTo>
                    <a:pt x="3236" y="568"/>
                    <a:pt x="2269" y="334"/>
                    <a:pt x="13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36"/>
            <p:cNvSpPr/>
            <p:nvPr/>
          </p:nvSpPr>
          <p:spPr>
            <a:xfrm>
              <a:off x="3022367" y="867312"/>
              <a:ext cx="116666" cy="117605"/>
            </a:xfrm>
            <a:custGeom>
              <a:avLst/>
              <a:gdLst/>
              <a:ahLst/>
              <a:cxnLst/>
              <a:rect l="l" t="t" r="r" b="b"/>
              <a:pathLst>
                <a:path w="4104" h="4137" extrusionOk="0">
                  <a:moveTo>
                    <a:pt x="1402" y="0"/>
                  </a:moveTo>
                  <a:cubicBezTo>
                    <a:pt x="935" y="968"/>
                    <a:pt x="468" y="1935"/>
                    <a:pt x="1" y="2936"/>
                  </a:cubicBezTo>
                  <a:cubicBezTo>
                    <a:pt x="901" y="3403"/>
                    <a:pt x="1802" y="3803"/>
                    <a:pt x="2769" y="4136"/>
                  </a:cubicBezTo>
                  <a:lnTo>
                    <a:pt x="4103" y="1201"/>
                  </a:lnTo>
                  <a:cubicBezTo>
                    <a:pt x="3169" y="867"/>
                    <a:pt x="2269" y="467"/>
                    <a:pt x="140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6"/>
            <p:cNvSpPr/>
            <p:nvPr/>
          </p:nvSpPr>
          <p:spPr>
            <a:xfrm>
              <a:off x="2947460" y="823676"/>
              <a:ext cx="114762" cy="127099"/>
            </a:xfrm>
            <a:custGeom>
              <a:avLst/>
              <a:gdLst/>
              <a:ahLst/>
              <a:cxnLst/>
              <a:rect l="l" t="t" r="r" b="b"/>
              <a:pathLst>
                <a:path w="4037" h="4471" extrusionOk="0">
                  <a:moveTo>
                    <a:pt x="1435" y="1"/>
                  </a:moveTo>
                  <a:lnTo>
                    <a:pt x="0" y="2936"/>
                  </a:lnTo>
                  <a:cubicBezTo>
                    <a:pt x="868" y="3470"/>
                    <a:pt x="1768" y="4004"/>
                    <a:pt x="2669" y="4471"/>
                  </a:cubicBezTo>
                  <a:cubicBezTo>
                    <a:pt x="3136" y="3470"/>
                    <a:pt x="3603" y="2503"/>
                    <a:pt x="4037" y="1535"/>
                  </a:cubicBezTo>
                  <a:cubicBezTo>
                    <a:pt x="3169" y="1068"/>
                    <a:pt x="2302" y="568"/>
                    <a:pt x="14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6"/>
            <p:cNvSpPr/>
            <p:nvPr/>
          </p:nvSpPr>
          <p:spPr>
            <a:xfrm>
              <a:off x="2873492" y="775321"/>
              <a:ext cx="114762" cy="131847"/>
            </a:xfrm>
            <a:custGeom>
              <a:avLst/>
              <a:gdLst/>
              <a:ahLst/>
              <a:cxnLst/>
              <a:rect l="l" t="t" r="r" b="b"/>
              <a:pathLst>
                <a:path w="4037" h="4638" extrusionOk="0">
                  <a:moveTo>
                    <a:pt x="1468" y="1"/>
                  </a:moveTo>
                  <a:lnTo>
                    <a:pt x="0" y="2903"/>
                  </a:lnTo>
                  <a:cubicBezTo>
                    <a:pt x="834" y="3470"/>
                    <a:pt x="1702" y="4070"/>
                    <a:pt x="2569" y="4637"/>
                  </a:cubicBezTo>
                  <a:lnTo>
                    <a:pt x="4037" y="1702"/>
                  </a:lnTo>
                  <a:cubicBezTo>
                    <a:pt x="3169" y="1168"/>
                    <a:pt x="2335" y="568"/>
                    <a:pt x="14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6"/>
            <p:cNvSpPr/>
            <p:nvPr/>
          </p:nvSpPr>
          <p:spPr>
            <a:xfrm>
              <a:off x="2798586" y="725061"/>
              <a:ext cx="116666" cy="132785"/>
            </a:xfrm>
            <a:custGeom>
              <a:avLst/>
              <a:gdLst/>
              <a:ahLst/>
              <a:cxnLst/>
              <a:rect l="l" t="t" r="r" b="b"/>
              <a:pathLst>
                <a:path w="4104" h="4671" extrusionOk="0">
                  <a:moveTo>
                    <a:pt x="1535" y="1"/>
                  </a:moveTo>
                  <a:cubicBezTo>
                    <a:pt x="1034" y="968"/>
                    <a:pt x="501" y="1935"/>
                    <a:pt x="0" y="2903"/>
                  </a:cubicBezTo>
                  <a:cubicBezTo>
                    <a:pt x="868" y="3470"/>
                    <a:pt x="1735" y="4070"/>
                    <a:pt x="2635" y="4671"/>
                  </a:cubicBezTo>
                  <a:lnTo>
                    <a:pt x="4103" y="1735"/>
                  </a:lnTo>
                  <a:cubicBezTo>
                    <a:pt x="3269" y="1168"/>
                    <a:pt x="2402" y="568"/>
                    <a:pt x="15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6"/>
            <p:cNvSpPr/>
            <p:nvPr/>
          </p:nvSpPr>
          <p:spPr>
            <a:xfrm>
              <a:off x="2719870" y="679549"/>
              <a:ext cx="122352" cy="128037"/>
            </a:xfrm>
            <a:custGeom>
              <a:avLst/>
              <a:gdLst/>
              <a:ahLst/>
              <a:cxnLst/>
              <a:rect l="l" t="t" r="r" b="b"/>
              <a:pathLst>
                <a:path w="4304" h="4504" extrusionOk="0">
                  <a:moveTo>
                    <a:pt x="1602" y="0"/>
                  </a:moveTo>
                  <a:lnTo>
                    <a:pt x="1" y="2903"/>
                  </a:lnTo>
                  <a:cubicBezTo>
                    <a:pt x="968" y="3403"/>
                    <a:pt x="1869" y="3937"/>
                    <a:pt x="2769" y="4504"/>
                  </a:cubicBezTo>
                  <a:cubicBezTo>
                    <a:pt x="3270" y="3536"/>
                    <a:pt x="3803" y="2569"/>
                    <a:pt x="4304" y="1602"/>
                  </a:cubicBezTo>
                  <a:cubicBezTo>
                    <a:pt x="3436" y="1035"/>
                    <a:pt x="2536" y="501"/>
                    <a:pt x="160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6"/>
            <p:cNvSpPr/>
            <p:nvPr/>
          </p:nvSpPr>
          <p:spPr>
            <a:xfrm>
              <a:off x="2635469" y="642565"/>
              <a:ext cx="129942" cy="119509"/>
            </a:xfrm>
            <a:custGeom>
              <a:avLst/>
              <a:gdLst/>
              <a:ahLst/>
              <a:cxnLst/>
              <a:rect l="l" t="t" r="r" b="b"/>
              <a:pathLst>
                <a:path w="4571" h="4204" extrusionOk="0">
                  <a:moveTo>
                    <a:pt x="1635" y="1"/>
                  </a:moveTo>
                  <a:lnTo>
                    <a:pt x="1" y="2903"/>
                  </a:lnTo>
                  <a:cubicBezTo>
                    <a:pt x="1035" y="3270"/>
                    <a:pt x="2002" y="3703"/>
                    <a:pt x="2970" y="4204"/>
                  </a:cubicBezTo>
                  <a:lnTo>
                    <a:pt x="4571" y="1301"/>
                  </a:lnTo>
                  <a:cubicBezTo>
                    <a:pt x="3637" y="768"/>
                    <a:pt x="2636" y="334"/>
                    <a:pt x="16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6"/>
            <p:cNvSpPr/>
            <p:nvPr/>
          </p:nvSpPr>
          <p:spPr>
            <a:xfrm>
              <a:off x="2540663" y="618856"/>
              <a:ext cx="142251" cy="107172"/>
            </a:xfrm>
            <a:custGeom>
              <a:avLst/>
              <a:gdLst/>
              <a:ahLst/>
              <a:cxnLst/>
              <a:rect l="l" t="t" r="r" b="b"/>
              <a:pathLst>
                <a:path w="5004" h="3770" extrusionOk="0">
                  <a:moveTo>
                    <a:pt x="1768" y="1"/>
                  </a:moveTo>
                  <a:cubicBezTo>
                    <a:pt x="1168" y="968"/>
                    <a:pt x="601" y="1935"/>
                    <a:pt x="0" y="2936"/>
                  </a:cubicBezTo>
                  <a:cubicBezTo>
                    <a:pt x="1134" y="3103"/>
                    <a:pt x="2268" y="3370"/>
                    <a:pt x="3336" y="3770"/>
                  </a:cubicBezTo>
                  <a:lnTo>
                    <a:pt x="5004" y="835"/>
                  </a:lnTo>
                  <a:cubicBezTo>
                    <a:pt x="3970" y="468"/>
                    <a:pt x="2869" y="201"/>
                    <a:pt x="17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36"/>
            <p:cNvSpPr/>
            <p:nvPr/>
          </p:nvSpPr>
          <p:spPr>
            <a:xfrm>
              <a:off x="3062194" y="984888"/>
              <a:ext cx="122352" cy="104329"/>
            </a:xfrm>
            <a:custGeom>
              <a:avLst/>
              <a:gdLst/>
              <a:ahLst/>
              <a:cxnLst/>
              <a:rect l="l" t="t" r="r" b="b"/>
              <a:pathLst>
                <a:path w="4304" h="3670" extrusionOk="0">
                  <a:moveTo>
                    <a:pt x="1368" y="0"/>
                  </a:moveTo>
                  <a:lnTo>
                    <a:pt x="1" y="3003"/>
                  </a:lnTo>
                  <a:cubicBezTo>
                    <a:pt x="968" y="3336"/>
                    <a:pt x="1969" y="3536"/>
                    <a:pt x="3003" y="3670"/>
                  </a:cubicBezTo>
                  <a:cubicBezTo>
                    <a:pt x="3436" y="2636"/>
                    <a:pt x="3870" y="1635"/>
                    <a:pt x="4304" y="668"/>
                  </a:cubicBezTo>
                  <a:cubicBezTo>
                    <a:pt x="3303" y="534"/>
                    <a:pt x="2336" y="301"/>
                    <a:pt x="13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6"/>
            <p:cNvSpPr/>
            <p:nvPr/>
          </p:nvSpPr>
          <p:spPr>
            <a:xfrm>
              <a:off x="2981602" y="950747"/>
              <a:ext cx="119509" cy="119509"/>
            </a:xfrm>
            <a:custGeom>
              <a:avLst/>
              <a:gdLst/>
              <a:ahLst/>
              <a:cxnLst/>
              <a:rect l="l" t="t" r="r" b="b"/>
              <a:pathLst>
                <a:path w="4204" h="4204" extrusionOk="0">
                  <a:moveTo>
                    <a:pt x="1435" y="1"/>
                  </a:moveTo>
                  <a:lnTo>
                    <a:pt x="0" y="3036"/>
                  </a:lnTo>
                  <a:cubicBezTo>
                    <a:pt x="901" y="3503"/>
                    <a:pt x="1835" y="3903"/>
                    <a:pt x="2836" y="4204"/>
                  </a:cubicBezTo>
                  <a:lnTo>
                    <a:pt x="4203" y="1201"/>
                  </a:lnTo>
                  <a:cubicBezTo>
                    <a:pt x="3236" y="868"/>
                    <a:pt x="2335" y="468"/>
                    <a:pt x="14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6"/>
            <p:cNvSpPr/>
            <p:nvPr/>
          </p:nvSpPr>
          <p:spPr>
            <a:xfrm>
              <a:off x="2904791" y="907139"/>
              <a:ext cx="117605" cy="129942"/>
            </a:xfrm>
            <a:custGeom>
              <a:avLst/>
              <a:gdLst/>
              <a:ahLst/>
              <a:cxnLst/>
              <a:rect l="l" t="t" r="r" b="b"/>
              <a:pathLst>
                <a:path w="4137" h="4571" extrusionOk="0">
                  <a:moveTo>
                    <a:pt x="1468" y="0"/>
                  </a:moveTo>
                  <a:lnTo>
                    <a:pt x="0" y="3002"/>
                  </a:lnTo>
                  <a:cubicBezTo>
                    <a:pt x="868" y="3569"/>
                    <a:pt x="1768" y="4103"/>
                    <a:pt x="2702" y="4570"/>
                  </a:cubicBezTo>
                  <a:lnTo>
                    <a:pt x="4137" y="1535"/>
                  </a:lnTo>
                  <a:cubicBezTo>
                    <a:pt x="3236" y="1068"/>
                    <a:pt x="2335" y="534"/>
                    <a:pt x="14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6"/>
            <p:cNvSpPr/>
            <p:nvPr/>
          </p:nvSpPr>
          <p:spPr>
            <a:xfrm>
              <a:off x="2828918" y="857818"/>
              <a:ext cx="117605" cy="134689"/>
            </a:xfrm>
            <a:custGeom>
              <a:avLst/>
              <a:gdLst/>
              <a:ahLst/>
              <a:cxnLst/>
              <a:rect l="l" t="t" r="r" b="b"/>
              <a:pathLst>
                <a:path w="4137" h="4738" extrusionOk="0">
                  <a:moveTo>
                    <a:pt x="1535" y="1"/>
                  </a:moveTo>
                  <a:cubicBezTo>
                    <a:pt x="1035" y="1001"/>
                    <a:pt x="534" y="2002"/>
                    <a:pt x="1" y="3003"/>
                  </a:cubicBezTo>
                  <a:cubicBezTo>
                    <a:pt x="901" y="3603"/>
                    <a:pt x="1769" y="4204"/>
                    <a:pt x="2669" y="4737"/>
                  </a:cubicBezTo>
                  <a:lnTo>
                    <a:pt x="4137" y="1735"/>
                  </a:lnTo>
                  <a:cubicBezTo>
                    <a:pt x="3270" y="1168"/>
                    <a:pt x="2402" y="568"/>
                    <a:pt x="15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6"/>
            <p:cNvSpPr/>
            <p:nvPr/>
          </p:nvSpPr>
          <p:spPr>
            <a:xfrm>
              <a:off x="2753073" y="807558"/>
              <a:ext cx="120447" cy="135628"/>
            </a:xfrm>
            <a:custGeom>
              <a:avLst/>
              <a:gdLst/>
              <a:ahLst/>
              <a:cxnLst/>
              <a:rect l="l" t="t" r="r" b="b"/>
              <a:pathLst>
                <a:path w="4237" h="4771" extrusionOk="0">
                  <a:moveTo>
                    <a:pt x="1601" y="1"/>
                  </a:moveTo>
                  <a:cubicBezTo>
                    <a:pt x="1068" y="1001"/>
                    <a:pt x="534" y="2002"/>
                    <a:pt x="0" y="3003"/>
                  </a:cubicBezTo>
                  <a:cubicBezTo>
                    <a:pt x="901" y="3570"/>
                    <a:pt x="1801" y="4170"/>
                    <a:pt x="2669" y="4771"/>
                  </a:cubicBezTo>
                  <a:cubicBezTo>
                    <a:pt x="3202" y="3770"/>
                    <a:pt x="3703" y="2769"/>
                    <a:pt x="4236" y="1769"/>
                  </a:cubicBezTo>
                  <a:cubicBezTo>
                    <a:pt x="3336" y="1168"/>
                    <a:pt x="2469" y="568"/>
                    <a:pt x="16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6"/>
            <p:cNvSpPr/>
            <p:nvPr/>
          </p:nvSpPr>
          <p:spPr>
            <a:xfrm>
              <a:off x="2673419" y="762045"/>
              <a:ext cx="125195" cy="130880"/>
            </a:xfrm>
            <a:custGeom>
              <a:avLst/>
              <a:gdLst/>
              <a:ahLst/>
              <a:cxnLst/>
              <a:rect l="l" t="t" r="r" b="b"/>
              <a:pathLst>
                <a:path w="4404" h="4604" extrusionOk="0">
                  <a:moveTo>
                    <a:pt x="1635" y="1"/>
                  </a:moveTo>
                  <a:cubicBezTo>
                    <a:pt x="1101" y="1001"/>
                    <a:pt x="534" y="2002"/>
                    <a:pt x="0" y="3003"/>
                  </a:cubicBezTo>
                  <a:cubicBezTo>
                    <a:pt x="967" y="3503"/>
                    <a:pt x="1901" y="4037"/>
                    <a:pt x="2802" y="4604"/>
                  </a:cubicBezTo>
                  <a:cubicBezTo>
                    <a:pt x="3336" y="3603"/>
                    <a:pt x="3870" y="2602"/>
                    <a:pt x="4403" y="1602"/>
                  </a:cubicBezTo>
                  <a:cubicBezTo>
                    <a:pt x="3503" y="1035"/>
                    <a:pt x="2602" y="501"/>
                    <a:pt x="16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6"/>
            <p:cNvSpPr/>
            <p:nvPr/>
          </p:nvSpPr>
          <p:spPr>
            <a:xfrm>
              <a:off x="2587113" y="725061"/>
              <a:ext cx="132785" cy="122352"/>
            </a:xfrm>
            <a:custGeom>
              <a:avLst/>
              <a:gdLst/>
              <a:ahLst/>
              <a:cxnLst/>
              <a:rect l="l" t="t" r="r" b="b"/>
              <a:pathLst>
                <a:path w="4671" h="4304" extrusionOk="0">
                  <a:moveTo>
                    <a:pt x="1702" y="1"/>
                  </a:moveTo>
                  <a:lnTo>
                    <a:pt x="1" y="3003"/>
                  </a:lnTo>
                  <a:cubicBezTo>
                    <a:pt x="1035" y="3370"/>
                    <a:pt x="2035" y="3803"/>
                    <a:pt x="3036" y="4304"/>
                  </a:cubicBezTo>
                  <a:cubicBezTo>
                    <a:pt x="3570" y="3303"/>
                    <a:pt x="4137" y="2302"/>
                    <a:pt x="4671" y="1302"/>
                  </a:cubicBezTo>
                  <a:cubicBezTo>
                    <a:pt x="3703" y="801"/>
                    <a:pt x="2736" y="368"/>
                    <a:pt x="17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6"/>
            <p:cNvSpPr/>
            <p:nvPr/>
          </p:nvSpPr>
          <p:spPr>
            <a:xfrm>
              <a:off x="2490403" y="701353"/>
              <a:ext cx="145094" cy="109076"/>
            </a:xfrm>
            <a:custGeom>
              <a:avLst/>
              <a:gdLst/>
              <a:ahLst/>
              <a:cxnLst/>
              <a:rect l="l" t="t" r="r" b="b"/>
              <a:pathLst>
                <a:path w="5104" h="3837" extrusionOk="0">
                  <a:moveTo>
                    <a:pt x="1768" y="1"/>
                  </a:moveTo>
                  <a:lnTo>
                    <a:pt x="0" y="3036"/>
                  </a:lnTo>
                  <a:cubicBezTo>
                    <a:pt x="1134" y="3203"/>
                    <a:pt x="2302" y="3470"/>
                    <a:pt x="3403" y="3837"/>
                  </a:cubicBezTo>
                  <a:lnTo>
                    <a:pt x="5104" y="835"/>
                  </a:lnTo>
                  <a:cubicBezTo>
                    <a:pt x="4003" y="468"/>
                    <a:pt x="2902" y="167"/>
                    <a:pt x="17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6"/>
            <p:cNvSpPr/>
            <p:nvPr/>
          </p:nvSpPr>
          <p:spPr>
            <a:xfrm>
              <a:off x="3021429" y="1070228"/>
              <a:ext cx="126133" cy="107172"/>
            </a:xfrm>
            <a:custGeom>
              <a:avLst/>
              <a:gdLst/>
              <a:ahLst/>
              <a:cxnLst/>
              <a:rect l="l" t="t" r="r" b="b"/>
              <a:pathLst>
                <a:path w="4437" h="3770" extrusionOk="0">
                  <a:moveTo>
                    <a:pt x="1435" y="1"/>
                  </a:moveTo>
                  <a:lnTo>
                    <a:pt x="0" y="3136"/>
                  </a:lnTo>
                  <a:cubicBezTo>
                    <a:pt x="1001" y="3436"/>
                    <a:pt x="2035" y="3670"/>
                    <a:pt x="3069" y="3770"/>
                  </a:cubicBezTo>
                  <a:cubicBezTo>
                    <a:pt x="3536" y="2703"/>
                    <a:pt x="3970" y="1668"/>
                    <a:pt x="4437" y="668"/>
                  </a:cubicBezTo>
                  <a:cubicBezTo>
                    <a:pt x="3403" y="534"/>
                    <a:pt x="2402" y="334"/>
                    <a:pt x="14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6"/>
            <p:cNvSpPr/>
            <p:nvPr/>
          </p:nvSpPr>
          <p:spPr>
            <a:xfrm>
              <a:off x="2939870" y="1037053"/>
              <a:ext cx="122352" cy="122352"/>
            </a:xfrm>
            <a:custGeom>
              <a:avLst/>
              <a:gdLst/>
              <a:ahLst/>
              <a:cxnLst/>
              <a:rect l="l" t="t" r="r" b="b"/>
              <a:pathLst>
                <a:path w="4304" h="4304" extrusionOk="0">
                  <a:moveTo>
                    <a:pt x="1468" y="0"/>
                  </a:moveTo>
                  <a:cubicBezTo>
                    <a:pt x="968" y="1034"/>
                    <a:pt x="467" y="2068"/>
                    <a:pt x="0" y="3136"/>
                  </a:cubicBezTo>
                  <a:cubicBezTo>
                    <a:pt x="901" y="3603"/>
                    <a:pt x="1868" y="3970"/>
                    <a:pt x="2869" y="4303"/>
                  </a:cubicBezTo>
                  <a:lnTo>
                    <a:pt x="4304" y="1168"/>
                  </a:lnTo>
                  <a:cubicBezTo>
                    <a:pt x="3303" y="867"/>
                    <a:pt x="2369" y="467"/>
                    <a:pt x="14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6"/>
            <p:cNvSpPr/>
            <p:nvPr/>
          </p:nvSpPr>
          <p:spPr>
            <a:xfrm>
              <a:off x="2861154" y="992479"/>
              <a:ext cx="120476" cy="133723"/>
            </a:xfrm>
            <a:custGeom>
              <a:avLst/>
              <a:gdLst/>
              <a:ahLst/>
              <a:cxnLst/>
              <a:rect l="l" t="t" r="r" b="b"/>
              <a:pathLst>
                <a:path w="4238" h="4704" extrusionOk="0">
                  <a:moveTo>
                    <a:pt x="1535" y="0"/>
                  </a:moveTo>
                  <a:cubicBezTo>
                    <a:pt x="1035" y="1034"/>
                    <a:pt x="535" y="2102"/>
                    <a:pt x="1" y="3136"/>
                  </a:cubicBezTo>
                  <a:cubicBezTo>
                    <a:pt x="901" y="3703"/>
                    <a:pt x="1802" y="4237"/>
                    <a:pt x="2769" y="4704"/>
                  </a:cubicBezTo>
                  <a:cubicBezTo>
                    <a:pt x="3236" y="3636"/>
                    <a:pt x="3737" y="2602"/>
                    <a:pt x="4237" y="1568"/>
                  </a:cubicBezTo>
                  <a:cubicBezTo>
                    <a:pt x="3303" y="1101"/>
                    <a:pt x="2403" y="567"/>
                    <a:pt x="15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6"/>
            <p:cNvSpPr/>
            <p:nvPr/>
          </p:nvSpPr>
          <p:spPr>
            <a:xfrm>
              <a:off x="2784343" y="943157"/>
              <a:ext cx="120476" cy="138470"/>
            </a:xfrm>
            <a:custGeom>
              <a:avLst/>
              <a:gdLst/>
              <a:ahLst/>
              <a:cxnLst/>
              <a:rect l="l" t="t" r="r" b="b"/>
              <a:pathLst>
                <a:path w="4238" h="4871" extrusionOk="0">
                  <a:moveTo>
                    <a:pt x="1569" y="1"/>
                  </a:moveTo>
                  <a:cubicBezTo>
                    <a:pt x="1068" y="1035"/>
                    <a:pt x="535" y="2069"/>
                    <a:pt x="1" y="3136"/>
                  </a:cubicBezTo>
                  <a:cubicBezTo>
                    <a:pt x="902" y="3703"/>
                    <a:pt x="1802" y="4304"/>
                    <a:pt x="2703" y="4871"/>
                  </a:cubicBezTo>
                  <a:cubicBezTo>
                    <a:pt x="3203" y="3837"/>
                    <a:pt x="3737" y="2803"/>
                    <a:pt x="4237" y="1735"/>
                  </a:cubicBezTo>
                  <a:cubicBezTo>
                    <a:pt x="3337" y="1202"/>
                    <a:pt x="2469" y="601"/>
                    <a:pt x="15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6"/>
            <p:cNvSpPr/>
            <p:nvPr/>
          </p:nvSpPr>
          <p:spPr>
            <a:xfrm>
              <a:off x="2706594" y="892897"/>
              <a:ext cx="122352" cy="139437"/>
            </a:xfrm>
            <a:custGeom>
              <a:avLst/>
              <a:gdLst/>
              <a:ahLst/>
              <a:cxnLst/>
              <a:rect l="l" t="t" r="r" b="b"/>
              <a:pathLst>
                <a:path w="4304" h="4905" extrusionOk="0">
                  <a:moveTo>
                    <a:pt x="1635" y="1"/>
                  </a:moveTo>
                  <a:lnTo>
                    <a:pt x="1" y="3103"/>
                  </a:lnTo>
                  <a:cubicBezTo>
                    <a:pt x="935" y="3703"/>
                    <a:pt x="1835" y="4304"/>
                    <a:pt x="2736" y="4904"/>
                  </a:cubicBezTo>
                  <a:cubicBezTo>
                    <a:pt x="3270" y="3837"/>
                    <a:pt x="3803" y="2803"/>
                    <a:pt x="4304" y="1769"/>
                  </a:cubicBezTo>
                  <a:cubicBezTo>
                    <a:pt x="3436" y="1168"/>
                    <a:pt x="2536" y="568"/>
                    <a:pt x="16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6"/>
            <p:cNvSpPr/>
            <p:nvPr/>
          </p:nvSpPr>
          <p:spPr>
            <a:xfrm>
              <a:off x="2625036" y="847385"/>
              <a:ext cx="128066" cy="134689"/>
            </a:xfrm>
            <a:custGeom>
              <a:avLst/>
              <a:gdLst/>
              <a:ahLst/>
              <a:cxnLst/>
              <a:rect l="l" t="t" r="r" b="b"/>
              <a:pathLst>
                <a:path w="4505" h="4738" extrusionOk="0">
                  <a:moveTo>
                    <a:pt x="1702" y="1"/>
                  </a:moveTo>
                  <a:cubicBezTo>
                    <a:pt x="1135" y="1035"/>
                    <a:pt x="568" y="2069"/>
                    <a:pt x="1" y="3103"/>
                  </a:cubicBezTo>
                  <a:cubicBezTo>
                    <a:pt x="968" y="3603"/>
                    <a:pt x="1936" y="4137"/>
                    <a:pt x="2870" y="4737"/>
                  </a:cubicBezTo>
                  <a:lnTo>
                    <a:pt x="4504" y="1602"/>
                  </a:lnTo>
                  <a:cubicBezTo>
                    <a:pt x="3603" y="1035"/>
                    <a:pt x="2669" y="501"/>
                    <a:pt x="17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6"/>
            <p:cNvSpPr/>
            <p:nvPr/>
          </p:nvSpPr>
          <p:spPr>
            <a:xfrm>
              <a:off x="2536854" y="810400"/>
              <a:ext cx="136594" cy="125195"/>
            </a:xfrm>
            <a:custGeom>
              <a:avLst/>
              <a:gdLst/>
              <a:ahLst/>
              <a:cxnLst/>
              <a:rect l="l" t="t" r="r" b="b"/>
              <a:pathLst>
                <a:path w="4805" h="4404" extrusionOk="0">
                  <a:moveTo>
                    <a:pt x="1769" y="1"/>
                  </a:moveTo>
                  <a:cubicBezTo>
                    <a:pt x="1168" y="1035"/>
                    <a:pt x="601" y="2069"/>
                    <a:pt x="1" y="3103"/>
                  </a:cubicBezTo>
                  <a:cubicBezTo>
                    <a:pt x="1068" y="3470"/>
                    <a:pt x="2102" y="3904"/>
                    <a:pt x="3103" y="4404"/>
                  </a:cubicBezTo>
                  <a:cubicBezTo>
                    <a:pt x="3670" y="3370"/>
                    <a:pt x="4237" y="2302"/>
                    <a:pt x="4804" y="1302"/>
                  </a:cubicBezTo>
                  <a:cubicBezTo>
                    <a:pt x="3803" y="801"/>
                    <a:pt x="2803" y="368"/>
                    <a:pt x="17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6"/>
            <p:cNvSpPr/>
            <p:nvPr/>
          </p:nvSpPr>
          <p:spPr>
            <a:xfrm>
              <a:off x="2438239" y="787658"/>
              <a:ext cx="148903" cy="110953"/>
            </a:xfrm>
            <a:custGeom>
              <a:avLst/>
              <a:gdLst/>
              <a:ahLst/>
              <a:cxnLst/>
              <a:rect l="l" t="t" r="r" b="b"/>
              <a:pathLst>
                <a:path w="5238" h="3903" extrusionOk="0">
                  <a:moveTo>
                    <a:pt x="1835" y="0"/>
                  </a:moveTo>
                  <a:lnTo>
                    <a:pt x="1" y="3136"/>
                  </a:lnTo>
                  <a:cubicBezTo>
                    <a:pt x="1168" y="3269"/>
                    <a:pt x="2336" y="3536"/>
                    <a:pt x="3470" y="3903"/>
                  </a:cubicBezTo>
                  <a:cubicBezTo>
                    <a:pt x="4070" y="2869"/>
                    <a:pt x="4637" y="1835"/>
                    <a:pt x="5238" y="801"/>
                  </a:cubicBezTo>
                  <a:cubicBezTo>
                    <a:pt x="4103" y="434"/>
                    <a:pt x="2969" y="167"/>
                    <a:pt x="18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6"/>
            <p:cNvSpPr/>
            <p:nvPr/>
          </p:nvSpPr>
          <p:spPr>
            <a:xfrm>
              <a:off x="2433491" y="534455"/>
              <a:ext cx="826928" cy="646754"/>
            </a:xfrm>
            <a:custGeom>
              <a:avLst/>
              <a:gdLst/>
              <a:ahLst/>
              <a:cxnLst/>
              <a:rect l="l" t="t" r="r" b="b"/>
              <a:pathLst>
                <a:path w="29089" h="22751" extrusionOk="0">
                  <a:moveTo>
                    <a:pt x="7239" y="301"/>
                  </a:moveTo>
                  <a:cubicBezTo>
                    <a:pt x="8273" y="468"/>
                    <a:pt x="9307" y="735"/>
                    <a:pt x="10275" y="1135"/>
                  </a:cubicBezTo>
                  <a:cubicBezTo>
                    <a:pt x="11275" y="1469"/>
                    <a:pt x="12209" y="1902"/>
                    <a:pt x="13143" y="2403"/>
                  </a:cubicBezTo>
                  <a:cubicBezTo>
                    <a:pt x="13977" y="2836"/>
                    <a:pt x="14811" y="3370"/>
                    <a:pt x="15779" y="4004"/>
                  </a:cubicBezTo>
                  <a:cubicBezTo>
                    <a:pt x="16613" y="4571"/>
                    <a:pt x="17480" y="5138"/>
                    <a:pt x="18314" y="5738"/>
                  </a:cubicBezTo>
                  <a:cubicBezTo>
                    <a:pt x="19114" y="6305"/>
                    <a:pt x="19982" y="6872"/>
                    <a:pt x="20816" y="7439"/>
                  </a:cubicBezTo>
                  <a:cubicBezTo>
                    <a:pt x="21750" y="8073"/>
                    <a:pt x="22584" y="8574"/>
                    <a:pt x="23351" y="8974"/>
                  </a:cubicBezTo>
                  <a:cubicBezTo>
                    <a:pt x="24218" y="9441"/>
                    <a:pt x="25119" y="9841"/>
                    <a:pt x="26053" y="10175"/>
                  </a:cubicBezTo>
                  <a:cubicBezTo>
                    <a:pt x="26920" y="10508"/>
                    <a:pt x="27821" y="10742"/>
                    <a:pt x="28721" y="10875"/>
                  </a:cubicBezTo>
                  <a:lnTo>
                    <a:pt x="23651" y="22450"/>
                  </a:lnTo>
                  <a:cubicBezTo>
                    <a:pt x="22684" y="22350"/>
                    <a:pt x="21683" y="22150"/>
                    <a:pt x="20749" y="21850"/>
                  </a:cubicBezTo>
                  <a:cubicBezTo>
                    <a:pt x="19748" y="21516"/>
                    <a:pt x="18814" y="21149"/>
                    <a:pt x="17880" y="20682"/>
                  </a:cubicBezTo>
                  <a:cubicBezTo>
                    <a:pt x="17046" y="20249"/>
                    <a:pt x="16146" y="19748"/>
                    <a:pt x="15145" y="19114"/>
                  </a:cubicBezTo>
                  <a:cubicBezTo>
                    <a:pt x="14244" y="18547"/>
                    <a:pt x="13310" y="17947"/>
                    <a:pt x="12443" y="17380"/>
                  </a:cubicBezTo>
                  <a:cubicBezTo>
                    <a:pt x="11576" y="16779"/>
                    <a:pt x="10642" y="16179"/>
                    <a:pt x="9708" y="15612"/>
                  </a:cubicBezTo>
                  <a:cubicBezTo>
                    <a:pt x="8674" y="14945"/>
                    <a:pt x="7706" y="14411"/>
                    <a:pt x="6839" y="13977"/>
                  </a:cubicBezTo>
                  <a:cubicBezTo>
                    <a:pt x="5838" y="13477"/>
                    <a:pt x="4771" y="13043"/>
                    <a:pt x="3703" y="12677"/>
                  </a:cubicBezTo>
                  <a:cubicBezTo>
                    <a:pt x="2636" y="12343"/>
                    <a:pt x="1535" y="12076"/>
                    <a:pt x="434" y="11909"/>
                  </a:cubicBezTo>
                  <a:lnTo>
                    <a:pt x="7239" y="301"/>
                  </a:lnTo>
                  <a:close/>
                  <a:moveTo>
                    <a:pt x="7206" y="1"/>
                  </a:moveTo>
                  <a:cubicBezTo>
                    <a:pt x="7139" y="1"/>
                    <a:pt x="7072" y="34"/>
                    <a:pt x="7039" y="68"/>
                  </a:cubicBezTo>
                  <a:lnTo>
                    <a:pt x="1" y="11976"/>
                  </a:lnTo>
                  <a:cubicBezTo>
                    <a:pt x="1" y="12009"/>
                    <a:pt x="1" y="12076"/>
                    <a:pt x="1" y="12109"/>
                  </a:cubicBezTo>
                  <a:cubicBezTo>
                    <a:pt x="34" y="12143"/>
                    <a:pt x="67" y="12176"/>
                    <a:pt x="134" y="12210"/>
                  </a:cubicBezTo>
                  <a:cubicBezTo>
                    <a:pt x="1302" y="12343"/>
                    <a:pt x="2436" y="12576"/>
                    <a:pt x="3570" y="12943"/>
                  </a:cubicBezTo>
                  <a:cubicBezTo>
                    <a:pt x="4637" y="13310"/>
                    <a:pt x="5671" y="13744"/>
                    <a:pt x="6672" y="14244"/>
                  </a:cubicBezTo>
                  <a:cubicBezTo>
                    <a:pt x="7539" y="14678"/>
                    <a:pt x="8473" y="15212"/>
                    <a:pt x="9508" y="15845"/>
                  </a:cubicBezTo>
                  <a:cubicBezTo>
                    <a:pt x="10442" y="16413"/>
                    <a:pt x="11376" y="17013"/>
                    <a:pt x="12243" y="17613"/>
                  </a:cubicBezTo>
                  <a:cubicBezTo>
                    <a:pt x="13143" y="18214"/>
                    <a:pt x="14044" y="18814"/>
                    <a:pt x="14945" y="19381"/>
                  </a:cubicBezTo>
                  <a:cubicBezTo>
                    <a:pt x="15979" y="20015"/>
                    <a:pt x="16879" y="20515"/>
                    <a:pt x="17747" y="20949"/>
                  </a:cubicBezTo>
                  <a:cubicBezTo>
                    <a:pt x="18047" y="21083"/>
                    <a:pt x="18314" y="21216"/>
                    <a:pt x="18614" y="21349"/>
                  </a:cubicBezTo>
                  <a:cubicBezTo>
                    <a:pt x="19281" y="21650"/>
                    <a:pt x="19948" y="21883"/>
                    <a:pt x="20649" y="22117"/>
                  </a:cubicBezTo>
                  <a:cubicBezTo>
                    <a:pt x="21650" y="22450"/>
                    <a:pt x="22684" y="22650"/>
                    <a:pt x="23751" y="22750"/>
                  </a:cubicBezTo>
                  <a:cubicBezTo>
                    <a:pt x="23784" y="22750"/>
                    <a:pt x="23851" y="22717"/>
                    <a:pt x="23884" y="22650"/>
                  </a:cubicBezTo>
                  <a:lnTo>
                    <a:pt x="29055" y="10809"/>
                  </a:lnTo>
                  <a:cubicBezTo>
                    <a:pt x="29088" y="10775"/>
                    <a:pt x="29088" y="10742"/>
                    <a:pt x="29055" y="10708"/>
                  </a:cubicBezTo>
                  <a:cubicBezTo>
                    <a:pt x="29021" y="10675"/>
                    <a:pt x="28988" y="10642"/>
                    <a:pt x="28955" y="10642"/>
                  </a:cubicBezTo>
                  <a:cubicBezTo>
                    <a:pt x="27987" y="10508"/>
                    <a:pt x="27053" y="10275"/>
                    <a:pt x="26153" y="9941"/>
                  </a:cubicBezTo>
                  <a:cubicBezTo>
                    <a:pt x="25252" y="9608"/>
                    <a:pt x="24351" y="9207"/>
                    <a:pt x="23518" y="8740"/>
                  </a:cubicBezTo>
                  <a:cubicBezTo>
                    <a:pt x="22750" y="8340"/>
                    <a:pt x="21916" y="7840"/>
                    <a:pt x="20982" y="7206"/>
                  </a:cubicBezTo>
                  <a:cubicBezTo>
                    <a:pt x="20148" y="6672"/>
                    <a:pt x="19315" y="6072"/>
                    <a:pt x="18481" y="5505"/>
                  </a:cubicBezTo>
                  <a:cubicBezTo>
                    <a:pt x="17647" y="4938"/>
                    <a:pt x="16813" y="4337"/>
                    <a:pt x="15945" y="3770"/>
                  </a:cubicBezTo>
                  <a:cubicBezTo>
                    <a:pt x="14978" y="3136"/>
                    <a:pt x="14111" y="2636"/>
                    <a:pt x="13277" y="2169"/>
                  </a:cubicBezTo>
                  <a:cubicBezTo>
                    <a:pt x="12343" y="1669"/>
                    <a:pt x="11409" y="1235"/>
                    <a:pt x="10408" y="868"/>
                  </a:cubicBezTo>
                  <a:cubicBezTo>
                    <a:pt x="9374" y="468"/>
                    <a:pt x="8307" y="201"/>
                    <a:pt x="720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6"/>
            <p:cNvSpPr/>
            <p:nvPr/>
          </p:nvSpPr>
          <p:spPr>
            <a:xfrm>
              <a:off x="2165136" y="4217522"/>
              <a:ext cx="81587" cy="187764"/>
            </a:xfrm>
            <a:custGeom>
              <a:avLst/>
              <a:gdLst/>
              <a:ahLst/>
              <a:cxnLst/>
              <a:rect l="l" t="t" r="r" b="b"/>
              <a:pathLst>
                <a:path w="2870" h="6605" extrusionOk="0">
                  <a:moveTo>
                    <a:pt x="1" y="0"/>
                  </a:moveTo>
                  <a:lnTo>
                    <a:pt x="1" y="6605"/>
                  </a:lnTo>
                  <a:lnTo>
                    <a:pt x="2869" y="6605"/>
                  </a:lnTo>
                  <a:lnTo>
                    <a:pt x="2836" y="0"/>
                  </a:lnTo>
                  <a:close/>
                </a:path>
              </a:pathLst>
            </a:custGeom>
            <a:solidFill>
              <a:srgbClr val="F6B2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6"/>
            <p:cNvSpPr/>
            <p:nvPr/>
          </p:nvSpPr>
          <p:spPr>
            <a:xfrm>
              <a:off x="1361973" y="3897002"/>
              <a:ext cx="194416" cy="186826"/>
            </a:xfrm>
            <a:custGeom>
              <a:avLst/>
              <a:gdLst/>
              <a:ahLst/>
              <a:cxnLst/>
              <a:rect l="l" t="t" r="r" b="b"/>
              <a:pathLst>
                <a:path w="6839" h="6572" extrusionOk="0">
                  <a:moveTo>
                    <a:pt x="4403" y="0"/>
                  </a:moveTo>
                  <a:lnTo>
                    <a:pt x="0" y="5104"/>
                  </a:lnTo>
                  <a:lnTo>
                    <a:pt x="2469" y="6572"/>
                  </a:lnTo>
                  <a:lnTo>
                    <a:pt x="6838" y="1502"/>
                  </a:lnTo>
                  <a:lnTo>
                    <a:pt x="4403" y="0"/>
                  </a:lnTo>
                  <a:close/>
                </a:path>
              </a:pathLst>
            </a:custGeom>
            <a:solidFill>
              <a:srgbClr val="F6B2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6"/>
            <p:cNvSpPr/>
            <p:nvPr/>
          </p:nvSpPr>
          <p:spPr>
            <a:xfrm>
              <a:off x="1301281" y="4029730"/>
              <a:ext cx="245756" cy="210875"/>
            </a:xfrm>
            <a:custGeom>
              <a:avLst/>
              <a:gdLst/>
              <a:ahLst/>
              <a:cxnLst/>
              <a:rect l="l" t="t" r="r" b="b"/>
              <a:pathLst>
                <a:path w="8645" h="7418" extrusionOk="0">
                  <a:moveTo>
                    <a:pt x="2054" y="0"/>
                  </a:moveTo>
                  <a:cubicBezTo>
                    <a:pt x="1982" y="0"/>
                    <a:pt x="1911" y="37"/>
                    <a:pt x="1868" y="102"/>
                  </a:cubicBezTo>
                  <a:lnTo>
                    <a:pt x="167" y="2036"/>
                  </a:lnTo>
                  <a:cubicBezTo>
                    <a:pt x="0" y="2236"/>
                    <a:pt x="67" y="2537"/>
                    <a:pt x="301" y="2703"/>
                  </a:cubicBezTo>
                  <a:cubicBezTo>
                    <a:pt x="1268" y="3237"/>
                    <a:pt x="1768" y="3471"/>
                    <a:pt x="2969" y="4204"/>
                  </a:cubicBezTo>
                  <a:cubicBezTo>
                    <a:pt x="3703" y="4638"/>
                    <a:pt x="5971" y="6606"/>
                    <a:pt x="7005" y="7207"/>
                  </a:cubicBezTo>
                  <a:cubicBezTo>
                    <a:pt x="7243" y="7357"/>
                    <a:pt x="7465" y="7417"/>
                    <a:pt x="7661" y="7417"/>
                  </a:cubicBezTo>
                  <a:cubicBezTo>
                    <a:pt x="8290" y="7417"/>
                    <a:pt x="8645" y="6794"/>
                    <a:pt x="8340" y="6539"/>
                  </a:cubicBezTo>
                  <a:cubicBezTo>
                    <a:pt x="7005" y="5272"/>
                    <a:pt x="5938" y="3771"/>
                    <a:pt x="5237" y="2103"/>
                  </a:cubicBezTo>
                  <a:cubicBezTo>
                    <a:pt x="5171" y="1936"/>
                    <a:pt x="5071" y="1803"/>
                    <a:pt x="4937" y="1703"/>
                  </a:cubicBezTo>
                  <a:lnTo>
                    <a:pt x="2169" y="35"/>
                  </a:lnTo>
                  <a:cubicBezTo>
                    <a:pt x="2133" y="11"/>
                    <a:pt x="2093" y="0"/>
                    <a:pt x="20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6"/>
            <p:cNvSpPr/>
            <p:nvPr/>
          </p:nvSpPr>
          <p:spPr>
            <a:xfrm>
              <a:off x="2135741" y="4395790"/>
              <a:ext cx="282626" cy="91991"/>
            </a:xfrm>
            <a:custGeom>
              <a:avLst/>
              <a:gdLst/>
              <a:ahLst/>
              <a:cxnLst/>
              <a:rect l="l" t="t" r="r" b="b"/>
              <a:pathLst>
                <a:path w="9942" h="3236" extrusionOk="0">
                  <a:moveTo>
                    <a:pt x="734" y="0"/>
                  </a:moveTo>
                  <a:cubicBezTo>
                    <a:pt x="634" y="0"/>
                    <a:pt x="534" y="100"/>
                    <a:pt x="501" y="201"/>
                  </a:cubicBezTo>
                  <a:lnTo>
                    <a:pt x="67" y="2736"/>
                  </a:lnTo>
                  <a:cubicBezTo>
                    <a:pt x="1" y="3003"/>
                    <a:pt x="201" y="3236"/>
                    <a:pt x="468" y="3236"/>
                  </a:cubicBezTo>
                  <a:cubicBezTo>
                    <a:pt x="1602" y="3236"/>
                    <a:pt x="3203" y="3169"/>
                    <a:pt x="4637" y="3169"/>
                  </a:cubicBezTo>
                  <a:cubicBezTo>
                    <a:pt x="6305" y="3169"/>
                    <a:pt x="6539" y="3236"/>
                    <a:pt x="8473" y="3236"/>
                  </a:cubicBezTo>
                  <a:cubicBezTo>
                    <a:pt x="9641" y="3236"/>
                    <a:pt x="9941" y="2069"/>
                    <a:pt x="9441" y="1968"/>
                  </a:cubicBezTo>
                  <a:cubicBezTo>
                    <a:pt x="7172" y="1468"/>
                    <a:pt x="6505" y="1435"/>
                    <a:pt x="4537" y="234"/>
                  </a:cubicBezTo>
                  <a:cubicBezTo>
                    <a:pt x="4337" y="100"/>
                    <a:pt x="4104" y="0"/>
                    <a:pt x="38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6"/>
            <p:cNvSpPr/>
            <p:nvPr/>
          </p:nvSpPr>
          <p:spPr>
            <a:xfrm>
              <a:off x="2163231" y="1418237"/>
              <a:ext cx="218579" cy="250446"/>
            </a:xfrm>
            <a:custGeom>
              <a:avLst/>
              <a:gdLst/>
              <a:ahLst/>
              <a:cxnLst/>
              <a:rect l="l" t="t" r="r" b="b"/>
              <a:pathLst>
                <a:path w="7689" h="8810" extrusionOk="0">
                  <a:moveTo>
                    <a:pt x="1469" y="1"/>
                  </a:moveTo>
                  <a:lnTo>
                    <a:pt x="1469" y="1"/>
                  </a:lnTo>
                  <a:cubicBezTo>
                    <a:pt x="1635" y="2169"/>
                    <a:pt x="1602" y="4771"/>
                    <a:pt x="1" y="5938"/>
                  </a:cubicBezTo>
                  <a:cubicBezTo>
                    <a:pt x="1" y="5938"/>
                    <a:pt x="601" y="8173"/>
                    <a:pt x="4471" y="8740"/>
                  </a:cubicBezTo>
                  <a:cubicBezTo>
                    <a:pt x="4805" y="8788"/>
                    <a:pt x="5094" y="8810"/>
                    <a:pt x="5342" y="8810"/>
                  </a:cubicBezTo>
                  <a:cubicBezTo>
                    <a:pt x="7688" y="8810"/>
                    <a:pt x="6406" y="6872"/>
                    <a:pt x="6406" y="6872"/>
                  </a:cubicBezTo>
                  <a:cubicBezTo>
                    <a:pt x="4171" y="5972"/>
                    <a:pt x="4571" y="3136"/>
                    <a:pt x="5138" y="1568"/>
                  </a:cubicBezTo>
                  <a:lnTo>
                    <a:pt x="1469" y="1"/>
                  </a:lnTo>
                  <a:close/>
                </a:path>
              </a:pathLst>
            </a:custGeom>
            <a:solidFill>
              <a:srgbClr val="F6B2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6"/>
            <p:cNvSpPr/>
            <p:nvPr/>
          </p:nvSpPr>
          <p:spPr>
            <a:xfrm>
              <a:off x="1691022" y="1616434"/>
              <a:ext cx="370780" cy="548253"/>
            </a:xfrm>
            <a:custGeom>
              <a:avLst/>
              <a:gdLst/>
              <a:ahLst/>
              <a:cxnLst/>
              <a:rect l="l" t="t" r="r" b="b"/>
              <a:pathLst>
                <a:path w="13043" h="19286" extrusionOk="0">
                  <a:moveTo>
                    <a:pt x="10908" y="0"/>
                  </a:moveTo>
                  <a:cubicBezTo>
                    <a:pt x="10908" y="0"/>
                    <a:pt x="3970" y="4837"/>
                    <a:pt x="1635" y="8273"/>
                  </a:cubicBezTo>
                  <a:cubicBezTo>
                    <a:pt x="601" y="9774"/>
                    <a:pt x="167" y="15645"/>
                    <a:pt x="0" y="19114"/>
                  </a:cubicBezTo>
                  <a:cubicBezTo>
                    <a:pt x="192" y="19236"/>
                    <a:pt x="621" y="19285"/>
                    <a:pt x="1054" y="19285"/>
                  </a:cubicBezTo>
                  <a:cubicBezTo>
                    <a:pt x="1448" y="19285"/>
                    <a:pt x="1845" y="19244"/>
                    <a:pt x="2068" y="19181"/>
                  </a:cubicBezTo>
                  <a:cubicBezTo>
                    <a:pt x="2635" y="16512"/>
                    <a:pt x="4370" y="12943"/>
                    <a:pt x="4904" y="10975"/>
                  </a:cubicBezTo>
                  <a:cubicBezTo>
                    <a:pt x="5271" y="9541"/>
                    <a:pt x="13043" y="3670"/>
                    <a:pt x="13043" y="3670"/>
                  </a:cubicBezTo>
                  <a:lnTo>
                    <a:pt x="10908" y="0"/>
                  </a:lnTo>
                  <a:close/>
                </a:path>
              </a:pathLst>
            </a:custGeom>
            <a:solidFill>
              <a:srgbClr val="F6B2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6"/>
            <p:cNvSpPr/>
            <p:nvPr/>
          </p:nvSpPr>
          <p:spPr>
            <a:xfrm>
              <a:off x="1665409" y="2143650"/>
              <a:ext cx="131847" cy="94863"/>
            </a:xfrm>
            <a:custGeom>
              <a:avLst/>
              <a:gdLst/>
              <a:ahLst/>
              <a:cxnLst/>
              <a:rect l="l" t="t" r="r" b="b"/>
              <a:pathLst>
                <a:path w="4638" h="3337" extrusionOk="0">
                  <a:moveTo>
                    <a:pt x="1268" y="1"/>
                  </a:moveTo>
                  <a:lnTo>
                    <a:pt x="1268" y="1"/>
                  </a:lnTo>
                  <a:cubicBezTo>
                    <a:pt x="0" y="1402"/>
                    <a:pt x="1401" y="3337"/>
                    <a:pt x="1401" y="3337"/>
                  </a:cubicBezTo>
                  <a:lnTo>
                    <a:pt x="4637" y="2770"/>
                  </a:lnTo>
                  <a:lnTo>
                    <a:pt x="2969" y="635"/>
                  </a:lnTo>
                  <a:lnTo>
                    <a:pt x="1268" y="1"/>
                  </a:lnTo>
                  <a:close/>
                </a:path>
              </a:pathLst>
            </a:custGeom>
            <a:solidFill>
              <a:srgbClr val="F6B2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36"/>
            <p:cNvSpPr/>
            <p:nvPr/>
          </p:nvSpPr>
          <p:spPr>
            <a:xfrm>
              <a:off x="1705235" y="2221120"/>
              <a:ext cx="94863" cy="85368"/>
            </a:xfrm>
            <a:custGeom>
              <a:avLst/>
              <a:gdLst/>
              <a:ahLst/>
              <a:cxnLst/>
              <a:rect l="l" t="t" r="r" b="b"/>
              <a:pathLst>
                <a:path w="3337" h="3003" extrusionOk="0">
                  <a:moveTo>
                    <a:pt x="3236" y="1"/>
                  </a:moveTo>
                  <a:lnTo>
                    <a:pt x="0" y="568"/>
                  </a:lnTo>
                  <a:lnTo>
                    <a:pt x="401" y="3003"/>
                  </a:lnTo>
                  <a:lnTo>
                    <a:pt x="3336" y="2636"/>
                  </a:lnTo>
                  <a:lnTo>
                    <a:pt x="3236" y="1"/>
                  </a:lnTo>
                  <a:close/>
                </a:path>
              </a:pathLst>
            </a:custGeom>
            <a:solidFill>
              <a:srgbClr val="F6B2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6"/>
            <p:cNvSpPr/>
            <p:nvPr/>
          </p:nvSpPr>
          <p:spPr>
            <a:xfrm>
              <a:off x="1817126" y="1580388"/>
              <a:ext cx="330015" cy="304430"/>
            </a:xfrm>
            <a:custGeom>
              <a:avLst/>
              <a:gdLst/>
              <a:ahLst/>
              <a:cxnLst/>
              <a:rect l="l" t="t" r="r" b="b"/>
              <a:pathLst>
                <a:path w="11609" h="10709" extrusionOk="0">
                  <a:moveTo>
                    <a:pt x="8507" y="1"/>
                  </a:moveTo>
                  <a:cubicBezTo>
                    <a:pt x="3903" y="1"/>
                    <a:pt x="1" y="5071"/>
                    <a:pt x="1" y="5071"/>
                  </a:cubicBezTo>
                  <a:lnTo>
                    <a:pt x="3170" y="10708"/>
                  </a:lnTo>
                  <a:cubicBezTo>
                    <a:pt x="5171" y="9441"/>
                    <a:pt x="7072" y="8040"/>
                    <a:pt x="8874" y="6505"/>
                  </a:cubicBezTo>
                  <a:cubicBezTo>
                    <a:pt x="11609" y="4070"/>
                    <a:pt x="11409" y="34"/>
                    <a:pt x="85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6"/>
            <p:cNvSpPr/>
            <p:nvPr/>
          </p:nvSpPr>
          <p:spPr>
            <a:xfrm>
              <a:off x="1961253" y="1685370"/>
              <a:ext cx="125507" cy="163401"/>
            </a:xfrm>
            <a:custGeom>
              <a:avLst/>
              <a:gdLst/>
              <a:ahLst/>
              <a:cxnLst/>
              <a:rect l="l" t="t" r="r" b="b"/>
              <a:pathLst>
                <a:path w="4415" h="5748" extrusionOk="0">
                  <a:moveTo>
                    <a:pt x="3807" y="1"/>
                  </a:moveTo>
                  <a:cubicBezTo>
                    <a:pt x="3737" y="1"/>
                    <a:pt x="3647" y="25"/>
                    <a:pt x="3537" y="77"/>
                  </a:cubicBezTo>
                  <a:cubicBezTo>
                    <a:pt x="1902" y="811"/>
                    <a:pt x="268" y="3346"/>
                    <a:pt x="1" y="5748"/>
                  </a:cubicBezTo>
                  <a:cubicBezTo>
                    <a:pt x="735" y="5248"/>
                    <a:pt x="1669" y="4580"/>
                    <a:pt x="2569" y="3813"/>
                  </a:cubicBezTo>
                  <a:cubicBezTo>
                    <a:pt x="3586" y="1840"/>
                    <a:pt x="4415" y="1"/>
                    <a:pt x="38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6"/>
            <p:cNvSpPr/>
            <p:nvPr/>
          </p:nvSpPr>
          <p:spPr>
            <a:xfrm>
              <a:off x="2135741" y="1544939"/>
              <a:ext cx="214343" cy="92389"/>
            </a:xfrm>
            <a:custGeom>
              <a:avLst/>
              <a:gdLst/>
              <a:ahLst/>
              <a:cxnLst/>
              <a:rect l="l" t="t" r="r" b="b"/>
              <a:pathLst>
                <a:path w="7540" h="3250" extrusionOk="0">
                  <a:moveTo>
                    <a:pt x="1191" y="0"/>
                  </a:moveTo>
                  <a:cubicBezTo>
                    <a:pt x="997" y="0"/>
                    <a:pt x="841" y="15"/>
                    <a:pt x="734" y="47"/>
                  </a:cubicBezTo>
                  <a:cubicBezTo>
                    <a:pt x="401" y="114"/>
                    <a:pt x="1" y="1548"/>
                    <a:pt x="334" y="2249"/>
                  </a:cubicBezTo>
                  <a:cubicBezTo>
                    <a:pt x="742" y="3220"/>
                    <a:pt x="6418" y="3249"/>
                    <a:pt x="7105" y="3249"/>
                  </a:cubicBezTo>
                  <a:cubicBezTo>
                    <a:pt x="7149" y="3249"/>
                    <a:pt x="7172" y="3249"/>
                    <a:pt x="7172" y="3249"/>
                  </a:cubicBezTo>
                  <a:cubicBezTo>
                    <a:pt x="7306" y="2249"/>
                    <a:pt x="7539" y="1815"/>
                    <a:pt x="7306" y="1415"/>
                  </a:cubicBezTo>
                  <a:cubicBezTo>
                    <a:pt x="7127" y="1027"/>
                    <a:pt x="2820" y="0"/>
                    <a:pt x="11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36"/>
            <p:cNvSpPr/>
            <p:nvPr/>
          </p:nvSpPr>
          <p:spPr>
            <a:xfrm>
              <a:off x="2135741" y="1544939"/>
              <a:ext cx="214343" cy="92389"/>
            </a:xfrm>
            <a:custGeom>
              <a:avLst/>
              <a:gdLst/>
              <a:ahLst/>
              <a:cxnLst/>
              <a:rect l="l" t="t" r="r" b="b"/>
              <a:pathLst>
                <a:path w="7540" h="3250" extrusionOk="0">
                  <a:moveTo>
                    <a:pt x="1191" y="0"/>
                  </a:moveTo>
                  <a:cubicBezTo>
                    <a:pt x="997" y="0"/>
                    <a:pt x="841" y="15"/>
                    <a:pt x="734" y="47"/>
                  </a:cubicBezTo>
                  <a:cubicBezTo>
                    <a:pt x="401" y="114"/>
                    <a:pt x="1" y="1548"/>
                    <a:pt x="334" y="2249"/>
                  </a:cubicBezTo>
                  <a:cubicBezTo>
                    <a:pt x="742" y="3220"/>
                    <a:pt x="6418" y="3249"/>
                    <a:pt x="7105" y="3249"/>
                  </a:cubicBezTo>
                  <a:cubicBezTo>
                    <a:pt x="7149" y="3249"/>
                    <a:pt x="7172" y="3249"/>
                    <a:pt x="7172" y="3249"/>
                  </a:cubicBezTo>
                  <a:cubicBezTo>
                    <a:pt x="7306" y="2249"/>
                    <a:pt x="7539" y="1815"/>
                    <a:pt x="7306" y="1415"/>
                  </a:cubicBezTo>
                  <a:cubicBezTo>
                    <a:pt x="7127" y="1027"/>
                    <a:pt x="2820" y="0"/>
                    <a:pt x="1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6"/>
            <p:cNvSpPr/>
            <p:nvPr/>
          </p:nvSpPr>
          <p:spPr>
            <a:xfrm>
              <a:off x="1952725" y="1580388"/>
              <a:ext cx="555701" cy="762426"/>
            </a:xfrm>
            <a:custGeom>
              <a:avLst/>
              <a:gdLst/>
              <a:ahLst/>
              <a:cxnLst/>
              <a:rect l="l" t="t" r="r" b="b"/>
              <a:pathLst>
                <a:path w="19548" h="26820" extrusionOk="0">
                  <a:moveTo>
                    <a:pt x="3981" y="0"/>
                  </a:moveTo>
                  <a:cubicBezTo>
                    <a:pt x="2406" y="0"/>
                    <a:pt x="1136" y="1387"/>
                    <a:pt x="1268" y="2970"/>
                  </a:cubicBezTo>
                  <a:cubicBezTo>
                    <a:pt x="2002" y="13244"/>
                    <a:pt x="67" y="22817"/>
                    <a:pt x="1" y="24985"/>
                  </a:cubicBezTo>
                  <a:lnTo>
                    <a:pt x="15145" y="26820"/>
                  </a:lnTo>
                  <a:cubicBezTo>
                    <a:pt x="19548" y="11175"/>
                    <a:pt x="16846" y="2169"/>
                    <a:pt x="16846" y="2169"/>
                  </a:cubicBezTo>
                  <a:cubicBezTo>
                    <a:pt x="15478" y="1602"/>
                    <a:pt x="14044" y="1168"/>
                    <a:pt x="12576" y="835"/>
                  </a:cubicBezTo>
                  <a:cubicBezTo>
                    <a:pt x="10441" y="468"/>
                    <a:pt x="8273" y="201"/>
                    <a:pt x="6138" y="68"/>
                  </a:cubicBezTo>
                  <a:cubicBezTo>
                    <a:pt x="5405" y="1"/>
                    <a:pt x="4704" y="1"/>
                    <a:pt x="4037" y="1"/>
                  </a:cubicBezTo>
                  <a:cubicBezTo>
                    <a:pt x="4018" y="0"/>
                    <a:pt x="4000" y="0"/>
                    <a:pt x="39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36"/>
            <p:cNvSpPr/>
            <p:nvPr/>
          </p:nvSpPr>
          <p:spPr>
            <a:xfrm>
              <a:off x="2384198" y="1461873"/>
              <a:ext cx="561386" cy="320520"/>
            </a:xfrm>
            <a:custGeom>
              <a:avLst/>
              <a:gdLst/>
              <a:ahLst/>
              <a:cxnLst/>
              <a:rect l="l" t="t" r="r" b="b"/>
              <a:pathLst>
                <a:path w="19748" h="11275" extrusionOk="0">
                  <a:moveTo>
                    <a:pt x="18247" y="0"/>
                  </a:moveTo>
                  <a:cubicBezTo>
                    <a:pt x="16312" y="2068"/>
                    <a:pt x="13243" y="3336"/>
                    <a:pt x="11108" y="5104"/>
                  </a:cubicBezTo>
                  <a:cubicBezTo>
                    <a:pt x="10041" y="5838"/>
                    <a:pt x="34" y="7205"/>
                    <a:pt x="34" y="7205"/>
                  </a:cubicBezTo>
                  <a:lnTo>
                    <a:pt x="0" y="11275"/>
                  </a:lnTo>
                  <a:cubicBezTo>
                    <a:pt x="0" y="11275"/>
                    <a:pt x="8973" y="10274"/>
                    <a:pt x="12776" y="8406"/>
                  </a:cubicBezTo>
                  <a:cubicBezTo>
                    <a:pt x="15845" y="6905"/>
                    <a:pt x="18180" y="4070"/>
                    <a:pt x="19748" y="1068"/>
                  </a:cubicBezTo>
                  <a:cubicBezTo>
                    <a:pt x="19481" y="734"/>
                    <a:pt x="18714" y="67"/>
                    <a:pt x="18247" y="0"/>
                  </a:cubicBezTo>
                  <a:close/>
                </a:path>
              </a:pathLst>
            </a:custGeom>
            <a:solidFill>
              <a:srgbClr val="F6B2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36"/>
            <p:cNvSpPr/>
            <p:nvPr/>
          </p:nvSpPr>
          <p:spPr>
            <a:xfrm>
              <a:off x="2263751" y="1602248"/>
              <a:ext cx="366061" cy="255023"/>
            </a:xfrm>
            <a:custGeom>
              <a:avLst/>
              <a:gdLst/>
              <a:ahLst/>
              <a:cxnLst/>
              <a:rect l="l" t="t" r="r" b="b"/>
              <a:pathLst>
                <a:path w="12877" h="8971" extrusionOk="0">
                  <a:moveTo>
                    <a:pt x="8006" y="0"/>
                  </a:moveTo>
                  <a:cubicBezTo>
                    <a:pt x="6511" y="0"/>
                    <a:pt x="5025" y="185"/>
                    <a:pt x="3570" y="566"/>
                  </a:cubicBezTo>
                  <a:cubicBezTo>
                    <a:pt x="1" y="1500"/>
                    <a:pt x="735" y="6570"/>
                    <a:pt x="2970" y="8505"/>
                  </a:cubicBezTo>
                  <a:cubicBezTo>
                    <a:pt x="3351" y="8836"/>
                    <a:pt x="3936" y="8971"/>
                    <a:pt x="4637" y="8971"/>
                  </a:cubicBezTo>
                  <a:cubicBezTo>
                    <a:pt x="7677" y="8971"/>
                    <a:pt x="12877" y="6437"/>
                    <a:pt x="12877" y="6437"/>
                  </a:cubicBezTo>
                  <a:lnTo>
                    <a:pt x="10208" y="132"/>
                  </a:lnTo>
                  <a:cubicBezTo>
                    <a:pt x="9473" y="45"/>
                    <a:pt x="8738" y="0"/>
                    <a:pt x="80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6"/>
            <p:cNvSpPr/>
            <p:nvPr/>
          </p:nvSpPr>
          <p:spPr>
            <a:xfrm>
              <a:off x="2892453" y="1415395"/>
              <a:ext cx="87272" cy="101969"/>
            </a:xfrm>
            <a:custGeom>
              <a:avLst/>
              <a:gdLst/>
              <a:ahLst/>
              <a:cxnLst/>
              <a:rect l="l" t="t" r="r" b="b"/>
              <a:pathLst>
                <a:path w="3070" h="3587" extrusionOk="0">
                  <a:moveTo>
                    <a:pt x="2269" y="1"/>
                  </a:moveTo>
                  <a:lnTo>
                    <a:pt x="1" y="2002"/>
                  </a:lnTo>
                  <a:lnTo>
                    <a:pt x="968" y="3470"/>
                  </a:lnTo>
                  <a:cubicBezTo>
                    <a:pt x="1244" y="3549"/>
                    <a:pt x="1526" y="3586"/>
                    <a:pt x="1806" y="3586"/>
                  </a:cubicBezTo>
                  <a:cubicBezTo>
                    <a:pt x="2237" y="3586"/>
                    <a:pt x="2665" y="3498"/>
                    <a:pt x="3069" y="3336"/>
                  </a:cubicBezTo>
                  <a:lnTo>
                    <a:pt x="2269" y="1"/>
                  </a:lnTo>
                  <a:close/>
                </a:path>
              </a:pathLst>
            </a:custGeom>
            <a:solidFill>
              <a:srgbClr val="F6B2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36"/>
            <p:cNvSpPr/>
            <p:nvPr/>
          </p:nvSpPr>
          <p:spPr>
            <a:xfrm>
              <a:off x="2955681" y="1415395"/>
              <a:ext cx="50288" cy="94863"/>
            </a:xfrm>
            <a:custGeom>
              <a:avLst/>
              <a:gdLst/>
              <a:ahLst/>
              <a:cxnLst/>
              <a:rect l="l" t="t" r="r" b="b"/>
              <a:pathLst>
                <a:path w="1769" h="3337" extrusionOk="0">
                  <a:moveTo>
                    <a:pt x="1" y="1"/>
                  </a:moveTo>
                  <a:lnTo>
                    <a:pt x="801" y="3336"/>
                  </a:lnTo>
                  <a:lnTo>
                    <a:pt x="1669" y="2869"/>
                  </a:lnTo>
                  <a:lnTo>
                    <a:pt x="1769" y="3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6B2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36"/>
            <p:cNvSpPr/>
            <p:nvPr/>
          </p:nvSpPr>
          <p:spPr>
            <a:xfrm>
              <a:off x="2394631" y="1348903"/>
              <a:ext cx="16147" cy="23964"/>
            </a:xfrm>
            <a:custGeom>
              <a:avLst/>
              <a:gdLst/>
              <a:ahLst/>
              <a:cxnLst/>
              <a:rect l="l" t="t" r="r" b="b"/>
              <a:pathLst>
                <a:path w="568" h="843" extrusionOk="0">
                  <a:moveTo>
                    <a:pt x="265" y="1"/>
                  </a:moveTo>
                  <a:cubicBezTo>
                    <a:pt x="119" y="1"/>
                    <a:pt x="31" y="189"/>
                    <a:pt x="0" y="405"/>
                  </a:cubicBezTo>
                  <a:cubicBezTo>
                    <a:pt x="0" y="638"/>
                    <a:pt x="100" y="805"/>
                    <a:pt x="267" y="839"/>
                  </a:cubicBezTo>
                  <a:cubicBezTo>
                    <a:pt x="277" y="841"/>
                    <a:pt x="287" y="842"/>
                    <a:pt x="296" y="842"/>
                  </a:cubicBezTo>
                  <a:cubicBezTo>
                    <a:pt x="419" y="842"/>
                    <a:pt x="534" y="655"/>
                    <a:pt x="534" y="438"/>
                  </a:cubicBezTo>
                  <a:cubicBezTo>
                    <a:pt x="567" y="205"/>
                    <a:pt x="434" y="38"/>
                    <a:pt x="300" y="5"/>
                  </a:cubicBezTo>
                  <a:cubicBezTo>
                    <a:pt x="288" y="2"/>
                    <a:pt x="276" y="1"/>
                    <a:pt x="2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36"/>
            <p:cNvSpPr/>
            <p:nvPr/>
          </p:nvSpPr>
          <p:spPr>
            <a:xfrm>
              <a:off x="2386074" y="1359449"/>
              <a:ext cx="31327" cy="64900"/>
            </a:xfrm>
            <a:custGeom>
              <a:avLst/>
              <a:gdLst/>
              <a:ahLst/>
              <a:cxnLst/>
              <a:rect l="l" t="t" r="r" b="b"/>
              <a:pathLst>
                <a:path w="1102" h="2283" extrusionOk="0">
                  <a:moveTo>
                    <a:pt x="101" y="1"/>
                  </a:moveTo>
                  <a:lnTo>
                    <a:pt x="1" y="2202"/>
                  </a:lnTo>
                  <a:cubicBezTo>
                    <a:pt x="148" y="2256"/>
                    <a:pt x="300" y="2282"/>
                    <a:pt x="451" y="2282"/>
                  </a:cubicBezTo>
                  <a:cubicBezTo>
                    <a:pt x="677" y="2282"/>
                    <a:pt x="902" y="2222"/>
                    <a:pt x="1102" y="2102"/>
                  </a:cubicBezTo>
                  <a:cubicBezTo>
                    <a:pt x="701" y="1435"/>
                    <a:pt x="334" y="734"/>
                    <a:pt x="101" y="1"/>
                  </a:cubicBezTo>
                  <a:close/>
                </a:path>
              </a:pathLst>
            </a:custGeom>
            <a:solidFill>
              <a:srgbClr val="F6B2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6"/>
            <p:cNvSpPr/>
            <p:nvPr/>
          </p:nvSpPr>
          <p:spPr>
            <a:xfrm>
              <a:off x="2376608" y="1311094"/>
              <a:ext cx="33203" cy="27518"/>
            </a:xfrm>
            <a:custGeom>
              <a:avLst/>
              <a:gdLst/>
              <a:ahLst/>
              <a:cxnLst/>
              <a:rect l="l" t="t" r="r" b="b"/>
              <a:pathLst>
                <a:path w="1168" h="968" extrusionOk="0">
                  <a:moveTo>
                    <a:pt x="167" y="0"/>
                  </a:moveTo>
                  <a:cubicBezTo>
                    <a:pt x="67" y="0"/>
                    <a:pt x="0" y="34"/>
                    <a:pt x="0" y="100"/>
                  </a:cubicBezTo>
                  <a:cubicBezTo>
                    <a:pt x="0" y="200"/>
                    <a:pt x="34" y="267"/>
                    <a:pt x="134" y="267"/>
                  </a:cubicBezTo>
                  <a:cubicBezTo>
                    <a:pt x="467" y="334"/>
                    <a:pt x="734" y="567"/>
                    <a:pt x="901" y="901"/>
                  </a:cubicBezTo>
                  <a:cubicBezTo>
                    <a:pt x="901" y="934"/>
                    <a:pt x="968" y="968"/>
                    <a:pt x="1001" y="968"/>
                  </a:cubicBezTo>
                  <a:lnTo>
                    <a:pt x="1068" y="968"/>
                  </a:lnTo>
                  <a:cubicBezTo>
                    <a:pt x="1134" y="934"/>
                    <a:pt x="1168" y="868"/>
                    <a:pt x="1134" y="801"/>
                  </a:cubicBezTo>
                  <a:cubicBezTo>
                    <a:pt x="934" y="401"/>
                    <a:pt x="567" y="10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36"/>
            <p:cNvSpPr/>
            <p:nvPr/>
          </p:nvSpPr>
          <p:spPr>
            <a:xfrm>
              <a:off x="2174545" y="1212877"/>
              <a:ext cx="240013" cy="320890"/>
            </a:xfrm>
            <a:custGeom>
              <a:avLst/>
              <a:gdLst/>
              <a:ahLst/>
              <a:cxnLst/>
              <a:rect l="l" t="t" r="r" b="b"/>
              <a:pathLst>
                <a:path w="8443" h="11288" extrusionOk="0">
                  <a:moveTo>
                    <a:pt x="3790" y="0"/>
                  </a:moveTo>
                  <a:cubicBezTo>
                    <a:pt x="1809" y="0"/>
                    <a:pt x="0" y="1639"/>
                    <a:pt x="103" y="3856"/>
                  </a:cubicBezTo>
                  <a:cubicBezTo>
                    <a:pt x="137" y="6691"/>
                    <a:pt x="37" y="8359"/>
                    <a:pt x="1371" y="9960"/>
                  </a:cubicBezTo>
                  <a:cubicBezTo>
                    <a:pt x="2121" y="10868"/>
                    <a:pt x="3150" y="11288"/>
                    <a:pt x="4170" y="11288"/>
                  </a:cubicBezTo>
                  <a:cubicBezTo>
                    <a:pt x="5736" y="11288"/>
                    <a:pt x="7277" y="10297"/>
                    <a:pt x="7742" y="8559"/>
                  </a:cubicBezTo>
                  <a:cubicBezTo>
                    <a:pt x="8443" y="6057"/>
                    <a:pt x="8242" y="1821"/>
                    <a:pt x="5541" y="453"/>
                  </a:cubicBezTo>
                  <a:cubicBezTo>
                    <a:pt x="4972" y="142"/>
                    <a:pt x="4373" y="0"/>
                    <a:pt x="3790" y="0"/>
                  </a:cubicBezTo>
                  <a:close/>
                </a:path>
              </a:pathLst>
            </a:custGeom>
            <a:solidFill>
              <a:srgbClr val="F6B2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6"/>
            <p:cNvSpPr/>
            <p:nvPr/>
          </p:nvSpPr>
          <p:spPr>
            <a:xfrm>
              <a:off x="2080734" y="1133962"/>
              <a:ext cx="414416" cy="357931"/>
            </a:xfrm>
            <a:custGeom>
              <a:avLst/>
              <a:gdLst/>
              <a:ahLst/>
              <a:cxnLst/>
              <a:rect l="l" t="t" r="r" b="b"/>
              <a:pathLst>
                <a:path w="14578" h="12591" extrusionOk="0">
                  <a:moveTo>
                    <a:pt x="8828" y="0"/>
                  </a:moveTo>
                  <a:cubicBezTo>
                    <a:pt x="7667" y="0"/>
                    <a:pt x="7306" y="1128"/>
                    <a:pt x="7306" y="1128"/>
                  </a:cubicBezTo>
                  <a:cubicBezTo>
                    <a:pt x="7306" y="1128"/>
                    <a:pt x="7751" y="733"/>
                    <a:pt x="8419" y="733"/>
                  </a:cubicBezTo>
                  <a:cubicBezTo>
                    <a:pt x="8979" y="733"/>
                    <a:pt x="9697" y="1010"/>
                    <a:pt x="10442" y="2028"/>
                  </a:cubicBezTo>
                  <a:cubicBezTo>
                    <a:pt x="10913" y="2660"/>
                    <a:pt x="10694" y="2879"/>
                    <a:pt x="10102" y="2879"/>
                  </a:cubicBezTo>
                  <a:cubicBezTo>
                    <a:pt x="8768" y="2879"/>
                    <a:pt x="5539" y="1770"/>
                    <a:pt x="4024" y="1770"/>
                  </a:cubicBezTo>
                  <a:cubicBezTo>
                    <a:pt x="3832" y="1770"/>
                    <a:pt x="3667" y="1788"/>
                    <a:pt x="3537" y="1828"/>
                  </a:cubicBezTo>
                  <a:cubicBezTo>
                    <a:pt x="1902" y="2329"/>
                    <a:pt x="1068" y="4430"/>
                    <a:pt x="2036" y="5564"/>
                  </a:cubicBezTo>
                  <a:cubicBezTo>
                    <a:pt x="1" y="6798"/>
                    <a:pt x="4171" y="12402"/>
                    <a:pt x="4171" y="12402"/>
                  </a:cubicBezTo>
                  <a:cubicBezTo>
                    <a:pt x="4604" y="12531"/>
                    <a:pt x="5004" y="12590"/>
                    <a:pt x="5372" y="12590"/>
                  </a:cubicBezTo>
                  <a:cubicBezTo>
                    <a:pt x="8440" y="12590"/>
                    <a:pt x="9338" y="8508"/>
                    <a:pt x="9041" y="6632"/>
                  </a:cubicBezTo>
                  <a:cubicBezTo>
                    <a:pt x="11509" y="6398"/>
                    <a:pt x="14578" y="3896"/>
                    <a:pt x="11342" y="1228"/>
                  </a:cubicBezTo>
                  <a:cubicBezTo>
                    <a:pt x="10248" y="304"/>
                    <a:pt x="9430" y="0"/>
                    <a:pt x="88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6"/>
            <p:cNvSpPr/>
            <p:nvPr/>
          </p:nvSpPr>
          <p:spPr>
            <a:xfrm>
              <a:off x="2291808" y="1346145"/>
              <a:ext cx="69647" cy="87926"/>
            </a:xfrm>
            <a:custGeom>
              <a:avLst/>
              <a:gdLst/>
              <a:ahLst/>
              <a:cxnLst/>
              <a:rect l="l" t="t" r="r" b="b"/>
              <a:pathLst>
                <a:path w="2450" h="3093" extrusionOk="0">
                  <a:moveTo>
                    <a:pt x="1054" y="0"/>
                  </a:moveTo>
                  <a:cubicBezTo>
                    <a:pt x="425" y="0"/>
                    <a:pt x="1" y="625"/>
                    <a:pt x="148" y="1302"/>
                  </a:cubicBezTo>
                  <a:cubicBezTo>
                    <a:pt x="248" y="1936"/>
                    <a:pt x="582" y="2503"/>
                    <a:pt x="1115" y="2904"/>
                  </a:cubicBezTo>
                  <a:cubicBezTo>
                    <a:pt x="1290" y="3035"/>
                    <a:pt x="1461" y="3093"/>
                    <a:pt x="1618" y="3093"/>
                  </a:cubicBezTo>
                  <a:cubicBezTo>
                    <a:pt x="2058" y="3093"/>
                    <a:pt x="2392" y="2636"/>
                    <a:pt x="2416" y="2070"/>
                  </a:cubicBezTo>
                  <a:cubicBezTo>
                    <a:pt x="2450" y="1336"/>
                    <a:pt x="2116" y="202"/>
                    <a:pt x="1315" y="35"/>
                  </a:cubicBezTo>
                  <a:cubicBezTo>
                    <a:pt x="1225" y="11"/>
                    <a:pt x="1138" y="0"/>
                    <a:pt x="1054" y="0"/>
                  </a:cubicBezTo>
                  <a:close/>
                </a:path>
              </a:pathLst>
            </a:custGeom>
            <a:solidFill>
              <a:srgbClr val="F6B2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6"/>
            <p:cNvSpPr/>
            <p:nvPr/>
          </p:nvSpPr>
          <p:spPr>
            <a:xfrm>
              <a:off x="1406519" y="2290649"/>
              <a:ext cx="824085" cy="1725862"/>
            </a:xfrm>
            <a:custGeom>
              <a:avLst/>
              <a:gdLst/>
              <a:ahLst/>
              <a:cxnLst/>
              <a:rect l="l" t="t" r="r" b="b"/>
              <a:pathLst>
                <a:path w="28989" h="60711" extrusionOk="0">
                  <a:moveTo>
                    <a:pt x="19215" y="0"/>
                  </a:moveTo>
                  <a:cubicBezTo>
                    <a:pt x="19215" y="0"/>
                    <a:pt x="16780" y="19481"/>
                    <a:pt x="15345" y="29021"/>
                  </a:cubicBezTo>
                  <a:cubicBezTo>
                    <a:pt x="14011" y="37794"/>
                    <a:pt x="1" y="58009"/>
                    <a:pt x="1" y="58009"/>
                  </a:cubicBezTo>
                  <a:lnTo>
                    <a:pt x="4471" y="60710"/>
                  </a:lnTo>
                  <a:cubicBezTo>
                    <a:pt x="4471" y="60710"/>
                    <a:pt x="21883" y="39329"/>
                    <a:pt x="24051" y="30522"/>
                  </a:cubicBezTo>
                  <a:cubicBezTo>
                    <a:pt x="26020" y="22450"/>
                    <a:pt x="28988" y="1168"/>
                    <a:pt x="28988" y="1168"/>
                  </a:cubicBezTo>
                  <a:lnTo>
                    <a:pt x="192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6"/>
            <p:cNvSpPr/>
            <p:nvPr/>
          </p:nvSpPr>
          <p:spPr>
            <a:xfrm>
              <a:off x="2080734" y="2514430"/>
              <a:ext cx="109076" cy="573724"/>
            </a:xfrm>
            <a:custGeom>
              <a:avLst/>
              <a:gdLst/>
              <a:ahLst/>
              <a:cxnLst/>
              <a:rect l="l" t="t" r="r" b="b"/>
              <a:pathLst>
                <a:path w="3837" h="20182" extrusionOk="0">
                  <a:moveTo>
                    <a:pt x="2636" y="1"/>
                  </a:moveTo>
                  <a:cubicBezTo>
                    <a:pt x="2469" y="1"/>
                    <a:pt x="2269" y="67"/>
                    <a:pt x="2169" y="201"/>
                  </a:cubicBezTo>
                  <a:cubicBezTo>
                    <a:pt x="1035" y="1268"/>
                    <a:pt x="1035" y="3103"/>
                    <a:pt x="801" y="4504"/>
                  </a:cubicBezTo>
                  <a:cubicBezTo>
                    <a:pt x="101" y="8807"/>
                    <a:pt x="1" y="13210"/>
                    <a:pt x="468" y="17547"/>
                  </a:cubicBezTo>
                  <a:cubicBezTo>
                    <a:pt x="535" y="18280"/>
                    <a:pt x="635" y="19048"/>
                    <a:pt x="801" y="19781"/>
                  </a:cubicBezTo>
                  <a:cubicBezTo>
                    <a:pt x="801" y="19915"/>
                    <a:pt x="835" y="20048"/>
                    <a:pt x="902" y="20182"/>
                  </a:cubicBezTo>
                  <a:cubicBezTo>
                    <a:pt x="1869" y="15512"/>
                    <a:pt x="2970" y="8674"/>
                    <a:pt x="3837" y="3036"/>
                  </a:cubicBezTo>
                  <a:cubicBezTo>
                    <a:pt x="3837" y="3003"/>
                    <a:pt x="3837" y="2969"/>
                    <a:pt x="3837" y="2936"/>
                  </a:cubicBezTo>
                  <a:cubicBezTo>
                    <a:pt x="3837" y="1969"/>
                    <a:pt x="3537" y="1001"/>
                    <a:pt x="3003" y="201"/>
                  </a:cubicBezTo>
                  <a:cubicBezTo>
                    <a:pt x="2936" y="67"/>
                    <a:pt x="2803" y="1"/>
                    <a:pt x="26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6"/>
            <p:cNvSpPr/>
            <p:nvPr/>
          </p:nvSpPr>
          <p:spPr>
            <a:xfrm>
              <a:off x="2099724" y="2308672"/>
              <a:ext cx="303464" cy="1986627"/>
            </a:xfrm>
            <a:custGeom>
              <a:avLst/>
              <a:gdLst/>
              <a:ahLst/>
              <a:cxnLst/>
              <a:rect l="l" t="t" r="r" b="b"/>
              <a:pathLst>
                <a:path w="10675" h="69884" extrusionOk="0">
                  <a:moveTo>
                    <a:pt x="0" y="0"/>
                  </a:moveTo>
                  <a:cubicBezTo>
                    <a:pt x="0" y="0"/>
                    <a:pt x="1434" y="21049"/>
                    <a:pt x="1434" y="30755"/>
                  </a:cubicBezTo>
                  <a:cubicBezTo>
                    <a:pt x="1434" y="39662"/>
                    <a:pt x="1368" y="69883"/>
                    <a:pt x="1368" y="69883"/>
                  </a:cubicBezTo>
                  <a:lnTo>
                    <a:pt x="6204" y="69883"/>
                  </a:lnTo>
                  <a:cubicBezTo>
                    <a:pt x="6204" y="69883"/>
                    <a:pt x="9607" y="39695"/>
                    <a:pt x="10141" y="30655"/>
                  </a:cubicBezTo>
                  <a:cubicBezTo>
                    <a:pt x="10674" y="21983"/>
                    <a:pt x="9974" y="1201"/>
                    <a:pt x="9974" y="120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67" name="Google Shape;667;p36"/>
            <p:cNvGrpSpPr/>
            <p:nvPr/>
          </p:nvGrpSpPr>
          <p:grpSpPr>
            <a:xfrm>
              <a:off x="967485" y="768697"/>
              <a:ext cx="610708" cy="327883"/>
              <a:chOff x="967485" y="768697"/>
              <a:chExt cx="610708" cy="327883"/>
            </a:xfrm>
          </p:grpSpPr>
          <p:sp>
            <p:nvSpPr>
              <p:cNvPr id="668" name="Google Shape;668;p36"/>
              <p:cNvSpPr/>
              <p:nvPr/>
            </p:nvSpPr>
            <p:spPr>
              <a:xfrm>
                <a:off x="967485" y="817053"/>
                <a:ext cx="104329" cy="22770"/>
              </a:xfrm>
              <a:custGeom>
                <a:avLst/>
                <a:gdLst/>
                <a:ahLst/>
                <a:cxnLst/>
                <a:rect l="l" t="t" r="r" b="b"/>
                <a:pathLst>
                  <a:path w="3670" h="801" extrusionOk="0">
                    <a:moveTo>
                      <a:pt x="2502" y="0"/>
                    </a:moveTo>
                    <a:lnTo>
                      <a:pt x="1" y="801"/>
                    </a:lnTo>
                    <a:lnTo>
                      <a:pt x="3670" y="601"/>
                    </a:lnTo>
                    <a:lnTo>
                      <a:pt x="250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36"/>
              <p:cNvSpPr/>
              <p:nvPr/>
            </p:nvSpPr>
            <p:spPr>
              <a:xfrm>
                <a:off x="1071785" y="827485"/>
                <a:ext cx="110043" cy="2277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801" extrusionOk="0">
                    <a:moveTo>
                      <a:pt x="3870" y="0"/>
                    </a:moveTo>
                    <a:lnTo>
                      <a:pt x="1" y="234"/>
                    </a:lnTo>
                    <a:lnTo>
                      <a:pt x="1168" y="801"/>
                    </a:lnTo>
                    <a:lnTo>
                      <a:pt x="387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36"/>
              <p:cNvSpPr/>
              <p:nvPr/>
            </p:nvSpPr>
            <p:spPr>
              <a:xfrm>
                <a:off x="1316461" y="768697"/>
                <a:ext cx="127071" cy="26580"/>
              </a:xfrm>
              <a:custGeom>
                <a:avLst/>
                <a:gdLst/>
                <a:ahLst/>
                <a:cxnLst/>
                <a:rect l="l" t="t" r="r" b="b"/>
                <a:pathLst>
                  <a:path w="4470" h="935" extrusionOk="0">
                    <a:moveTo>
                      <a:pt x="3069" y="0"/>
                    </a:moveTo>
                    <a:lnTo>
                      <a:pt x="0" y="934"/>
                    </a:lnTo>
                    <a:lnTo>
                      <a:pt x="4470" y="634"/>
                    </a:lnTo>
                    <a:lnTo>
                      <a:pt x="30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36"/>
              <p:cNvSpPr/>
              <p:nvPr/>
            </p:nvSpPr>
            <p:spPr>
              <a:xfrm>
                <a:off x="1443503" y="778164"/>
                <a:ext cx="134689" cy="26580"/>
              </a:xfrm>
              <a:custGeom>
                <a:avLst/>
                <a:gdLst/>
                <a:ahLst/>
                <a:cxnLst/>
                <a:rect l="l" t="t" r="r" b="b"/>
                <a:pathLst>
                  <a:path w="4738" h="935" extrusionOk="0">
                    <a:moveTo>
                      <a:pt x="4738" y="1"/>
                    </a:moveTo>
                    <a:lnTo>
                      <a:pt x="1" y="301"/>
                    </a:lnTo>
                    <a:lnTo>
                      <a:pt x="1402" y="935"/>
                    </a:lnTo>
                    <a:lnTo>
                      <a:pt x="473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36"/>
              <p:cNvSpPr/>
              <p:nvPr/>
            </p:nvSpPr>
            <p:spPr>
              <a:xfrm>
                <a:off x="1003531" y="968770"/>
                <a:ext cx="72092" cy="16147"/>
              </a:xfrm>
              <a:custGeom>
                <a:avLst/>
                <a:gdLst/>
                <a:ahLst/>
                <a:cxnLst/>
                <a:rect l="l" t="t" r="r" b="b"/>
                <a:pathLst>
                  <a:path w="2536" h="568" extrusionOk="0">
                    <a:moveTo>
                      <a:pt x="1735" y="0"/>
                    </a:moveTo>
                    <a:lnTo>
                      <a:pt x="0" y="567"/>
                    </a:lnTo>
                    <a:lnTo>
                      <a:pt x="0" y="567"/>
                    </a:lnTo>
                    <a:lnTo>
                      <a:pt x="2535" y="534"/>
                    </a:lnTo>
                    <a:lnTo>
                      <a:pt x="173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36"/>
              <p:cNvSpPr/>
              <p:nvPr/>
            </p:nvSpPr>
            <p:spPr>
              <a:xfrm>
                <a:off x="1075595" y="983950"/>
                <a:ext cx="75873" cy="16147"/>
              </a:xfrm>
              <a:custGeom>
                <a:avLst/>
                <a:gdLst/>
                <a:ahLst/>
                <a:cxnLst/>
                <a:rect l="l" t="t" r="r" b="b"/>
                <a:pathLst>
                  <a:path w="2669" h="568" extrusionOk="0">
                    <a:moveTo>
                      <a:pt x="0" y="0"/>
                    </a:moveTo>
                    <a:lnTo>
                      <a:pt x="834" y="567"/>
                    </a:lnTo>
                    <a:lnTo>
                      <a:pt x="26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36"/>
              <p:cNvSpPr/>
              <p:nvPr/>
            </p:nvSpPr>
            <p:spPr>
              <a:xfrm>
                <a:off x="1054729" y="794140"/>
                <a:ext cx="406826" cy="302440"/>
              </a:xfrm>
              <a:custGeom>
                <a:avLst/>
                <a:gdLst/>
                <a:ahLst/>
                <a:cxnLst/>
                <a:rect l="l" t="t" r="r" b="b"/>
                <a:pathLst>
                  <a:path w="14311" h="10639" extrusionOk="0">
                    <a:moveTo>
                      <a:pt x="13672" y="1"/>
                    </a:moveTo>
                    <a:cubicBezTo>
                      <a:pt x="13652" y="1"/>
                      <a:pt x="13631" y="2"/>
                      <a:pt x="13610" y="6"/>
                    </a:cubicBezTo>
                    <a:cubicBezTo>
                      <a:pt x="13443" y="6"/>
                      <a:pt x="13277" y="172"/>
                      <a:pt x="13277" y="373"/>
                    </a:cubicBezTo>
                    <a:cubicBezTo>
                      <a:pt x="13277" y="373"/>
                      <a:pt x="13277" y="406"/>
                      <a:pt x="13277" y="406"/>
                    </a:cubicBezTo>
                    <a:cubicBezTo>
                      <a:pt x="13076" y="506"/>
                      <a:pt x="12943" y="706"/>
                      <a:pt x="12943" y="940"/>
                    </a:cubicBezTo>
                    <a:lnTo>
                      <a:pt x="12943" y="2374"/>
                    </a:lnTo>
                    <a:lnTo>
                      <a:pt x="9974" y="4442"/>
                    </a:lnTo>
                    <a:cubicBezTo>
                      <a:pt x="9880" y="4419"/>
                      <a:pt x="9786" y="4395"/>
                      <a:pt x="9691" y="4395"/>
                    </a:cubicBezTo>
                    <a:cubicBezTo>
                      <a:pt x="9652" y="4395"/>
                      <a:pt x="9613" y="4399"/>
                      <a:pt x="9574" y="4409"/>
                    </a:cubicBezTo>
                    <a:lnTo>
                      <a:pt x="4103" y="4909"/>
                    </a:lnTo>
                    <a:cubicBezTo>
                      <a:pt x="4003" y="4943"/>
                      <a:pt x="3870" y="4976"/>
                      <a:pt x="3770" y="5043"/>
                    </a:cubicBezTo>
                    <a:lnTo>
                      <a:pt x="1135" y="3642"/>
                    </a:lnTo>
                    <a:lnTo>
                      <a:pt x="1101" y="2341"/>
                    </a:lnTo>
                    <a:cubicBezTo>
                      <a:pt x="1101" y="2141"/>
                      <a:pt x="1001" y="2007"/>
                      <a:pt x="834" y="1940"/>
                    </a:cubicBezTo>
                    <a:lnTo>
                      <a:pt x="834" y="1907"/>
                    </a:lnTo>
                    <a:cubicBezTo>
                      <a:pt x="834" y="1758"/>
                      <a:pt x="727" y="1635"/>
                      <a:pt x="585" y="1635"/>
                    </a:cubicBezTo>
                    <a:cubicBezTo>
                      <a:pt x="569" y="1635"/>
                      <a:pt x="552" y="1637"/>
                      <a:pt x="534" y="1640"/>
                    </a:cubicBezTo>
                    <a:cubicBezTo>
                      <a:pt x="367" y="1640"/>
                      <a:pt x="234" y="1807"/>
                      <a:pt x="267" y="1974"/>
                    </a:cubicBezTo>
                    <a:cubicBezTo>
                      <a:pt x="267" y="1974"/>
                      <a:pt x="267" y="1974"/>
                      <a:pt x="267" y="2007"/>
                    </a:cubicBezTo>
                    <a:cubicBezTo>
                      <a:pt x="101" y="2107"/>
                      <a:pt x="0" y="2274"/>
                      <a:pt x="0" y="2474"/>
                    </a:cubicBezTo>
                    <a:lnTo>
                      <a:pt x="67" y="4609"/>
                    </a:lnTo>
                    <a:cubicBezTo>
                      <a:pt x="67" y="4776"/>
                      <a:pt x="167" y="4909"/>
                      <a:pt x="301" y="4976"/>
                    </a:cubicBezTo>
                    <a:lnTo>
                      <a:pt x="467" y="6010"/>
                    </a:lnTo>
                    <a:cubicBezTo>
                      <a:pt x="483" y="6106"/>
                      <a:pt x="569" y="6156"/>
                      <a:pt x="653" y="6156"/>
                    </a:cubicBezTo>
                    <a:cubicBezTo>
                      <a:pt x="744" y="6156"/>
                      <a:pt x="834" y="6098"/>
                      <a:pt x="834" y="5977"/>
                    </a:cubicBezTo>
                    <a:lnTo>
                      <a:pt x="934" y="4943"/>
                    </a:lnTo>
                    <a:cubicBezTo>
                      <a:pt x="1068" y="4842"/>
                      <a:pt x="1168" y="4676"/>
                      <a:pt x="1168" y="4509"/>
                    </a:cubicBezTo>
                    <a:lnTo>
                      <a:pt x="1168" y="4309"/>
                    </a:lnTo>
                    <a:lnTo>
                      <a:pt x="3370" y="5476"/>
                    </a:lnTo>
                    <a:cubicBezTo>
                      <a:pt x="3269" y="5710"/>
                      <a:pt x="3269" y="5977"/>
                      <a:pt x="3370" y="6210"/>
                    </a:cubicBezTo>
                    <a:lnTo>
                      <a:pt x="3570" y="6610"/>
                    </a:lnTo>
                    <a:lnTo>
                      <a:pt x="3703" y="6911"/>
                    </a:lnTo>
                    <a:cubicBezTo>
                      <a:pt x="3736" y="6944"/>
                      <a:pt x="3770" y="7011"/>
                      <a:pt x="3803" y="7044"/>
                    </a:cubicBezTo>
                    <a:lnTo>
                      <a:pt x="3837" y="7077"/>
                    </a:lnTo>
                    <a:lnTo>
                      <a:pt x="1168" y="7811"/>
                    </a:lnTo>
                    <a:lnTo>
                      <a:pt x="1168" y="7478"/>
                    </a:lnTo>
                    <a:cubicBezTo>
                      <a:pt x="1168" y="7311"/>
                      <a:pt x="1068" y="7177"/>
                      <a:pt x="901" y="7144"/>
                    </a:cubicBezTo>
                    <a:lnTo>
                      <a:pt x="901" y="7111"/>
                    </a:lnTo>
                    <a:cubicBezTo>
                      <a:pt x="901" y="6977"/>
                      <a:pt x="801" y="6877"/>
                      <a:pt x="668" y="6877"/>
                    </a:cubicBezTo>
                    <a:cubicBezTo>
                      <a:pt x="534" y="6877"/>
                      <a:pt x="434" y="7011"/>
                      <a:pt x="434" y="7144"/>
                    </a:cubicBezTo>
                    <a:cubicBezTo>
                      <a:pt x="434" y="7144"/>
                      <a:pt x="434" y="7177"/>
                      <a:pt x="434" y="7177"/>
                    </a:cubicBezTo>
                    <a:cubicBezTo>
                      <a:pt x="301" y="7244"/>
                      <a:pt x="201" y="7411"/>
                      <a:pt x="201" y="7544"/>
                    </a:cubicBezTo>
                    <a:lnTo>
                      <a:pt x="267" y="9379"/>
                    </a:lnTo>
                    <a:cubicBezTo>
                      <a:pt x="267" y="9512"/>
                      <a:pt x="334" y="9613"/>
                      <a:pt x="467" y="9679"/>
                    </a:cubicBezTo>
                    <a:lnTo>
                      <a:pt x="634" y="10513"/>
                    </a:lnTo>
                    <a:cubicBezTo>
                      <a:pt x="634" y="10597"/>
                      <a:pt x="701" y="10638"/>
                      <a:pt x="772" y="10638"/>
                    </a:cubicBezTo>
                    <a:cubicBezTo>
                      <a:pt x="843" y="10638"/>
                      <a:pt x="918" y="10597"/>
                      <a:pt x="934" y="10513"/>
                    </a:cubicBezTo>
                    <a:lnTo>
                      <a:pt x="1001" y="9646"/>
                    </a:lnTo>
                    <a:cubicBezTo>
                      <a:pt x="1135" y="9579"/>
                      <a:pt x="1201" y="9446"/>
                      <a:pt x="1201" y="9312"/>
                    </a:cubicBezTo>
                    <a:lnTo>
                      <a:pt x="1168" y="8378"/>
                    </a:lnTo>
                    <a:lnTo>
                      <a:pt x="4470" y="7478"/>
                    </a:lnTo>
                    <a:lnTo>
                      <a:pt x="4537" y="7511"/>
                    </a:lnTo>
                    <a:cubicBezTo>
                      <a:pt x="4604" y="7544"/>
                      <a:pt x="4670" y="7544"/>
                      <a:pt x="4737" y="7578"/>
                    </a:cubicBezTo>
                    <a:cubicBezTo>
                      <a:pt x="4871" y="7611"/>
                      <a:pt x="5004" y="7611"/>
                      <a:pt x="5171" y="7611"/>
                    </a:cubicBezTo>
                    <a:lnTo>
                      <a:pt x="5304" y="7611"/>
                    </a:lnTo>
                    <a:cubicBezTo>
                      <a:pt x="5553" y="8202"/>
                      <a:pt x="6120" y="8619"/>
                      <a:pt x="6763" y="8619"/>
                    </a:cubicBezTo>
                    <a:cubicBezTo>
                      <a:pt x="6810" y="8619"/>
                      <a:pt x="6858" y="8616"/>
                      <a:pt x="6905" y="8612"/>
                    </a:cubicBezTo>
                    <a:cubicBezTo>
                      <a:pt x="7639" y="8545"/>
                      <a:pt x="8273" y="8078"/>
                      <a:pt x="8507" y="7378"/>
                    </a:cubicBezTo>
                    <a:lnTo>
                      <a:pt x="8673" y="7378"/>
                    </a:lnTo>
                    <a:cubicBezTo>
                      <a:pt x="8873" y="7344"/>
                      <a:pt x="9040" y="7311"/>
                      <a:pt x="9207" y="7244"/>
                    </a:cubicBezTo>
                    <a:cubicBezTo>
                      <a:pt x="9307" y="7211"/>
                      <a:pt x="9374" y="7177"/>
                      <a:pt x="9441" y="7111"/>
                    </a:cubicBezTo>
                    <a:lnTo>
                      <a:pt x="13110" y="7544"/>
                    </a:lnTo>
                    <a:lnTo>
                      <a:pt x="13110" y="8545"/>
                    </a:lnTo>
                    <a:cubicBezTo>
                      <a:pt x="13110" y="8712"/>
                      <a:pt x="13210" y="8845"/>
                      <a:pt x="13343" y="8912"/>
                    </a:cubicBezTo>
                    <a:lnTo>
                      <a:pt x="13477" y="9846"/>
                    </a:lnTo>
                    <a:cubicBezTo>
                      <a:pt x="13510" y="9946"/>
                      <a:pt x="13593" y="9996"/>
                      <a:pt x="13673" y="9996"/>
                    </a:cubicBezTo>
                    <a:cubicBezTo>
                      <a:pt x="13752" y="9996"/>
                      <a:pt x="13827" y="9946"/>
                      <a:pt x="13844" y="9846"/>
                    </a:cubicBezTo>
                    <a:lnTo>
                      <a:pt x="14010" y="8879"/>
                    </a:lnTo>
                    <a:cubicBezTo>
                      <a:pt x="14144" y="8812"/>
                      <a:pt x="14244" y="8679"/>
                      <a:pt x="14244" y="8512"/>
                    </a:cubicBezTo>
                    <a:lnTo>
                      <a:pt x="14244" y="6477"/>
                    </a:lnTo>
                    <a:cubicBezTo>
                      <a:pt x="14244" y="6310"/>
                      <a:pt x="14144" y="6143"/>
                      <a:pt x="13977" y="6077"/>
                    </a:cubicBezTo>
                    <a:cubicBezTo>
                      <a:pt x="13977" y="6077"/>
                      <a:pt x="13977" y="6077"/>
                      <a:pt x="13977" y="6043"/>
                    </a:cubicBezTo>
                    <a:cubicBezTo>
                      <a:pt x="13948" y="5898"/>
                      <a:pt x="13843" y="5803"/>
                      <a:pt x="13728" y="5803"/>
                    </a:cubicBezTo>
                    <a:cubicBezTo>
                      <a:pt x="13711" y="5803"/>
                      <a:pt x="13694" y="5806"/>
                      <a:pt x="13677" y="5810"/>
                    </a:cubicBezTo>
                    <a:cubicBezTo>
                      <a:pt x="13510" y="5810"/>
                      <a:pt x="13377" y="5943"/>
                      <a:pt x="13377" y="6110"/>
                    </a:cubicBezTo>
                    <a:lnTo>
                      <a:pt x="13377" y="6143"/>
                    </a:lnTo>
                    <a:cubicBezTo>
                      <a:pt x="13210" y="6210"/>
                      <a:pt x="13076" y="6377"/>
                      <a:pt x="13076" y="6544"/>
                    </a:cubicBezTo>
                    <a:lnTo>
                      <a:pt x="13076" y="6944"/>
                    </a:lnTo>
                    <a:lnTo>
                      <a:pt x="9974" y="6577"/>
                    </a:lnTo>
                    <a:cubicBezTo>
                      <a:pt x="10041" y="6510"/>
                      <a:pt x="10074" y="6444"/>
                      <a:pt x="10108" y="6344"/>
                    </a:cubicBezTo>
                    <a:lnTo>
                      <a:pt x="10241" y="6043"/>
                    </a:lnTo>
                    <a:lnTo>
                      <a:pt x="10475" y="5576"/>
                    </a:lnTo>
                    <a:cubicBezTo>
                      <a:pt x="10575" y="5343"/>
                      <a:pt x="10575" y="5043"/>
                      <a:pt x="10475" y="4809"/>
                    </a:cubicBezTo>
                    <a:lnTo>
                      <a:pt x="12976" y="3041"/>
                    </a:lnTo>
                    <a:lnTo>
                      <a:pt x="12976" y="3308"/>
                    </a:lnTo>
                    <a:cubicBezTo>
                      <a:pt x="12943" y="3475"/>
                      <a:pt x="13076" y="3642"/>
                      <a:pt x="13243" y="3708"/>
                    </a:cubicBezTo>
                    <a:lnTo>
                      <a:pt x="13443" y="4842"/>
                    </a:lnTo>
                    <a:cubicBezTo>
                      <a:pt x="13459" y="4951"/>
                      <a:pt x="13539" y="5002"/>
                      <a:pt x="13624" y="5002"/>
                    </a:cubicBezTo>
                    <a:cubicBezTo>
                      <a:pt x="13722" y="5002"/>
                      <a:pt x="13826" y="4934"/>
                      <a:pt x="13844" y="4809"/>
                    </a:cubicBezTo>
                    <a:lnTo>
                      <a:pt x="14010" y="3642"/>
                    </a:lnTo>
                    <a:cubicBezTo>
                      <a:pt x="14177" y="3542"/>
                      <a:pt x="14311" y="3375"/>
                      <a:pt x="14311" y="3175"/>
                    </a:cubicBezTo>
                    <a:lnTo>
                      <a:pt x="14311" y="740"/>
                    </a:lnTo>
                    <a:cubicBezTo>
                      <a:pt x="14311" y="539"/>
                      <a:pt x="14177" y="373"/>
                      <a:pt x="13977" y="339"/>
                    </a:cubicBezTo>
                    <a:cubicBezTo>
                      <a:pt x="13977" y="306"/>
                      <a:pt x="13977" y="306"/>
                      <a:pt x="13977" y="273"/>
                    </a:cubicBezTo>
                    <a:cubicBezTo>
                      <a:pt x="13977" y="123"/>
                      <a:pt x="13843" y="1"/>
                      <a:pt x="1367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Google Shape;675;p36"/>
              <p:cNvSpPr/>
              <p:nvPr/>
            </p:nvSpPr>
            <p:spPr>
              <a:xfrm>
                <a:off x="1355321" y="937471"/>
                <a:ext cx="88211" cy="17113"/>
              </a:xfrm>
              <a:custGeom>
                <a:avLst/>
                <a:gdLst/>
                <a:ahLst/>
                <a:cxnLst/>
                <a:rect l="l" t="t" r="r" b="b"/>
                <a:pathLst>
                  <a:path w="3103" h="602" extrusionOk="0">
                    <a:moveTo>
                      <a:pt x="2136" y="1"/>
                    </a:moveTo>
                    <a:lnTo>
                      <a:pt x="1" y="601"/>
                    </a:lnTo>
                    <a:lnTo>
                      <a:pt x="3103" y="568"/>
                    </a:lnTo>
                    <a:lnTo>
                      <a:pt x="213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Google Shape;676;p36"/>
              <p:cNvSpPr/>
              <p:nvPr/>
            </p:nvSpPr>
            <p:spPr>
              <a:xfrm>
                <a:off x="1443503" y="952652"/>
                <a:ext cx="92020" cy="18051"/>
              </a:xfrm>
              <a:custGeom>
                <a:avLst/>
                <a:gdLst/>
                <a:ahLst/>
                <a:cxnLst/>
                <a:rect l="l" t="t" r="r" b="b"/>
                <a:pathLst>
                  <a:path w="3237" h="635" extrusionOk="0">
                    <a:moveTo>
                      <a:pt x="3237" y="0"/>
                    </a:moveTo>
                    <a:lnTo>
                      <a:pt x="1" y="34"/>
                    </a:lnTo>
                    <a:lnTo>
                      <a:pt x="968" y="634"/>
                    </a:lnTo>
                    <a:lnTo>
                      <a:pt x="32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Google Shape;677;p36"/>
              <p:cNvSpPr/>
              <p:nvPr/>
            </p:nvSpPr>
            <p:spPr>
              <a:xfrm>
                <a:off x="967485" y="817053"/>
                <a:ext cx="104329" cy="22770"/>
              </a:xfrm>
              <a:custGeom>
                <a:avLst/>
                <a:gdLst/>
                <a:ahLst/>
                <a:cxnLst/>
                <a:rect l="l" t="t" r="r" b="b"/>
                <a:pathLst>
                  <a:path w="3670" h="801" extrusionOk="0">
                    <a:moveTo>
                      <a:pt x="2502" y="0"/>
                    </a:moveTo>
                    <a:lnTo>
                      <a:pt x="1" y="801"/>
                    </a:lnTo>
                    <a:lnTo>
                      <a:pt x="3670" y="601"/>
                    </a:lnTo>
                    <a:lnTo>
                      <a:pt x="250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Google Shape;678;p36"/>
              <p:cNvSpPr/>
              <p:nvPr/>
            </p:nvSpPr>
            <p:spPr>
              <a:xfrm>
                <a:off x="1071785" y="827485"/>
                <a:ext cx="110043" cy="2277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801" extrusionOk="0">
                    <a:moveTo>
                      <a:pt x="3870" y="0"/>
                    </a:moveTo>
                    <a:lnTo>
                      <a:pt x="1" y="234"/>
                    </a:lnTo>
                    <a:lnTo>
                      <a:pt x="1168" y="801"/>
                    </a:lnTo>
                    <a:lnTo>
                      <a:pt x="387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Google Shape;679;p36"/>
              <p:cNvSpPr/>
              <p:nvPr/>
            </p:nvSpPr>
            <p:spPr>
              <a:xfrm>
                <a:off x="1316461" y="768697"/>
                <a:ext cx="127071" cy="26580"/>
              </a:xfrm>
              <a:custGeom>
                <a:avLst/>
                <a:gdLst/>
                <a:ahLst/>
                <a:cxnLst/>
                <a:rect l="l" t="t" r="r" b="b"/>
                <a:pathLst>
                  <a:path w="4470" h="935" extrusionOk="0">
                    <a:moveTo>
                      <a:pt x="3069" y="0"/>
                    </a:moveTo>
                    <a:lnTo>
                      <a:pt x="0" y="934"/>
                    </a:lnTo>
                    <a:lnTo>
                      <a:pt x="4470" y="634"/>
                    </a:lnTo>
                    <a:lnTo>
                      <a:pt x="30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Google Shape;680;p36"/>
              <p:cNvSpPr/>
              <p:nvPr/>
            </p:nvSpPr>
            <p:spPr>
              <a:xfrm>
                <a:off x="1443503" y="778164"/>
                <a:ext cx="134689" cy="26580"/>
              </a:xfrm>
              <a:custGeom>
                <a:avLst/>
                <a:gdLst/>
                <a:ahLst/>
                <a:cxnLst/>
                <a:rect l="l" t="t" r="r" b="b"/>
                <a:pathLst>
                  <a:path w="4738" h="935" extrusionOk="0">
                    <a:moveTo>
                      <a:pt x="4738" y="1"/>
                    </a:moveTo>
                    <a:lnTo>
                      <a:pt x="1" y="301"/>
                    </a:lnTo>
                    <a:lnTo>
                      <a:pt x="1402" y="935"/>
                    </a:lnTo>
                    <a:lnTo>
                      <a:pt x="473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Google Shape;681;p36"/>
              <p:cNvSpPr/>
              <p:nvPr/>
            </p:nvSpPr>
            <p:spPr>
              <a:xfrm>
                <a:off x="1003531" y="968770"/>
                <a:ext cx="72092" cy="16147"/>
              </a:xfrm>
              <a:custGeom>
                <a:avLst/>
                <a:gdLst/>
                <a:ahLst/>
                <a:cxnLst/>
                <a:rect l="l" t="t" r="r" b="b"/>
                <a:pathLst>
                  <a:path w="2536" h="568" extrusionOk="0">
                    <a:moveTo>
                      <a:pt x="1735" y="0"/>
                    </a:moveTo>
                    <a:lnTo>
                      <a:pt x="0" y="567"/>
                    </a:lnTo>
                    <a:lnTo>
                      <a:pt x="0" y="567"/>
                    </a:lnTo>
                    <a:lnTo>
                      <a:pt x="2535" y="534"/>
                    </a:lnTo>
                    <a:lnTo>
                      <a:pt x="173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Google Shape;682;p36"/>
              <p:cNvSpPr/>
              <p:nvPr/>
            </p:nvSpPr>
            <p:spPr>
              <a:xfrm>
                <a:off x="1075595" y="983950"/>
                <a:ext cx="75873" cy="16147"/>
              </a:xfrm>
              <a:custGeom>
                <a:avLst/>
                <a:gdLst/>
                <a:ahLst/>
                <a:cxnLst/>
                <a:rect l="l" t="t" r="r" b="b"/>
                <a:pathLst>
                  <a:path w="2669" h="568" extrusionOk="0">
                    <a:moveTo>
                      <a:pt x="0" y="0"/>
                    </a:moveTo>
                    <a:lnTo>
                      <a:pt x="834" y="567"/>
                    </a:lnTo>
                    <a:lnTo>
                      <a:pt x="26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Google Shape;683;p36"/>
              <p:cNvSpPr/>
              <p:nvPr/>
            </p:nvSpPr>
            <p:spPr>
              <a:xfrm>
                <a:off x="1054729" y="794140"/>
                <a:ext cx="406826" cy="302440"/>
              </a:xfrm>
              <a:custGeom>
                <a:avLst/>
                <a:gdLst/>
                <a:ahLst/>
                <a:cxnLst/>
                <a:rect l="l" t="t" r="r" b="b"/>
                <a:pathLst>
                  <a:path w="14311" h="10639" extrusionOk="0">
                    <a:moveTo>
                      <a:pt x="13672" y="1"/>
                    </a:moveTo>
                    <a:cubicBezTo>
                      <a:pt x="13652" y="1"/>
                      <a:pt x="13631" y="2"/>
                      <a:pt x="13610" y="6"/>
                    </a:cubicBezTo>
                    <a:cubicBezTo>
                      <a:pt x="13443" y="6"/>
                      <a:pt x="13277" y="172"/>
                      <a:pt x="13277" y="373"/>
                    </a:cubicBezTo>
                    <a:cubicBezTo>
                      <a:pt x="13277" y="373"/>
                      <a:pt x="13277" y="406"/>
                      <a:pt x="13277" y="406"/>
                    </a:cubicBezTo>
                    <a:cubicBezTo>
                      <a:pt x="13076" y="506"/>
                      <a:pt x="12943" y="706"/>
                      <a:pt x="12943" y="940"/>
                    </a:cubicBezTo>
                    <a:lnTo>
                      <a:pt x="12943" y="2374"/>
                    </a:lnTo>
                    <a:lnTo>
                      <a:pt x="9974" y="4442"/>
                    </a:lnTo>
                    <a:cubicBezTo>
                      <a:pt x="9880" y="4419"/>
                      <a:pt x="9786" y="4395"/>
                      <a:pt x="9691" y="4395"/>
                    </a:cubicBezTo>
                    <a:cubicBezTo>
                      <a:pt x="9652" y="4395"/>
                      <a:pt x="9613" y="4399"/>
                      <a:pt x="9574" y="4409"/>
                    </a:cubicBezTo>
                    <a:lnTo>
                      <a:pt x="4103" y="4909"/>
                    </a:lnTo>
                    <a:cubicBezTo>
                      <a:pt x="4003" y="4943"/>
                      <a:pt x="3870" y="4976"/>
                      <a:pt x="3770" y="5043"/>
                    </a:cubicBezTo>
                    <a:lnTo>
                      <a:pt x="1135" y="3642"/>
                    </a:lnTo>
                    <a:lnTo>
                      <a:pt x="1101" y="2341"/>
                    </a:lnTo>
                    <a:cubicBezTo>
                      <a:pt x="1101" y="2141"/>
                      <a:pt x="1001" y="2007"/>
                      <a:pt x="834" y="1940"/>
                    </a:cubicBezTo>
                    <a:lnTo>
                      <a:pt x="834" y="1907"/>
                    </a:lnTo>
                    <a:cubicBezTo>
                      <a:pt x="834" y="1758"/>
                      <a:pt x="727" y="1635"/>
                      <a:pt x="585" y="1635"/>
                    </a:cubicBezTo>
                    <a:cubicBezTo>
                      <a:pt x="569" y="1635"/>
                      <a:pt x="552" y="1637"/>
                      <a:pt x="534" y="1640"/>
                    </a:cubicBezTo>
                    <a:cubicBezTo>
                      <a:pt x="367" y="1640"/>
                      <a:pt x="234" y="1807"/>
                      <a:pt x="267" y="1974"/>
                    </a:cubicBezTo>
                    <a:cubicBezTo>
                      <a:pt x="267" y="1974"/>
                      <a:pt x="267" y="1974"/>
                      <a:pt x="267" y="2007"/>
                    </a:cubicBezTo>
                    <a:cubicBezTo>
                      <a:pt x="101" y="2107"/>
                      <a:pt x="0" y="2274"/>
                      <a:pt x="0" y="2474"/>
                    </a:cubicBezTo>
                    <a:lnTo>
                      <a:pt x="67" y="4609"/>
                    </a:lnTo>
                    <a:cubicBezTo>
                      <a:pt x="67" y="4776"/>
                      <a:pt x="167" y="4909"/>
                      <a:pt x="301" y="4976"/>
                    </a:cubicBezTo>
                    <a:lnTo>
                      <a:pt x="467" y="6010"/>
                    </a:lnTo>
                    <a:cubicBezTo>
                      <a:pt x="483" y="6106"/>
                      <a:pt x="569" y="6156"/>
                      <a:pt x="653" y="6156"/>
                    </a:cubicBezTo>
                    <a:cubicBezTo>
                      <a:pt x="744" y="6156"/>
                      <a:pt x="834" y="6098"/>
                      <a:pt x="834" y="5977"/>
                    </a:cubicBezTo>
                    <a:lnTo>
                      <a:pt x="934" y="4943"/>
                    </a:lnTo>
                    <a:cubicBezTo>
                      <a:pt x="1068" y="4842"/>
                      <a:pt x="1168" y="4676"/>
                      <a:pt x="1168" y="4509"/>
                    </a:cubicBezTo>
                    <a:lnTo>
                      <a:pt x="1168" y="4309"/>
                    </a:lnTo>
                    <a:lnTo>
                      <a:pt x="3370" y="5476"/>
                    </a:lnTo>
                    <a:cubicBezTo>
                      <a:pt x="3269" y="5710"/>
                      <a:pt x="3269" y="5977"/>
                      <a:pt x="3370" y="6210"/>
                    </a:cubicBezTo>
                    <a:lnTo>
                      <a:pt x="3570" y="6610"/>
                    </a:lnTo>
                    <a:lnTo>
                      <a:pt x="3703" y="6911"/>
                    </a:lnTo>
                    <a:cubicBezTo>
                      <a:pt x="3736" y="6944"/>
                      <a:pt x="3770" y="7011"/>
                      <a:pt x="3803" y="7044"/>
                    </a:cubicBezTo>
                    <a:lnTo>
                      <a:pt x="3837" y="7077"/>
                    </a:lnTo>
                    <a:lnTo>
                      <a:pt x="1168" y="7811"/>
                    </a:lnTo>
                    <a:lnTo>
                      <a:pt x="1168" y="7478"/>
                    </a:lnTo>
                    <a:cubicBezTo>
                      <a:pt x="1168" y="7311"/>
                      <a:pt x="1068" y="7177"/>
                      <a:pt x="901" y="7144"/>
                    </a:cubicBezTo>
                    <a:lnTo>
                      <a:pt x="901" y="7111"/>
                    </a:lnTo>
                    <a:cubicBezTo>
                      <a:pt x="901" y="6977"/>
                      <a:pt x="801" y="6877"/>
                      <a:pt x="668" y="6877"/>
                    </a:cubicBezTo>
                    <a:cubicBezTo>
                      <a:pt x="534" y="6877"/>
                      <a:pt x="434" y="7011"/>
                      <a:pt x="434" y="7144"/>
                    </a:cubicBezTo>
                    <a:cubicBezTo>
                      <a:pt x="434" y="7144"/>
                      <a:pt x="434" y="7177"/>
                      <a:pt x="434" y="7177"/>
                    </a:cubicBezTo>
                    <a:cubicBezTo>
                      <a:pt x="301" y="7244"/>
                      <a:pt x="201" y="7411"/>
                      <a:pt x="201" y="7544"/>
                    </a:cubicBezTo>
                    <a:lnTo>
                      <a:pt x="267" y="9379"/>
                    </a:lnTo>
                    <a:cubicBezTo>
                      <a:pt x="267" y="9512"/>
                      <a:pt x="334" y="9613"/>
                      <a:pt x="467" y="9679"/>
                    </a:cubicBezTo>
                    <a:lnTo>
                      <a:pt x="634" y="10513"/>
                    </a:lnTo>
                    <a:cubicBezTo>
                      <a:pt x="634" y="10597"/>
                      <a:pt x="701" y="10638"/>
                      <a:pt x="772" y="10638"/>
                    </a:cubicBezTo>
                    <a:cubicBezTo>
                      <a:pt x="843" y="10638"/>
                      <a:pt x="918" y="10597"/>
                      <a:pt x="934" y="10513"/>
                    </a:cubicBezTo>
                    <a:lnTo>
                      <a:pt x="1001" y="9646"/>
                    </a:lnTo>
                    <a:cubicBezTo>
                      <a:pt x="1135" y="9579"/>
                      <a:pt x="1201" y="9446"/>
                      <a:pt x="1201" y="9312"/>
                    </a:cubicBezTo>
                    <a:lnTo>
                      <a:pt x="1168" y="8378"/>
                    </a:lnTo>
                    <a:lnTo>
                      <a:pt x="4470" y="7478"/>
                    </a:lnTo>
                    <a:lnTo>
                      <a:pt x="4537" y="7511"/>
                    </a:lnTo>
                    <a:cubicBezTo>
                      <a:pt x="4604" y="7544"/>
                      <a:pt x="4670" y="7544"/>
                      <a:pt x="4737" y="7578"/>
                    </a:cubicBezTo>
                    <a:cubicBezTo>
                      <a:pt x="4871" y="7611"/>
                      <a:pt x="5004" y="7611"/>
                      <a:pt x="5171" y="7611"/>
                    </a:cubicBezTo>
                    <a:lnTo>
                      <a:pt x="5304" y="7611"/>
                    </a:lnTo>
                    <a:cubicBezTo>
                      <a:pt x="5553" y="8202"/>
                      <a:pt x="6120" y="8619"/>
                      <a:pt x="6763" y="8619"/>
                    </a:cubicBezTo>
                    <a:cubicBezTo>
                      <a:pt x="6810" y="8619"/>
                      <a:pt x="6858" y="8616"/>
                      <a:pt x="6905" y="8612"/>
                    </a:cubicBezTo>
                    <a:cubicBezTo>
                      <a:pt x="7639" y="8545"/>
                      <a:pt x="8273" y="8078"/>
                      <a:pt x="8507" y="7378"/>
                    </a:cubicBezTo>
                    <a:lnTo>
                      <a:pt x="8673" y="7378"/>
                    </a:lnTo>
                    <a:cubicBezTo>
                      <a:pt x="8873" y="7344"/>
                      <a:pt x="9040" y="7311"/>
                      <a:pt x="9207" y="7244"/>
                    </a:cubicBezTo>
                    <a:cubicBezTo>
                      <a:pt x="9307" y="7211"/>
                      <a:pt x="9374" y="7177"/>
                      <a:pt x="9441" y="7111"/>
                    </a:cubicBezTo>
                    <a:lnTo>
                      <a:pt x="13110" y="7544"/>
                    </a:lnTo>
                    <a:lnTo>
                      <a:pt x="13110" y="8545"/>
                    </a:lnTo>
                    <a:cubicBezTo>
                      <a:pt x="13110" y="8712"/>
                      <a:pt x="13210" y="8845"/>
                      <a:pt x="13343" y="8912"/>
                    </a:cubicBezTo>
                    <a:lnTo>
                      <a:pt x="13477" y="9846"/>
                    </a:lnTo>
                    <a:cubicBezTo>
                      <a:pt x="13510" y="9946"/>
                      <a:pt x="13593" y="9996"/>
                      <a:pt x="13673" y="9996"/>
                    </a:cubicBezTo>
                    <a:cubicBezTo>
                      <a:pt x="13752" y="9996"/>
                      <a:pt x="13827" y="9946"/>
                      <a:pt x="13844" y="9846"/>
                    </a:cubicBezTo>
                    <a:lnTo>
                      <a:pt x="14010" y="8879"/>
                    </a:lnTo>
                    <a:cubicBezTo>
                      <a:pt x="14144" y="8812"/>
                      <a:pt x="14244" y="8679"/>
                      <a:pt x="14244" y="8512"/>
                    </a:cubicBezTo>
                    <a:lnTo>
                      <a:pt x="14244" y="6477"/>
                    </a:lnTo>
                    <a:cubicBezTo>
                      <a:pt x="14244" y="6310"/>
                      <a:pt x="14144" y="6143"/>
                      <a:pt x="13977" y="6077"/>
                    </a:cubicBezTo>
                    <a:cubicBezTo>
                      <a:pt x="13977" y="6077"/>
                      <a:pt x="13977" y="6077"/>
                      <a:pt x="13977" y="6043"/>
                    </a:cubicBezTo>
                    <a:cubicBezTo>
                      <a:pt x="13948" y="5898"/>
                      <a:pt x="13843" y="5803"/>
                      <a:pt x="13728" y="5803"/>
                    </a:cubicBezTo>
                    <a:cubicBezTo>
                      <a:pt x="13711" y="5803"/>
                      <a:pt x="13694" y="5806"/>
                      <a:pt x="13677" y="5810"/>
                    </a:cubicBezTo>
                    <a:cubicBezTo>
                      <a:pt x="13510" y="5810"/>
                      <a:pt x="13377" y="5943"/>
                      <a:pt x="13377" y="6110"/>
                    </a:cubicBezTo>
                    <a:lnTo>
                      <a:pt x="13377" y="6143"/>
                    </a:lnTo>
                    <a:cubicBezTo>
                      <a:pt x="13210" y="6210"/>
                      <a:pt x="13076" y="6377"/>
                      <a:pt x="13076" y="6544"/>
                    </a:cubicBezTo>
                    <a:lnTo>
                      <a:pt x="13076" y="6944"/>
                    </a:lnTo>
                    <a:lnTo>
                      <a:pt x="9974" y="6577"/>
                    </a:lnTo>
                    <a:cubicBezTo>
                      <a:pt x="10041" y="6510"/>
                      <a:pt x="10074" y="6444"/>
                      <a:pt x="10108" y="6344"/>
                    </a:cubicBezTo>
                    <a:lnTo>
                      <a:pt x="10241" y="6043"/>
                    </a:lnTo>
                    <a:lnTo>
                      <a:pt x="10475" y="5576"/>
                    </a:lnTo>
                    <a:cubicBezTo>
                      <a:pt x="10575" y="5343"/>
                      <a:pt x="10575" y="5043"/>
                      <a:pt x="10475" y="4809"/>
                    </a:cubicBezTo>
                    <a:lnTo>
                      <a:pt x="12976" y="3041"/>
                    </a:lnTo>
                    <a:lnTo>
                      <a:pt x="12976" y="3308"/>
                    </a:lnTo>
                    <a:cubicBezTo>
                      <a:pt x="12943" y="3475"/>
                      <a:pt x="13076" y="3642"/>
                      <a:pt x="13243" y="3708"/>
                    </a:cubicBezTo>
                    <a:lnTo>
                      <a:pt x="13443" y="4842"/>
                    </a:lnTo>
                    <a:cubicBezTo>
                      <a:pt x="13459" y="4951"/>
                      <a:pt x="13539" y="5002"/>
                      <a:pt x="13624" y="5002"/>
                    </a:cubicBezTo>
                    <a:cubicBezTo>
                      <a:pt x="13722" y="5002"/>
                      <a:pt x="13826" y="4934"/>
                      <a:pt x="13844" y="4809"/>
                    </a:cubicBezTo>
                    <a:lnTo>
                      <a:pt x="14010" y="3642"/>
                    </a:lnTo>
                    <a:cubicBezTo>
                      <a:pt x="14177" y="3542"/>
                      <a:pt x="14311" y="3375"/>
                      <a:pt x="14311" y="3175"/>
                    </a:cubicBezTo>
                    <a:lnTo>
                      <a:pt x="14311" y="740"/>
                    </a:lnTo>
                    <a:cubicBezTo>
                      <a:pt x="14311" y="539"/>
                      <a:pt x="14177" y="373"/>
                      <a:pt x="13977" y="339"/>
                    </a:cubicBezTo>
                    <a:cubicBezTo>
                      <a:pt x="13977" y="306"/>
                      <a:pt x="13977" y="306"/>
                      <a:pt x="13977" y="273"/>
                    </a:cubicBezTo>
                    <a:cubicBezTo>
                      <a:pt x="13977" y="123"/>
                      <a:pt x="13843" y="1"/>
                      <a:pt x="1367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Google Shape;684;p36"/>
              <p:cNvSpPr/>
              <p:nvPr/>
            </p:nvSpPr>
            <p:spPr>
              <a:xfrm>
                <a:off x="1355321" y="937471"/>
                <a:ext cx="88211" cy="17113"/>
              </a:xfrm>
              <a:custGeom>
                <a:avLst/>
                <a:gdLst/>
                <a:ahLst/>
                <a:cxnLst/>
                <a:rect l="l" t="t" r="r" b="b"/>
                <a:pathLst>
                  <a:path w="3103" h="602" extrusionOk="0">
                    <a:moveTo>
                      <a:pt x="2136" y="1"/>
                    </a:moveTo>
                    <a:lnTo>
                      <a:pt x="1" y="601"/>
                    </a:lnTo>
                    <a:lnTo>
                      <a:pt x="3103" y="568"/>
                    </a:lnTo>
                    <a:lnTo>
                      <a:pt x="213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Google Shape;685;p36"/>
              <p:cNvSpPr/>
              <p:nvPr/>
            </p:nvSpPr>
            <p:spPr>
              <a:xfrm>
                <a:off x="1443503" y="952652"/>
                <a:ext cx="92020" cy="18051"/>
              </a:xfrm>
              <a:custGeom>
                <a:avLst/>
                <a:gdLst/>
                <a:ahLst/>
                <a:cxnLst/>
                <a:rect l="l" t="t" r="r" b="b"/>
                <a:pathLst>
                  <a:path w="3237" h="635" extrusionOk="0">
                    <a:moveTo>
                      <a:pt x="3237" y="0"/>
                    </a:moveTo>
                    <a:lnTo>
                      <a:pt x="1" y="34"/>
                    </a:lnTo>
                    <a:lnTo>
                      <a:pt x="968" y="634"/>
                    </a:lnTo>
                    <a:lnTo>
                      <a:pt x="32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86" name="Google Shape;686;p36"/>
            <p:cNvGrpSpPr/>
            <p:nvPr/>
          </p:nvGrpSpPr>
          <p:grpSpPr>
            <a:xfrm>
              <a:off x="3096335" y="1844024"/>
              <a:ext cx="1039309" cy="543676"/>
              <a:chOff x="3096335" y="1844024"/>
              <a:chExt cx="1039309" cy="543676"/>
            </a:xfrm>
          </p:grpSpPr>
          <p:sp>
            <p:nvSpPr>
              <p:cNvPr id="687" name="Google Shape;687;p36"/>
              <p:cNvSpPr/>
              <p:nvPr/>
            </p:nvSpPr>
            <p:spPr>
              <a:xfrm>
                <a:off x="3274803" y="2091969"/>
                <a:ext cx="358272" cy="159819"/>
              </a:xfrm>
              <a:custGeom>
                <a:avLst/>
                <a:gdLst/>
                <a:ahLst/>
                <a:cxnLst/>
                <a:rect l="l" t="t" r="r" b="b"/>
                <a:pathLst>
                  <a:path w="12603" h="5622" extrusionOk="0">
                    <a:moveTo>
                      <a:pt x="630" y="1"/>
                    </a:moveTo>
                    <a:cubicBezTo>
                      <a:pt x="187" y="1"/>
                      <a:pt x="0" y="608"/>
                      <a:pt x="427" y="852"/>
                    </a:cubicBezTo>
                    <a:lnTo>
                      <a:pt x="11869" y="5588"/>
                    </a:lnTo>
                    <a:cubicBezTo>
                      <a:pt x="11969" y="5622"/>
                      <a:pt x="12069" y="5622"/>
                      <a:pt x="12136" y="5622"/>
                    </a:cubicBezTo>
                    <a:cubicBezTo>
                      <a:pt x="12302" y="5588"/>
                      <a:pt x="12436" y="5488"/>
                      <a:pt x="12502" y="5355"/>
                    </a:cubicBezTo>
                    <a:cubicBezTo>
                      <a:pt x="12603" y="5088"/>
                      <a:pt x="12502" y="4821"/>
                      <a:pt x="12269" y="4721"/>
                    </a:cubicBezTo>
                    <a:lnTo>
                      <a:pt x="761" y="18"/>
                    </a:lnTo>
                    <a:cubicBezTo>
                      <a:pt x="715" y="6"/>
                      <a:pt x="671" y="1"/>
                      <a:pt x="63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Google Shape;688;p36"/>
              <p:cNvSpPr/>
              <p:nvPr/>
            </p:nvSpPr>
            <p:spPr>
              <a:xfrm>
                <a:off x="3311588" y="2205764"/>
                <a:ext cx="319582" cy="124882"/>
              </a:xfrm>
              <a:custGeom>
                <a:avLst/>
                <a:gdLst/>
                <a:ahLst/>
                <a:cxnLst/>
                <a:rect l="l" t="t" r="r" b="b"/>
                <a:pathLst>
                  <a:path w="11242" h="4393" extrusionOk="0">
                    <a:moveTo>
                      <a:pt x="10647" y="0"/>
                    </a:moveTo>
                    <a:cubicBezTo>
                      <a:pt x="10601" y="0"/>
                      <a:pt x="10554" y="6"/>
                      <a:pt x="10508" y="18"/>
                    </a:cubicBezTo>
                    <a:lnTo>
                      <a:pt x="367" y="3553"/>
                    </a:lnTo>
                    <a:cubicBezTo>
                      <a:pt x="134" y="3620"/>
                      <a:pt x="0" y="3887"/>
                      <a:pt x="134" y="4120"/>
                    </a:cubicBezTo>
                    <a:cubicBezTo>
                      <a:pt x="194" y="4270"/>
                      <a:pt x="360" y="4392"/>
                      <a:pt x="538" y="4392"/>
                    </a:cubicBezTo>
                    <a:cubicBezTo>
                      <a:pt x="559" y="4392"/>
                      <a:pt x="580" y="4391"/>
                      <a:pt x="601" y="4387"/>
                    </a:cubicBezTo>
                    <a:lnTo>
                      <a:pt x="701" y="4387"/>
                    </a:lnTo>
                    <a:lnTo>
                      <a:pt x="10842" y="918"/>
                    </a:lnTo>
                    <a:cubicBezTo>
                      <a:pt x="11075" y="851"/>
                      <a:pt x="11242" y="585"/>
                      <a:pt x="11142" y="318"/>
                    </a:cubicBezTo>
                    <a:cubicBezTo>
                      <a:pt x="11059" y="125"/>
                      <a:pt x="10863" y="0"/>
                      <a:pt x="1064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Google Shape;689;p36"/>
              <p:cNvSpPr/>
              <p:nvPr/>
            </p:nvSpPr>
            <p:spPr>
              <a:xfrm>
                <a:off x="3602714" y="1980533"/>
                <a:ext cx="334762" cy="271255"/>
              </a:xfrm>
              <a:custGeom>
                <a:avLst/>
                <a:gdLst/>
                <a:ahLst/>
                <a:cxnLst/>
                <a:rect l="l" t="t" r="r" b="b"/>
                <a:pathLst>
                  <a:path w="11776" h="9542" extrusionOk="0">
                    <a:moveTo>
                      <a:pt x="11170" y="0"/>
                    </a:moveTo>
                    <a:cubicBezTo>
                      <a:pt x="11043" y="0"/>
                      <a:pt x="10915" y="43"/>
                      <a:pt x="10808" y="135"/>
                    </a:cubicBezTo>
                    <a:lnTo>
                      <a:pt x="234" y="8708"/>
                    </a:lnTo>
                    <a:cubicBezTo>
                      <a:pt x="0" y="8875"/>
                      <a:pt x="0" y="9175"/>
                      <a:pt x="167" y="9375"/>
                    </a:cubicBezTo>
                    <a:cubicBezTo>
                      <a:pt x="267" y="9475"/>
                      <a:pt x="434" y="9542"/>
                      <a:pt x="601" y="9542"/>
                    </a:cubicBezTo>
                    <a:cubicBezTo>
                      <a:pt x="701" y="9508"/>
                      <a:pt x="767" y="9475"/>
                      <a:pt x="867" y="9408"/>
                    </a:cubicBezTo>
                    <a:lnTo>
                      <a:pt x="11508" y="902"/>
                    </a:lnTo>
                    <a:cubicBezTo>
                      <a:pt x="11742" y="702"/>
                      <a:pt x="11775" y="368"/>
                      <a:pt x="11575" y="168"/>
                    </a:cubicBezTo>
                    <a:cubicBezTo>
                      <a:pt x="11467" y="60"/>
                      <a:pt x="11319" y="0"/>
                      <a:pt x="1117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Google Shape;690;p36"/>
              <p:cNvSpPr/>
              <p:nvPr/>
            </p:nvSpPr>
            <p:spPr>
              <a:xfrm>
                <a:off x="3600810" y="2205309"/>
                <a:ext cx="366999" cy="40793"/>
              </a:xfrm>
              <a:custGeom>
                <a:avLst/>
                <a:gdLst/>
                <a:ahLst/>
                <a:cxnLst/>
                <a:rect l="l" t="t" r="r" b="b"/>
                <a:pathLst>
                  <a:path w="12910" h="1435" extrusionOk="0">
                    <a:moveTo>
                      <a:pt x="534" y="0"/>
                    </a:moveTo>
                    <a:cubicBezTo>
                      <a:pt x="267" y="0"/>
                      <a:pt x="34" y="200"/>
                      <a:pt x="0" y="467"/>
                    </a:cubicBezTo>
                    <a:cubicBezTo>
                      <a:pt x="0" y="734"/>
                      <a:pt x="201" y="934"/>
                      <a:pt x="467" y="968"/>
                    </a:cubicBezTo>
                    <a:lnTo>
                      <a:pt x="12309" y="1435"/>
                    </a:lnTo>
                    <a:lnTo>
                      <a:pt x="12409" y="1435"/>
                    </a:lnTo>
                    <a:cubicBezTo>
                      <a:pt x="12676" y="1401"/>
                      <a:pt x="12876" y="1201"/>
                      <a:pt x="12910" y="968"/>
                    </a:cubicBezTo>
                    <a:cubicBezTo>
                      <a:pt x="12910" y="687"/>
                      <a:pt x="12705" y="464"/>
                      <a:pt x="12433" y="464"/>
                    </a:cubicBezTo>
                    <a:cubicBezTo>
                      <a:pt x="12414" y="464"/>
                      <a:pt x="12395" y="465"/>
                      <a:pt x="12376" y="467"/>
                    </a:cubicBezTo>
                    <a:lnTo>
                      <a:pt x="53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Google Shape;691;p36"/>
              <p:cNvSpPr/>
              <p:nvPr/>
            </p:nvSpPr>
            <p:spPr>
              <a:xfrm>
                <a:off x="3252800" y="2022691"/>
                <a:ext cx="73997" cy="145009"/>
              </a:xfrm>
              <a:custGeom>
                <a:avLst/>
                <a:gdLst/>
                <a:ahLst/>
                <a:cxnLst/>
                <a:rect l="l" t="t" r="r" b="b"/>
                <a:pathLst>
                  <a:path w="2603" h="5101" extrusionOk="0">
                    <a:moveTo>
                      <a:pt x="1258" y="0"/>
                    </a:moveTo>
                    <a:cubicBezTo>
                      <a:pt x="1206" y="0"/>
                      <a:pt x="1154" y="6"/>
                      <a:pt x="1101" y="20"/>
                    </a:cubicBezTo>
                    <a:lnTo>
                      <a:pt x="667" y="86"/>
                    </a:lnTo>
                    <a:cubicBezTo>
                      <a:pt x="267" y="153"/>
                      <a:pt x="0" y="553"/>
                      <a:pt x="67" y="954"/>
                    </a:cubicBezTo>
                    <a:lnTo>
                      <a:pt x="667" y="4489"/>
                    </a:lnTo>
                    <a:cubicBezTo>
                      <a:pt x="727" y="4848"/>
                      <a:pt x="1029" y="5100"/>
                      <a:pt x="1379" y="5100"/>
                    </a:cubicBezTo>
                    <a:cubicBezTo>
                      <a:pt x="1419" y="5100"/>
                      <a:pt x="1460" y="5097"/>
                      <a:pt x="1501" y="5090"/>
                    </a:cubicBezTo>
                    <a:lnTo>
                      <a:pt x="1935" y="5023"/>
                    </a:lnTo>
                    <a:cubicBezTo>
                      <a:pt x="2335" y="4956"/>
                      <a:pt x="2602" y="4590"/>
                      <a:pt x="2535" y="4189"/>
                    </a:cubicBezTo>
                    <a:lnTo>
                      <a:pt x="1968" y="620"/>
                    </a:lnTo>
                    <a:cubicBezTo>
                      <a:pt x="1910" y="272"/>
                      <a:pt x="1601" y="0"/>
                      <a:pt x="125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Google Shape;692;p36"/>
              <p:cNvSpPr/>
              <p:nvPr/>
            </p:nvSpPr>
            <p:spPr>
              <a:xfrm>
                <a:off x="3262266" y="2008648"/>
                <a:ext cx="30389" cy="28968"/>
              </a:xfrm>
              <a:custGeom>
                <a:avLst/>
                <a:gdLst/>
                <a:ahLst/>
                <a:cxnLst/>
                <a:rect l="l" t="t" r="r" b="b"/>
                <a:pathLst>
                  <a:path w="1069" h="1019" extrusionOk="0">
                    <a:moveTo>
                      <a:pt x="571" y="0"/>
                    </a:moveTo>
                    <a:cubicBezTo>
                      <a:pt x="538" y="0"/>
                      <a:pt x="503" y="4"/>
                      <a:pt x="468" y="13"/>
                    </a:cubicBezTo>
                    <a:cubicBezTo>
                      <a:pt x="168" y="47"/>
                      <a:pt x="1" y="313"/>
                      <a:pt x="34" y="580"/>
                    </a:cubicBezTo>
                    <a:cubicBezTo>
                      <a:pt x="65" y="855"/>
                      <a:pt x="291" y="1018"/>
                      <a:pt x="534" y="1018"/>
                    </a:cubicBezTo>
                    <a:cubicBezTo>
                      <a:pt x="556" y="1018"/>
                      <a:pt x="579" y="1017"/>
                      <a:pt x="601" y="1014"/>
                    </a:cubicBezTo>
                    <a:cubicBezTo>
                      <a:pt x="868" y="947"/>
                      <a:pt x="1068" y="714"/>
                      <a:pt x="1035" y="414"/>
                    </a:cubicBezTo>
                    <a:cubicBezTo>
                      <a:pt x="977" y="182"/>
                      <a:pt x="793" y="0"/>
                      <a:pt x="57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Google Shape;693;p36"/>
              <p:cNvSpPr/>
              <p:nvPr/>
            </p:nvSpPr>
            <p:spPr>
              <a:xfrm>
                <a:off x="3096335" y="1992899"/>
                <a:ext cx="177359" cy="32265"/>
              </a:xfrm>
              <a:custGeom>
                <a:avLst/>
                <a:gdLst/>
                <a:ahLst/>
                <a:cxnLst/>
                <a:rect l="l" t="t" r="r" b="b"/>
                <a:pathLst>
                  <a:path w="6239" h="1135" extrusionOk="0">
                    <a:moveTo>
                      <a:pt x="4237" y="0"/>
                    </a:moveTo>
                    <a:lnTo>
                      <a:pt x="0" y="1134"/>
                    </a:lnTo>
                    <a:lnTo>
                      <a:pt x="6238" y="167"/>
                    </a:lnTo>
                    <a:lnTo>
                      <a:pt x="42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Google Shape;694;p36"/>
              <p:cNvSpPr/>
              <p:nvPr/>
            </p:nvSpPr>
            <p:spPr>
              <a:xfrm>
                <a:off x="3273666" y="1968224"/>
                <a:ext cx="187764" cy="34170"/>
              </a:xfrm>
              <a:custGeom>
                <a:avLst/>
                <a:gdLst/>
                <a:ahLst/>
                <a:cxnLst/>
                <a:rect l="l" t="t" r="r" b="b"/>
                <a:pathLst>
                  <a:path w="6605" h="1202" extrusionOk="0">
                    <a:moveTo>
                      <a:pt x="6605" y="1"/>
                    </a:moveTo>
                    <a:lnTo>
                      <a:pt x="0" y="1035"/>
                    </a:lnTo>
                    <a:lnTo>
                      <a:pt x="2035" y="1202"/>
                    </a:lnTo>
                    <a:lnTo>
                      <a:pt x="660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Google Shape;695;p36"/>
              <p:cNvSpPr/>
              <p:nvPr/>
            </p:nvSpPr>
            <p:spPr>
              <a:xfrm>
                <a:off x="3878660" y="1903807"/>
                <a:ext cx="82525" cy="162634"/>
              </a:xfrm>
              <a:custGeom>
                <a:avLst/>
                <a:gdLst/>
                <a:ahLst/>
                <a:cxnLst/>
                <a:rect l="l" t="t" r="r" b="b"/>
                <a:pathLst>
                  <a:path w="2903" h="5721" extrusionOk="0">
                    <a:moveTo>
                      <a:pt x="1526" y="0"/>
                    </a:moveTo>
                    <a:cubicBezTo>
                      <a:pt x="1452" y="0"/>
                      <a:pt x="1377" y="10"/>
                      <a:pt x="1301" y="32"/>
                    </a:cubicBezTo>
                    <a:lnTo>
                      <a:pt x="801" y="99"/>
                    </a:lnTo>
                    <a:cubicBezTo>
                      <a:pt x="334" y="199"/>
                      <a:pt x="0" y="632"/>
                      <a:pt x="33" y="1099"/>
                    </a:cubicBezTo>
                    <a:lnTo>
                      <a:pt x="567" y="5036"/>
                    </a:lnTo>
                    <a:cubicBezTo>
                      <a:pt x="655" y="5417"/>
                      <a:pt x="1001" y="5721"/>
                      <a:pt x="1400" y="5721"/>
                    </a:cubicBezTo>
                    <a:cubicBezTo>
                      <a:pt x="1455" y="5721"/>
                      <a:pt x="1511" y="5715"/>
                      <a:pt x="1568" y="5703"/>
                    </a:cubicBezTo>
                    <a:lnTo>
                      <a:pt x="2068" y="5603"/>
                    </a:lnTo>
                    <a:cubicBezTo>
                      <a:pt x="2535" y="5536"/>
                      <a:pt x="2902" y="5136"/>
                      <a:pt x="2869" y="4635"/>
                    </a:cubicBezTo>
                    <a:lnTo>
                      <a:pt x="2335" y="666"/>
                    </a:lnTo>
                    <a:cubicBezTo>
                      <a:pt x="2251" y="274"/>
                      <a:pt x="1910" y="0"/>
                      <a:pt x="152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Google Shape;696;p36"/>
              <p:cNvSpPr/>
              <p:nvPr/>
            </p:nvSpPr>
            <p:spPr>
              <a:xfrm>
                <a:off x="3890969" y="1889167"/>
                <a:ext cx="35108" cy="32038"/>
              </a:xfrm>
              <a:custGeom>
                <a:avLst/>
                <a:gdLst/>
                <a:ahLst/>
                <a:cxnLst/>
                <a:rect l="l" t="t" r="r" b="b"/>
                <a:pathLst>
                  <a:path w="1235" h="1127" extrusionOk="0">
                    <a:moveTo>
                      <a:pt x="653" y="0"/>
                    </a:moveTo>
                    <a:cubicBezTo>
                      <a:pt x="613" y="0"/>
                      <a:pt x="574" y="5"/>
                      <a:pt x="534" y="13"/>
                    </a:cubicBezTo>
                    <a:cubicBezTo>
                      <a:pt x="234" y="80"/>
                      <a:pt x="1" y="347"/>
                      <a:pt x="34" y="680"/>
                    </a:cubicBezTo>
                    <a:cubicBezTo>
                      <a:pt x="92" y="941"/>
                      <a:pt x="327" y="1127"/>
                      <a:pt x="584" y="1127"/>
                    </a:cubicBezTo>
                    <a:cubicBezTo>
                      <a:pt x="623" y="1127"/>
                      <a:pt x="662" y="1123"/>
                      <a:pt x="701" y="1114"/>
                    </a:cubicBezTo>
                    <a:cubicBezTo>
                      <a:pt x="1001" y="1047"/>
                      <a:pt x="1235" y="747"/>
                      <a:pt x="1202" y="447"/>
                    </a:cubicBezTo>
                    <a:cubicBezTo>
                      <a:pt x="1173" y="186"/>
                      <a:pt x="916" y="0"/>
                      <a:pt x="65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Google Shape;697;p36"/>
              <p:cNvSpPr/>
              <p:nvPr/>
            </p:nvSpPr>
            <p:spPr>
              <a:xfrm>
                <a:off x="3689930" y="1876261"/>
                <a:ext cx="215310" cy="38889"/>
              </a:xfrm>
              <a:custGeom>
                <a:avLst/>
                <a:gdLst/>
                <a:ahLst/>
                <a:cxnLst/>
                <a:rect l="l" t="t" r="r" b="b"/>
                <a:pathLst>
                  <a:path w="7574" h="1368" extrusionOk="0">
                    <a:moveTo>
                      <a:pt x="5205" y="0"/>
                    </a:moveTo>
                    <a:lnTo>
                      <a:pt x="1" y="1368"/>
                    </a:lnTo>
                    <a:lnTo>
                      <a:pt x="7573" y="167"/>
                    </a:lnTo>
                    <a:lnTo>
                      <a:pt x="520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Google Shape;698;p36"/>
              <p:cNvSpPr/>
              <p:nvPr/>
            </p:nvSpPr>
            <p:spPr>
              <a:xfrm>
                <a:off x="3905211" y="1844024"/>
                <a:ext cx="230433" cy="40793"/>
              </a:xfrm>
              <a:custGeom>
                <a:avLst/>
                <a:gdLst/>
                <a:ahLst/>
                <a:cxnLst/>
                <a:rect l="l" t="t" r="r" b="b"/>
                <a:pathLst>
                  <a:path w="8106" h="1435" extrusionOk="0">
                    <a:moveTo>
                      <a:pt x="8106" y="0"/>
                    </a:moveTo>
                    <a:lnTo>
                      <a:pt x="0" y="1301"/>
                    </a:lnTo>
                    <a:lnTo>
                      <a:pt x="2435" y="1434"/>
                    </a:lnTo>
                    <a:lnTo>
                      <a:pt x="810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Google Shape;699;p36"/>
              <p:cNvSpPr/>
              <p:nvPr/>
            </p:nvSpPr>
            <p:spPr>
              <a:xfrm>
                <a:off x="3297374" y="2265888"/>
                <a:ext cx="62597" cy="121812"/>
              </a:xfrm>
              <a:custGeom>
                <a:avLst/>
                <a:gdLst/>
                <a:ahLst/>
                <a:cxnLst/>
                <a:rect l="l" t="t" r="r" b="b"/>
                <a:pathLst>
                  <a:path w="2202" h="4285" extrusionOk="0">
                    <a:moveTo>
                      <a:pt x="970" y="1"/>
                    </a:moveTo>
                    <a:cubicBezTo>
                      <a:pt x="947" y="1"/>
                      <a:pt x="924" y="2"/>
                      <a:pt x="901" y="4"/>
                    </a:cubicBezTo>
                    <a:lnTo>
                      <a:pt x="567" y="71"/>
                    </a:lnTo>
                    <a:cubicBezTo>
                      <a:pt x="234" y="104"/>
                      <a:pt x="0" y="438"/>
                      <a:pt x="33" y="771"/>
                    </a:cubicBezTo>
                    <a:lnTo>
                      <a:pt x="534" y="3740"/>
                    </a:lnTo>
                    <a:cubicBezTo>
                      <a:pt x="594" y="4039"/>
                      <a:pt x="841" y="4284"/>
                      <a:pt x="1155" y="4284"/>
                    </a:cubicBezTo>
                    <a:cubicBezTo>
                      <a:pt x="1192" y="4284"/>
                      <a:pt x="1229" y="4281"/>
                      <a:pt x="1268" y="4274"/>
                    </a:cubicBezTo>
                    <a:lnTo>
                      <a:pt x="1601" y="4240"/>
                    </a:lnTo>
                    <a:cubicBezTo>
                      <a:pt x="1968" y="4207"/>
                      <a:pt x="2202" y="3873"/>
                      <a:pt x="2135" y="3540"/>
                    </a:cubicBezTo>
                    <a:lnTo>
                      <a:pt x="1635" y="538"/>
                    </a:lnTo>
                    <a:cubicBezTo>
                      <a:pt x="1603" y="225"/>
                      <a:pt x="1309" y="1"/>
                      <a:pt x="97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Google Shape;700;p36"/>
              <p:cNvSpPr/>
              <p:nvPr/>
            </p:nvSpPr>
            <p:spPr>
              <a:xfrm>
                <a:off x="3305903" y="2254489"/>
                <a:ext cx="24675" cy="23964"/>
              </a:xfrm>
              <a:custGeom>
                <a:avLst/>
                <a:gdLst/>
                <a:ahLst/>
                <a:cxnLst/>
                <a:rect l="l" t="t" r="r" b="b"/>
                <a:pathLst>
                  <a:path w="868" h="843" extrusionOk="0">
                    <a:moveTo>
                      <a:pt x="427" y="1"/>
                    </a:moveTo>
                    <a:cubicBezTo>
                      <a:pt x="407" y="1"/>
                      <a:pt x="387" y="2"/>
                      <a:pt x="367" y="5"/>
                    </a:cubicBezTo>
                    <a:cubicBezTo>
                      <a:pt x="134" y="38"/>
                      <a:pt x="0" y="238"/>
                      <a:pt x="34" y="472"/>
                    </a:cubicBezTo>
                    <a:cubicBezTo>
                      <a:pt x="64" y="685"/>
                      <a:pt x="234" y="843"/>
                      <a:pt x="441" y="843"/>
                    </a:cubicBezTo>
                    <a:cubicBezTo>
                      <a:pt x="461" y="843"/>
                      <a:pt x="481" y="842"/>
                      <a:pt x="501" y="839"/>
                    </a:cubicBezTo>
                    <a:cubicBezTo>
                      <a:pt x="734" y="805"/>
                      <a:pt x="868" y="572"/>
                      <a:pt x="834" y="372"/>
                    </a:cubicBezTo>
                    <a:cubicBezTo>
                      <a:pt x="804" y="158"/>
                      <a:pt x="634" y="1"/>
                      <a:pt x="42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Google Shape;701;p36"/>
              <p:cNvSpPr/>
              <p:nvPr/>
            </p:nvSpPr>
            <p:spPr>
              <a:xfrm>
                <a:off x="3193046" y="2248917"/>
                <a:ext cx="123318" cy="21832"/>
              </a:xfrm>
              <a:custGeom>
                <a:avLst/>
                <a:gdLst/>
                <a:ahLst/>
                <a:cxnLst/>
                <a:rect l="l" t="t" r="r" b="b"/>
                <a:pathLst>
                  <a:path w="4338" h="768" extrusionOk="0">
                    <a:moveTo>
                      <a:pt x="2936" y="1"/>
                    </a:moveTo>
                    <a:lnTo>
                      <a:pt x="1" y="768"/>
                    </a:lnTo>
                    <a:lnTo>
                      <a:pt x="1" y="768"/>
                    </a:lnTo>
                    <a:lnTo>
                      <a:pt x="4337" y="167"/>
                    </a:lnTo>
                    <a:lnTo>
                      <a:pt x="293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Google Shape;702;p36"/>
              <p:cNvSpPr/>
              <p:nvPr/>
            </p:nvSpPr>
            <p:spPr>
              <a:xfrm>
                <a:off x="3316336" y="2236580"/>
                <a:ext cx="128976" cy="22799"/>
              </a:xfrm>
              <a:custGeom>
                <a:avLst/>
                <a:gdLst/>
                <a:ahLst/>
                <a:cxnLst/>
                <a:rect l="l" t="t" r="r" b="b"/>
                <a:pathLst>
                  <a:path w="4537" h="802" extrusionOk="0">
                    <a:moveTo>
                      <a:pt x="4537" y="1"/>
                    </a:moveTo>
                    <a:lnTo>
                      <a:pt x="0" y="601"/>
                    </a:lnTo>
                    <a:lnTo>
                      <a:pt x="1401" y="802"/>
                    </a:lnTo>
                    <a:lnTo>
                      <a:pt x="45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Google Shape;703;p36"/>
              <p:cNvSpPr/>
              <p:nvPr/>
            </p:nvSpPr>
            <p:spPr>
              <a:xfrm>
                <a:off x="3919425" y="2174636"/>
                <a:ext cx="69249" cy="135286"/>
              </a:xfrm>
              <a:custGeom>
                <a:avLst/>
                <a:gdLst/>
                <a:ahLst/>
                <a:cxnLst/>
                <a:rect l="l" t="t" r="r" b="b"/>
                <a:pathLst>
                  <a:path w="2436" h="4759" extrusionOk="0">
                    <a:moveTo>
                      <a:pt x="1270" y="0"/>
                    </a:moveTo>
                    <a:cubicBezTo>
                      <a:pt x="1225" y="0"/>
                      <a:pt x="1180" y="4"/>
                      <a:pt x="1135" y="12"/>
                    </a:cubicBezTo>
                    <a:lnTo>
                      <a:pt x="701" y="78"/>
                    </a:lnTo>
                    <a:cubicBezTo>
                      <a:pt x="301" y="112"/>
                      <a:pt x="0" y="445"/>
                      <a:pt x="34" y="879"/>
                    </a:cubicBezTo>
                    <a:lnTo>
                      <a:pt x="501" y="4148"/>
                    </a:lnTo>
                    <a:cubicBezTo>
                      <a:pt x="561" y="4507"/>
                      <a:pt x="862" y="4759"/>
                      <a:pt x="1212" y="4759"/>
                    </a:cubicBezTo>
                    <a:cubicBezTo>
                      <a:pt x="1252" y="4759"/>
                      <a:pt x="1293" y="4755"/>
                      <a:pt x="1335" y="4748"/>
                    </a:cubicBezTo>
                    <a:lnTo>
                      <a:pt x="1768" y="4682"/>
                    </a:lnTo>
                    <a:cubicBezTo>
                      <a:pt x="2169" y="4648"/>
                      <a:pt x="2435" y="4315"/>
                      <a:pt x="2435" y="3915"/>
                    </a:cubicBezTo>
                    <a:lnTo>
                      <a:pt x="1968" y="579"/>
                    </a:lnTo>
                    <a:cubicBezTo>
                      <a:pt x="1909" y="224"/>
                      <a:pt x="1615" y="0"/>
                      <a:pt x="127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Google Shape;704;p36"/>
              <p:cNvSpPr/>
              <p:nvPr/>
            </p:nvSpPr>
            <p:spPr>
              <a:xfrm>
                <a:off x="3930796" y="2161304"/>
                <a:ext cx="29422" cy="27063"/>
              </a:xfrm>
              <a:custGeom>
                <a:avLst/>
                <a:gdLst/>
                <a:ahLst/>
                <a:cxnLst/>
                <a:rect l="l" t="t" r="r" b="b"/>
                <a:pathLst>
                  <a:path w="1035" h="952" extrusionOk="0">
                    <a:moveTo>
                      <a:pt x="539" y="1"/>
                    </a:moveTo>
                    <a:cubicBezTo>
                      <a:pt x="505" y="1"/>
                      <a:pt x="469" y="5"/>
                      <a:pt x="434" y="14"/>
                    </a:cubicBezTo>
                    <a:cubicBezTo>
                      <a:pt x="167" y="47"/>
                      <a:pt x="1" y="281"/>
                      <a:pt x="1" y="547"/>
                    </a:cubicBezTo>
                    <a:cubicBezTo>
                      <a:pt x="62" y="792"/>
                      <a:pt x="262" y="952"/>
                      <a:pt x="500" y="952"/>
                    </a:cubicBezTo>
                    <a:cubicBezTo>
                      <a:pt x="523" y="952"/>
                      <a:pt x="545" y="951"/>
                      <a:pt x="568" y="948"/>
                    </a:cubicBezTo>
                    <a:cubicBezTo>
                      <a:pt x="835" y="914"/>
                      <a:pt x="1035" y="681"/>
                      <a:pt x="1001" y="414"/>
                    </a:cubicBezTo>
                    <a:cubicBezTo>
                      <a:pt x="972" y="182"/>
                      <a:pt x="767" y="1"/>
                      <a:pt x="53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Google Shape;705;p36"/>
              <p:cNvSpPr/>
              <p:nvPr/>
            </p:nvSpPr>
            <p:spPr>
              <a:xfrm>
                <a:off x="3791416" y="2144617"/>
                <a:ext cx="149841" cy="25613"/>
              </a:xfrm>
              <a:custGeom>
                <a:avLst/>
                <a:gdLst/>
                <a:ahLst/>
                <a:cxnLst/>
                <a:rect l="l" t="t" r="r" b="b"/>
                <a:pathLst>
                  <a:path w="5271" h="901" extrusionOk="0">
                    <a:moveTo>
                      <a:pt x="3636" y="0"/>
                    </a:moveTo>
                    <a:lnTo>
                      <a:pt x="0" y="901"/>
                    </a:lnTo>
                    <a:lnTo>
                      <a:pt x="5271" y="167"/>
                    </a:lnTo>
                    <a:lnTo>
                      <a:pt x="363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706;p36"/>
              <p:cNvSpPr/>
              <p:nvPr/>
            </p:nvSpPr>
            <p:spPr>
              <a:xfrm>
                <a:off x="3941229" y="2127532"/>
                <a:ext cx="157431" cy="26580"/>
              </a:xfrm>
              <a:custGeom>
                <a:avLst/>
                <a:gdLst/>
                <a:ahLst/>
                <a:cxnLst/>
                <a:rect l="l" t="t" r="r" b="b"/>
                <a:pathLst>
                  <a:path w="5538" h="935" extrusionOk="0">
                    <a:moveTo>
                      <a:pt x="5538" y="1"/>
                    </a:moveTo>
                    <a:lnTo>
                      <a:pt x="1" y="768"/>
                    </a:lnTo>
                    <a:lnTo>
                      <a:pt x="1702" y="935"/>
                    </a:lnTo>
                    <a:lnTo>
                      <a:pt x="553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Google Shape;707;p36"/>
              <p:cNvSpPr/>
              <p:nvPr/>
            </p:nvSpPr>
            <p:spPr>
              <a:xfrm>
                <a:off x="3427288" y="2106694"/>
                <a:ext cx="367027" cy="169485"/>
              </a:xfrm>
              <a:custGeom>
                <a:avLst/>
                <a:gdLst/>
                <a:ahLst/>
                <a:cxnLst/>
                <a:rect l="l" t="t" r="r" b="b"/>
                <a:pathLst>
                  <a:path w="12911" h="5962" extrusionOk="0">
                    <a:moveTo>
                      <a:pt x="11221" y="0"/>
                    </a:moveTo>
                    <a:cubicBezTo>
                      <a:pt x="11119" y="0"/>
                      <a:pt x="11014" y="11"/>
                      <a:pt x="10908" y="33"/>
                    </a:cubicBezTo>
                    <a:lnTo>
                      <a:pt x="1568" y="1534"/>
                    </a:lnTo>
                    <a:cubicBezTo>
                      <a:pt x="534" y="1701"/>
                      <a:pt x="0" y="2869"/>
                      <a:pt x="600" y="3736"/>
                    </a:cubicBezTo>
                    <a:lnTo>
                      <a:pt x="1334" y="4837"/>
                    </a:lnTo>
                    <a:cubicBezTo>
                      <a:pt x="1833" y="5541"/>
                      <a:pt x="2668" y="5962"/>
                      <a:pt x="3520" y="5962"/>
                    </a:cubicBezTo>
                    <a:cubicBezTo>
                      <a:pt x="3636" y="5962"/>
                      <a:pt x="3753" y="5954"/>
                      <a:pt x="3869" y="5938"/>
                    </a:cubicBezTo>
                    <a:lnTo>
                      <a:pt x="9907" y="5104"/>
                    </a:lnTo>
                    <a:cubicBezTo>
                      <a:pt x="10941" y="4937"/>
                      <a:pt x="11808" y="4236"/>
                      <a:pt x="12175" y="3236"/>
                    </a:cubicBezTo>
                    <a:lnTo>
                      <a:pt x="12609" y="1901"/>
                    </a:lnTo>
                    <a:cubicBezTo>
                      <a:pt x="12910" y="937"/>
                      <a:pt x="12177" y="0"/>
                      <a:pt x="112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708;p36"/>
              <p:cNvSpPr/>
              <p:nvPr/>
            </p:nvSpPr>
            <p:spPr>
              <a:xfrm>
                <a:off x="3652434" y="2208891"/>
                <a:ext cx="77351" cy="151945"/>
              </a:xfrm>
              <a:custGeom>
                <a:avLst/>
                <a:gdLst/>
                <a:ahLst/>
                <a:cxnLst/>
                <a:rect l="l" t="t" r="r" b="b"/>
                <a:pathLst>
                  <a:path w="2721" h="5345" extrusionOk="0">
                    <a:moveTo>
                      <a:pt x="451" y="1"/>
                    </a:moveTo>
                    <a:cubicBezTo>
                      <a:pt x="224" y="1"/>
                      <a:pt x="1" y="290"/>
                      <a:pt x="219" y="508"/>
                    </a:cubicBezTo>
                    <a:lnTo>
                      <a:pt x="2121" y="2776"/>
                    </a:lnTo>
                    <a:lnTo>
                      <a:pt x="1954" y="5045"/>
                    </a:lnTo>
                    <a:cubicBezTo>
                      <a:pt x="1920" y="5211"/>
                      <a:pt x="2054" y="5345"/>
                      <a:pt x="2221" y="5345"/>
                    </a:cubicBezTo>
                    <a:lnTo>
                      <a:pt x="2287" y="5345"/>
                    </a:lnTo>
                    <a:cubicBezTo>
                      <a:pt x="2421" y="5345"/>
                      <a:pt x="2521" y="5211"/>
                      <a:pt x="2554" y="5078"/>
                    </a:cubicBezTo>
                    <a:lnTo>
                      <a:pt x="2721" y="2710"/>
                    </a:lnTo>
                    <a:cubicBezTo>
                      <a:pt x="2721" y="2643"/>
                      <a:pt x="2721" y="2543"/>
                      <a:pt x="2654" y="2509"/>
                    </a:cubicBezTo>
                    <a:lnTo>
                      <a:pt x="686" y="141"/>
                    </a:lnTo>
                    <a:cubicBezTo>
                      <a:pt x="623" y="41"/>
                      <a:pt x="537" y="1"/>
                      <a:pt x="45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Google Shape;709;p36"/>
              <p:cNvSpPr/>
              <p:nvPr/>
            </p:nvSpPr>
            <p:spPr>
              <a:xfrm>
                <a:off x="3533493" y="2226374"/>
                <a:ext cx="53131" cy="159137"/>
              </a:xfrm>
              <a:custGeom>
                <a:avLst/>
                <a:gdLst/>
                <a:ahLst/>
                <a:cxnLst/>
                <a:rect l="l" t="t" r="r" b="b"/>
                <a:pathLst>
                  <a:path w="1869" h="5598" extrusionOk="0">
                    <a:moveTo>
                      <a:pt x="1502" y="0"/>
                    </a:moveTo>
                    <a:cubicBezTo>
                      <a:pt x="1386" y="0"/>
                      <a:pt x="1283" y="62"/>
                      <a:pt x="1234" y="160"/>
                    </a:cubicBezTo>
                    <a:lnTo>
                      <a:pt x="33" y="2962"/>
                    </a:lnTo>
                    <a:cubicBezTo>
                      <a:pt x="0" y="3029"/>
                      <a:pt x="0" y="3095"/>
                      <a:pt x="33" y="3162"/>
                    </a:cubicBezTo>
                    <a:lnTo>
                      <a:pt x="734" y="5397"/>
                    </a:lnTo>
                    <a:cubicBezTo>
                      <a:pt x="801" y="5530"/>
                      <a:pt x="901" y="5597"/>
                      <a:pt x="1034" y="5597"/>
                    </a:cubicBezTo>
                    <a:lnTo>
                      <a:pt x="1101" y="5597"/>
                    </a:lnTo>
                    <a:cubicBezTo>
                      <a:pt x="1268" y="5564"/>
                      <a:pt x="1368" y="5397"/>
                      <a:pt x="1301" y="5230"/>
                    </a:cubicBezTo>
                    <a:lnTo>
                      <a:pt x="634" y="3095"/>
                    </a:lnTo>
                    <a:lnTo>
                      <a:pt x="1801" y="427"/>
                    </a:lnTo>
                    <a:cubicBezTo>
                      <a:pt x="1868" y="260"/>
                      <a:pt x="1801" y="93"/>
                      <a:pt x="1635" y="26"/>
                    </a:cubicBezTo>
                    <a:cubicBezTo>
                      <a:pt x="1590" y="9"/>
                      <a:pt x="1545" y="0"/>
                      <a:pt x="15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Google Shape;710;p36"/>
              <p:cNvSpPr/>
              <p:nvPr/>
            </p:nvSpPr>
            <p:spPr>
              <a:xfrm>
                <a:off x="3515470" y="2085431"/>
                <a:ext cx="189668" cy="118372"/>
              </a:xfrm>
              <a:custGeom>
                <a:avLst/>
                <a:gdLst/>
                <a:ahLst/>
                <a:cxnLst/>
                <a:rect l="l" t="t" r="r" b="b"/>
                <a:pathLst>
                  <a:path w="6672" h="4164" extrusionOk="0">
                    <a:moveTo>
                      <a:pt x="3644" y="1"/>
                    </a:moveTo>
                    <a:cubicBezTo>
                      <a:pt x="3446" y="1"/>
                      <a:pt x="3242" y="16"/>
                      <a:pt x="3036" y="48"/>
                    </a:cubicBezTo>
                    <a:cubicBezTo>
                      <a:pt x="1268" y="314"/>
                      <a:pt x="0" y="1615"/>
                      <a:pt x="167" y="2950"/>
                    </a:cubicBezTo>
                    <a:cubicBezTo>
                      <a:pt x="303" y="3882"/>
                      <a:pt x="1045" y="4163"/>
                      <a:pt x="2052" y="4163"/>
                    </a:cubicBezTo>
                    <a:cubicBezTo>
                      <a:pt x="2522" y="4163"/>
                      <a:pt x="3051" y="4102"/>
                      <a:pt x="3603" y="4017"/>
                    </a:cubicBezTo>
                    <a:cubicBezTo>
                      <a:pt x="5337" y="3750"/>
                      <a:pt x="6672" y="3317"/>
                      <a:pt x="6472" y="1982"/>
                    </a:cubicBezTo>
                    <a:cubicBezTo>
                      <a:pt x="6325" y="836"/>
                      <a:pt x="5116" y="1"/>
                      <a:pt x="36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Google Shape;711;p36"/>
              <p:cNvSpPr/>
              <p:nvPr/>
            </p:nvSpPr>
            <p:spPr>
              <a:xfrm>
                <a:off x="3595124" y="2140722"/>
                <a:ext cx="34170" cy="31782"/>
              </a:xfrm>
              <a:custGeom>
                <a:avLst/>
                <a:gdLst/>
                <a:ahLst/>
                <a:cxnLst/>
                <a:rect l="l" t="t" r="r" b="b"/>
                <a:pathLst>
                  <a:path w="1202" h="1118" extrusionOk="0">
                    <a:moveTo>
                      <a:pt x="600" y="0"/>
                    </a:moveTo>
                    <a:cubicBezTo>
                      <a:pt x="578" y="0"/>
                      <a:pt x="556" y="1"/>
                      <a:pt x="534" y="4"/>
                    </a:cubicBezTo>
                    <a:cubicBezTo>
                      <a:pt x="234" y="71"/>
                      <a:pt x="0" y="337"/>
                      <a:pt x="34" y="638"/>
                    </a:cubicBezTo>
                    <a:cubicBezTo>
                      <a:pt x="92" y="928"/>
                      <a:pt x="302" y="1117"/>
                      <a:pt x="575" y="1117"/>
                    </a:cubicBezTo>
                    <a:cubicBezTo>
                      <a:pt x="616" y="1117"/>
                      <a:pt x="658" y="1113"/>
                      <a:pt x="701" y="1105"/>
                    </a:cubicBezTo>
                    <a:cubicBezTo>
                      <a:pt x="1001" y="1071"/>
                      <a:pt x="1201" y="771"/>
                      <a:pt x="1168" y="471"/>
                    </a:cubicBezTo>
                    <a:cubicBezTo>
                      <a:pt x="1137" y="193"/>
                      <a:pt x="877" y="0"/>
                      <a:pt x="60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Google Shape;712;p36"/>
              <p:cNvSpPr/>
              <p:nvPr/>
            </p:nvSpPr>
            <p:spPr>
              <a:xfrm>
                <a:off x="3655817" y="2130972"/>
                <a:ext cx="34141" cy="31782"/>
              </a:xfrm>
              <a:custGeom>
                <a:avLst/>
                <a:gdLst/>
                <a:ahLst/>
                <a:cxnLst/>
                <a:rect l="l" t="t" r="r" b="b"/>
                <a:pathLst>
                  <a:path w="1201" h="1118" extrusionOk="0">
                    <a:moveTo>
                      <a:pt x="651" y="0"/>
                    </a:moveTo>
                    <a:cubicBezTo>
                      <a:pt x="612" y="0"/>
                      <a:pt x="573" y="5"/>
                      <a:pt x="534" y="13"/>
                    </a:cubicBezTo>
                    <a:cubicBezTo>
                      <a:pt x="200" y="47"/>
                      <a:pt x="0" y="347"/>
                      <a:pt x="33" y="647"/>
                    </a:cubicBezTo>
                    <a:cubicBezTo>
                      <a:pt x="95" y="925"/>
                      <a:pt x="329" y="1118"/>
                      <a:pt x="629" y="1118"/>
                    </a:cubicBezTo>
                    <a:cubicBezTo>
                      <a:pt x="652" y="1118"/>
                      <a:pt x="676" y="1117"/>
                      <a:pt x="701" y="1114"/>
                    </a:cubicBezTo>
                    <a:cubicBezTo>
                      <a:pt x="1001" y="1047"/>
                      <a:pt x="1201" y="781"/>
                      <a:pt x="1168" y="447"/>
                    </a:cubicBezTo>
                    <a:cubicBezTo>
                      <a:pt x="1139" y="186"/>
                      <a:pt x="908" y="0"/>
                      <a:pt x="65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Google Shape;713;p36"/>
              <p:cNvSpPr/>
              <p:nvPr/>
            </p:nvSpPr>
            <p:spPr>
              <a:xfrm>
                <a:off x="3534431" y="2150871"/>
                <a:ext cx="34170" cy="31810"/>
              </a:xfrm>
              <a:custGeom>
                <a:avLst/>
                <a:gdLst/>
                <a:ahLst/>
                <a:cxnLst/>
                <a:rect l="l" t="t" r="r" b="b"/>
                <a:pathLst>
                  <a:path w="1202" h="1119" extrusionOk="0">
                    <a:moveTo>
                      <a:pt x="651" y="1"/>
                    </a:moveTo>
                    <a:cubicBezTo>
                      <a:pt x="612" y="1"/>
                      <a:pt x="573" y="5"/>
                      <a:pt x="534" y="14"/>
                    </a:cubicBezTo>
                    <a:cubicBezTo>
                      <a:pt x="234" y="47"/>
                      <a:pt x="0" y="347"/>
                      <a:pt x="34" y="648"/>
                    </a:cubicBezTo>
                    <a:cubicBezTo>
                      <a:pt x="96" y="926"/>
                      <a:pt x="358" y="1118"/>
                      <a:pt x="635" y="1118"/>
                    </a:cubicBezTo>
                    <a:cubicBezTo>
                      <a:pt x="657" y="1118"/>
                      <a:pt x="679" y="1117"/>
                      <a:pt x="701" y="1115"/>
                    </a:cubicBezTo>
                    <a:cubicBezTo>
                      <a:pt x="1001" y="1048"/>
                      <a:pt x="1201" y="781"/>
                      <a:pt x="1168" y="447"/>
                    </a:cubicBezTo>
                    <a:cubicBezTo>
                      <a:pt x="1139" y="186"/>
                      <a:pt x="908" y="1"/>
                      <a:pt x="6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14" name="Google Shape;714;p36"/>
            <p:cNvSpPr/>
            <p:nvPr/>
          </p:nvSpPr>
          <p:spPr>
            <a:xfrm>
              <a:off x="4421057" y="943612"/>
              <a:ext cx="579409" cy="327115"/>
            </a:xfrm>
            <a:custGeom>
              <a:avLst/>
              <a:gdLst/>
              <a:ahLst/>
              <a:cxnLst/>
              <a:rect l="l" t="t" r="r" b="b"/>
              <a:pathLst>
                <a:path w="20382" h="11507" extrusionOk="0">
                  <a:moveTo>
                    <a:pt x="19468" y="0"/>
                  </a:moveTo>
                  <a:cubicBezTo>
                    <a:pt x="19350" y="0"/>
                    <a:pt x="19229" y="27"/>
                    <a:pt x="19114" y="85"/>
                  </a:cubicBezTo>
                  <a:lnTo>
                    <a:pt x="534" y="9925"/>
                  </a:lnTo>
                  <a:cubicBezTo>
                    <a:pt x="134" y="10125"/>
                    <a:pt x="0" y="10659"/>
                    <a:pt x="234" y="11059"/>
                  </a:cubicBezTo>
                  <a:cubicBezTo>
                    <a:pt x="401" y="11326"/>
                    <a:pt x="667" y="11493"/>
                    <a:pt x="968" y="11493"/>
                  </a:cubicBezTo>
                  <a:cubicBezTo>
                    <a:pt x="1012" y="11502"/>
                    <a:pt x="1055" y="11506"/>
                    <a:pt x="1095" y="11506"/>
                  </a:cubicBezTo>
                  <a:cubicBezTo>
                    <a:pt x="1206" y="11506"/>
                    <a:pt x="1304" y="11475"/>
                    <a:pt x="1401" y="11426"/>
                  </a:cubicBezTo>
                  <a:lnTo>
                    <a:pt x="19881" y="1553"/>
                  </a:lnTo>
                  <a:cubicBezTo>
                    <a:pt x="20248" y="1319"/>
                    <a:pt x="20382" y="819"/>
                    <a:pt x="20181" y="452"/>
                  </a:cubicBezTo>
                  <a:cubicBezTo>
                    <a:pt x="20039" y="167"/>
                    <a:pt x="19761" y="0"/>
                    <a:pt x="194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6"/>
            <p:cNvSpPr/>
            <p:nvPr/>
          </p:nvSpPr>
          <p:spPr>
            <a:xfrm>
              <a:off x="4422961" y="1187776"/>
              <a:ext cx="565167" cy="188759"/>
            </a:xfrm>
            <a:custGeom>
              <a:avLst/>
              <a:gdLst/>
              <a:ahLst/>
              <a:cxnLst/>
              <a:rect l="l" t="t" r="r" b="b"/>
              <a:pathLst>
                <a:path w="19881" h="6640" extrusionOk="0">
                  <a:moveTo>
                    <a:pt x="871" y="1"/>
                  </a:moveTo>
                  <a:cubicBezTo>
                    <a:pt x="514" y="1"/>
                    <a:pt x="183" y="245"/>
                    <a:pt x="100" y="602"/>
                  </a:cubicBezTo>
                  <a:cubicBezTo>
                    <a:pt x="0" y="1069"/>
                    <a:pt x="300" y="1536"/>
                    <a:pt x="767" y="1670"/>
                  </a:cubicBezTo>
                  <a:lnTo>
                    <a:pt x="18847" y="6607"/>
                  </a:lnTo>
                  <a:lnTo>
                    <a:pt x="19014" y="6640"/>
                  </a:lnTo>
                  <a:cubicBezTo>
                    <a:pt x="19381" y="6640"/>
                    <a:pt x="19714" y="6406"/>
                    <a:pt x="19781" y="6040"/>
                  </a:cubicBezTo>
                  <a:cubicBezTo>
                    <a:pt x="19881" y="5606"/>
                    <a:pt x="19614" y="5172"/>
                    <a:pt x="19214" y="5072"/>
                  </a:cubicBezTo>
                  <a:lnTo>
                    <a:pt x="1101" y="35"/>
                  </a:lnTo>
                  <a:cubicBezTo>
                    <a:pt x="1025" y="12"/>
                    <a:pt x="947" y="1"/>
                    <a:pt x="8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6"/>
            <p:cNvSpPr/>
            <p:nvPr/>
          </p:nvSpPr>
          <p:spPr>
            <a:xfrm>
              <a:off x="3838492" y="820890"/>
              <a:ext cx="637600" cy="449609"/>
            </a:xfrm>
            <a:custGeom>
              <a:avLst/>
              <a:gdLst/>
              <a:ahLst/>
              <a:cxnLst/>
              <a:rect l="l" t="t" r="r" b="b"/>
              <a:pathLst>
                <a:path w="22429" h="15816" extrusionOk="0">
                  <a:moveTo>
                    <a:pt x="1341" y="0"/>
                  </a:moveTo>
                  <a:cubicBezTo>
                    <a:pt x="577" y="0"/>
                    <a:pt x="1" y="1157"/>
                    <a:pt x="913" y="1667"/>
                  </a:cubicBezTo>
                  <a:lnTo>
                    <a:pt x="21027" y="15677"/>
                  </a:lnTo>
                  <a:cubicBezTo>
                    <a:pt x="21160" y="15743"/>
                    <a:pt x="21294" y="15810"/>
                    <a:pt x="21461" y="15810"/>
                  </a:cubicBezTo>
                  <a:cubicBezTo>
                    <a:pt x="21488" y="15813"/>
                    <a:pt x="21516" y="15815"/>
                    <a:pt x="21543" y="15815"/>
                  </a:cubicBezTo>
                  <a:cubicBezTo>
                    <a:pt x="21787" y="15815"/>
                    <a:pt x="22045" y="15686"/>
                    <a:pt x="22195" y="15476"/>
                  </a:cubicBezTo>
                  <a:cubicBezTo>
                    <a:pt x="22428" y="15076"/>
                    <a:pt x="22328" y="14542"/>
                    <a:pt x="21928" y="14309"/>
                  </a:cubicBezTo>
                  <a:lnTo>
                    <a:pt x="1913" y="232"/>
                  </a:lnTo>
                  <a:cubicBezTo>
                    <a:pt x="1724" y="69"/>
                    <a:pt x="1527" y="0"/>
                    <a:pt x="13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36"/>
            <p:cNvSpPr/>
            <p:nvPr/>
          </p:nvSpPr>
          <p:spPr>
            <a:xfrm>
              <a:off x="3848299" y="1187747"/>
              <a:ext cx="627793" cy="113881"/>
            </a:xfrm>
            <a:custGeom>
              <a:avLst/>
              <a:gdLst/>
              <a:ahLst/>
              <a:cxnLst/>
              <a:rect l="l" t="t" r="r" b="b"/>
              <a:pathLst>
                <a:path w="22084" h="4006" extrusionOk="0">
                  <a:moveTo>
                    <a:pt x="21057" y="0"/>
                  </a:moveTo>
                  <a:cubicBezTo>
                    <a:pt x="21033" y="0"/>
                    <a:pt x="21008" y="1"/>
                    <a:pt x="20982" y="3"/>
                  </a:cubicBezTo>
                  <a:lnTo>
                    <a:pt x="868" y="2238"/>
                  </a:lnTo>
                  <a:cubicBezTo>
                    <a:pt x="368" y="2305"/>
                    <a:pt x="1" y="2738"/>
                    <a:pt x="101" y="3239"/>
                  </a:cubicBezTo>
                  <a:cubicBezTo>
                    <a:pt x="201" y="3672"/>
                    <a:pt x="601" y="3972"/>
                    <a:pt x="1035" y="4006"/>
                  </a:cubicBezTo>
                  <a:lnTo>
                    <a:pt x="1201" y="4006"/>
                  </a:lnTo>
                  <a:lnTo>
                    <a:pt x="21282" y="1671"/>
                  </a:lnTo>
                  <a:cubicBezTo>
                    <a:pt x="21749" y="1637"/>
                    <a:pt x="22083" y="1204"/>
                    <a:pt x="21983" y="737"/>
                  </a:cubicBezTo>
                  <a:cubicBezTo>
                    <a:pt x="21888" y="293"/>
                    <a:pt x="21522" y="0"/>
                    <a:pt x="210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36"/>
            <p:cNvSpPr/>
            <p:nvPr/>
          </p:nvSpPr>
          <p:spPr>
            <a:xfrm>
              <a:off x="4653366" y="758264"/>
              <a:ext cx="328139" cy="69249"/>
            </a:xfrm>
            <a:custGeom>
              <a:avLst/>
              <a:gdLst/>
              <a:ahLst/>
              <a:cxnLst/>
              <a:rect l="l" t="t" r="r" b="b"/>
              <a:pathLst>
                <a:path w="11543" h="2436" extrusionOk="0">
                  <a:moveTo>
                    <a:pt x="1" y="0"/>
                  </a:moveTo>
                  <a:lnTo>
                    <a:pt x="8073" y="2435"/>
                  </a:lnTo>
                  <a:lnTo>
                    <a:pt x="11542" y="7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36"/>
            <p:cNvSpPr/>
            <p:nvPr/>
          </p:nvSpPr>
          <p:spPr>
            <a:xfrm>
              <a:off x="3818905" y="684467"/>
              <a:ext cx="114762" cy="290330"/>
            </a:xfrm>
            <a:custGeom>
              <a:avLst/>
              <a:gdLst/>
              <a:ahLst/>
              <a:cxnLst/>
              <a:rect l="l" t="t" r="r" b="b"/>
              <a:pathLst>
                <a:path w="4037" h="10213" extrusionOk="0">
                  <a:moveTo>
                    <a:pt x="1311" y="1"/>
                  </a:moveTo>
                  <a:cubicBezTo>
                    <a:pt x="617" y="1"/>
                    <a:pt x="30" y="585"/>
                    <a:pt x="1" y="1329"/>
                  </a:cubicBezTo>
                  <a:lnTo>
                    <a:pt x="1" y="8500"/>
                  </a:lnTo>
                  <a:cubicBezTo>
                    <a:pt x="67" y="9334"/>
                    <a:pt x="734" y="10035"/>
                    <a:pt x="1568" y="10101"/>
                  </a:cubicBezTo>
                  <a:lnTo>
                    <a:pt x="2469" y="10202"/>
                  </a:lnTo>
                  <a:cubicBezTo>
                    <a:pt x="2528" y="10209"/>
                    <a:pt x="2586" y="10212"/>
                    <a:pt x="2643" y="10212"/>
                  </a:cubicBezTo>
                  <a:cubicBezTo>
                    <a:pt x="3373" y="10212"/>
                    <a:pt x="4003" y="9640"/>
                    <a:pt x="4003" y="8867"/>
                  </a:cubicBezTo>
                  <a:lnTo>
                    <a:pt x="4037" y="1796"/>
                  </a:lnTo>
                  <a:cubicBezTo>
                    <a:pt x="4003" y="928"/>
                    <a:pt x="3336" y="228"/>
                    <a:pt x="2469" y="128"/>
                  </a:cubicBezTo>
                  <a:lnTo>
                    <a:pt x="1568" y="28"/>
                  </a:lnTo>
                  <a:cubicBezTo>
                    <a:pt x="1481" y="9"/>
                    <a:pt x="1395" y="1"/>
                    <a:pt x="13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36"/>
            <p:cNvSpPr/>
            <p:nvPr/>
          </p:nvSpPr>
          <p:spPr>
            <a:xfrm>
              <a:off x="3836132" y="906883"/>
              <a:ext cx="79512" cy="172384"/>
            </a:xfrm>
            <a:custGeom>
              <a:avLst/>
              <a:gdLst/>
              <a:ahLst/>
              <a:cxnLst/>
              <a:rect l="l" t="t" r="r" b="b"/>
              <a:pathLst>
                <a:path w="2797" h="6064" extrusionOk="0">
                  <a:moveTo>
                    <a:pt x="601" y="1"/>
                  </a:moveTo>
                  <a:cubicBezTo>
                    <a:pt x="274" y="1"/>
                    <a:pt x="1" y="308"/>
                    <a:pt x="62" y="643"/>
                  </a:cubicBezTo>
                  <a:lnTo>
                    <a:pt x="762" y="5480"/>
                  </a:lnTo>
                  <a:cubicBezTo>
                    <a:pt x="835" y="5860"/>
                    <a:pt x="1172" y="6063"/>
                    <a:pt x="1482" y="6063"/>
                  </a:cubicBezTo>
                  <a:cubicBezTo>
                    <a:pt x="1743" y="6063"/>
                    <a:pt x="1984" y="5918"/>
                    <a:pt x="2030" y="5613"/>
                  </a:cubicBezTo>
                  <a:lnTo>
                    <a:pt x="2764" y="910"/>
                  </a:lnTo>
                  <a:cubicBezTo>
                    <a:pt x="2797" y="543"/>
                    <a:pt x="2497" y="209"/>
                    <a:pt x="2130" y="176"/>
                  </a:cubicBezTo>
                  <a:lnTo>
                    <a:pt x="695" y="9"/>
                  </a:lnTo>
                  <a:cubicBezTo>
                    <a:pt x="664" y="3"/>
                    <a:pt x="632" y="1"/>
                    <a:pt x="6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6"/>
            <p:cNvSpPr/>
            <p:nvPr/>
          </p:nvSpPr>
          <p:spPr>
            <a:xfrm>
              <a:off x="3847361" y="656352"/>
              <a:ext cx="58816" cy="56827"/>
            </a:xfrm>
            <a:custGeom>
              <a:avLst/>
              <a:gdLst/>
              <a:ahLst/>
              <a:cxnLst/>
              <a:rect l="l" t="t" r="r" b="b"/>
              <a:pathLst>
                <a:path w="2069" h="1999" extrusionOk="0">
                  <a:moveTo>
                    <a:pt x="870" y="1"/>
                  </a:moveTo>
                  <a:cubicBezTo>
                    <a:pt x="402" y="1"/>
                    <a:pt x="0" y="375"/>
                    <a:pt x="0" y="883"/>
                  </a:cubicBezTo>
                  <a:cubicBezTo>
                    <a:pt x="34" y="1450"/>
                    <a:pt x="467" y="1917"/>
                    <a:pt x="1034" y="1984"/>
                  </a:cubicBezTo>
                  <a:cubicBezTo>
                    <a:pt x="1086" y="1994"/>
                    <a:pt x="1138" y="1998"/>
                    <a:pt x="1189" y="1998"/>
                  </a:cubicBezTo>
                  <a:cubicBezTo>
                    <a:pt x="1661" y="1998"/>
                    <a:pt x="2068" y="1598"/>
                    <a:pt x="2068" y="1117"/>
                  </a:cubicBezTo>
                  <a:cubicBezTo>
                    <a:pt x="2035" y="550"/>
                    <a:pt x="1601" y="83"/>
                    <a:pt x="1034" y="16"/>
                  </a:cubicBezTo>
                  <a:cubicBezTo>
                    <a:pt x="979" y="6"/>
                    <a:pt x="924" y="1"/>
                    <a:pt x="8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6"/>
            <p:cNvSpPr/>
            <p:nvPr/>
          </p:nvSpPr>
          <p:spPr>
            <a:xfrm>
              <a:off x="3876755" y="585681"/>
              <a:ext cx="375527" cy="77778"/>
            </a:xfrm>
            <a:custGeom>
              <a:avLst/>
              <a:gdLst/>
              <a:ahLst/>
              <a:cxnLst/>
              <a:rect l="l" t="t" r="r" b="b"/>
              <a:pathLst>
                <a:path w="13210" h="2736" extrusionOk="0">
                  <a:moveTo>
                    <a:pt x="4103" y="0"/>
                  </a:moveTo>
                  <a:lnTo>
                    <a:pt x="0" y="1868"/>
                  </a:lnTo>
                  <a:lnTo>
                    <a:pt x="13210" y="2735"/>
                  </a:lnTo>
                  <a:lnTo>
                    <a:pt x="41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6"/>
            <p:cNvSpPr/>
            <p:nvPr/>
          </p:nvSpPr>
          <p:spPr>
            <a:xfrm>
              <a:off x="3475643" y="611266"/>
              <a:ext cx="401140" cy="80649"/>
            </a:xfrm>
            <a:custGeom>
              <a:avLst/>
              <a:gdLst/>
              <a:ahLst/>
              <a:cxnLst/>
              <a:rect l="l" t="t" r="r" b="b"/>
              <a:pathLst>
                <a:path w="14111" h="2837" extrusionOk="0">
                  <a:moveTo>
                    <a:pt x="0" y="1"/>
                  </a:moveTo>
                  <a:lnTo>
                    <a:pt x="9941" y="2836"/>
                  </a:lnTo>
                  <a:lnTo>
                    <a:pt x="14110" y="9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6"/>
            <p:cNvSpPr/>
            <p:nvPr/>
          </p:nvSpPr>
          <p:spPr>
            <a:xfrm>
              <a:off x="4743453" y="1224788"/>
              <a:ext cx="224776" cy="46507"/>
            </a:xfrm>
            <a:custGeom>
              <a:avLst/>
              <a:gdLst/>
              <a:ahLst/>
              <a:cxnLst/>
              <a:rect l="l" t="t" r="r" b="b"/>
              <a:pathLst>
                <a:path w="7907" h="1636" extrusionOk="0">
                  <a:moveTo>
                    <a:pt x="1" y="1"/>
                  </a:moveTo>
                  <a:lnTo>
                    <a:pt x="5505" y="1635"/>
                  </a:lnTo>
                  <a:lnTo>
                    <a:pt x="79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36"/>
            <p:cNvSpPr/>
            <p:nvPr/>
          </p:nvSpPr>
          <p:spPr>
            <a:xfrm>
              <a:off x="3826495" y="1173249"/>
              <a:ext cx="96739" cy="242344"/>
            </a:xfrm>
            <a:custGeom>
              <a:avLst/>
              <a:gdLst/>
              <a:ahLst/>
              <a:cxnLst/>
              <a:rect l="l" t="t" r="r" b="b"/>
              <a:pathLst>
                <a:path w="3403" h="8525" extrusionOk="0">
                  <a:moveTo>
                    <a:pt x="1166" y="0"/>
                  </a:moveTo>
                  <a:cubicBezTo>
                    <a:pt x="540" y="0"/>
                    <a:pt x="31" y="503"/>
                    <a:pt x="0" y="1147"/>
                  </a:cubicBezTo>
                  <a:lnTo>
                    <a:pt x="0" y="7151"/>
                  </a:lnTo>
                  <a:cubicBezTo>
                    <a:pt x="34" y="7885"/>
                    <a:pt x="634" y="8452"/>
                    <a:pt x="1335" y="8485"/>
                  </a:cubicBezTo>
                  <a:lnTo>
                    <a:pt x="2102" y="8519"/>
                  </a:lnTo>
                  <a:cubicBezTo>
                    <a:pt x="2142" y="8522"/>
                    <a:pt x="2181" y="8524"/>
                    <a:pt x="2220" y="8524"/>
                  </a:cubicBezTo>
                  <a:cubicBezTo>
                    <a:pt x="2869" y="8524"/>
                    <a:pt x="3403" y="8014"/>
                    <a:pt x="3403" y="7384"/>
                  </a:cubicBezTo>
                  <a:lnTo>
                    <a:pt x="3403" y="1414"/>
                  </a:lnTo>
                  <a:cubicBezTo>
                    <a:pt x="3369" y="680"/>
                    <a:pt x="2802" y="113"/>
                    <a:pt x="2102" y="79"/>
                  </a:cubicBezTo>
                  <a:lnTo>
                    <a:pt x="1335" y="13"/>
                  </a:lnTo>
                  <a:cubicBezTo>
                    <a:pt x="1278" y="4"/>
                    <a:pt x="1221" y="0"/>
                    <a:pt x="11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36"/>
            <p:cNvSpPr/>
            <p:nvPr/>
          </p:nvSpPr>
          <p:spPr>
            <a:xfrm>
              <a:off x="3841761" y="1360330"/>
              <a:ext cx="67259" cy="143246"/>
            </a:xfrm>
            <a:custGeom>
              <a:avLst/>
              <a:gdLst/>
              <a:ahLst/>
              <a:cxnLst/>
              <a:rect l="l" t="t" r="r" b="b"/>
              <a:pathLst>
                <a:path w="2366" h="5039" extrusionOk="0">
                  <a:moveTo>
                    <a:pt x="541" y="0"/>
                  </a:moveTo>
                  <a:cubicBezTo>
                    <a:pt x="235" y="0"/>
                    <a:pt x="1" y="255"/>
                    <a:pt x="64" y="570"/>
                  </a:cubicBezTo>
                  <a:lnTo>
                    <a:pt x="664" y="4573"/>
                  </a:lnTo>
                  <a:cubicBezTo>
                    <a:pt x="700" y="4878"/>
                    <a:pt x="948" y="5038"/>
                    <a:pt x="1201" y="5038"/>
                  </a:cubicBezTo>
                  <a:cubicBezTo>
                    <a:pt x="1418" y="5038"/>
                    <a:pt x="1639" y="4920"/>
                    <a:pt x="1732" y="4673"/>
                  </a:cubicBezTo>
                  <a:lnTo>
                    <a:pt x="2332" y="703"/>
                  </a:lnTo>
                  <a:cubicBezTo>
                    <a:pt x="2365" y="370"/>
                    <a:pt x="2132" y="103"/>
                    <a:pt x="1798" y="70"/>
                  </a:cubicBezTo>
                  <a:lnTo>
                    <a:pt x="598" y="3"/>
                  </a:lnTo>
                  <a:cubicBezTo>
                    <a:pt x="579" y="1"/>
                    <a:pt x="560" y="0"/>
                    <a:pt x="5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36"/>
            <p:cNvSpPr/>
            <p:nvPr/>
          </p:nvSpPr>
          <p:spPr>
            <a:xfrm>
              <a:off x="3851142" y="1149654"/>
              <a:ext cx="49350" cy="46934"/>
            </a:xfrm>
            <a:custGeom>
              <a:avLst/>
              <a:gdLst/>
              <a:ahLst/>
              <a:cxnLst/>
              <a:rect l="l" t="t" r="r" b="b"/>
              <a:pathLst>
                <a:path w="1736" h="1651" extrusionOk="0">
                  <a:moveTo>
                    <a:pt x="749" y="0"/>
                  </a:moveTo>
                  <a:cubicBezTo>
                    <a:pt x="335" y="0"/>
                    <a:pt x="1" y="316"/>
                    <a:pt x="1" y="742"/>
                  </a:cubicBezTo>
                  <a:cubicBezTo>
                    <a:pt x="1" y="1243"/>
                    <a:pt x="401" y="1610"/>
                    <a:pt x="868" y="1643"/>
                  </a:cubicBezTo>
                  <a:cubicBezTo>
                    <a:pt x="905" y="1648"/>
                    <a:pt x="942" y="1651"/>
                    <a:pt x="978" y="1651"/>
                  </a:cubicBezTo>
                  <a:cubicBezTo>
                    <a:pt x="1396" y="1651"/>
                    <a:pt x="1735" y="1308"/>
                    <a:pt x="1735" y="909"/>
                  </a:cubicBezTo>
                  <a:cubicBezTo>
                    <a:pt x="1735" y="409"/>
                    <a:pt x="1335" y="42"/>
                    <a:pt x="868" y="9"/>
                  </a:cubicBezTo>
                  <a:cubicBezTo>
                    <a:pt x="828" y="3"/>
                    <a:pt x="788" y="0"/>
                    <a:pt x="7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36"/>
            <p:cNvSpPr/>
            <p:nvPr/>
          </p:nvSpPr>
          <p:spPr>
            <a:xfrm>
              <a:off x="3875789" y="1084442"/>
              <a:ext cx="261760" cy="53131"/>
            </a:xfrm>
            <a:custGeom>
              <a:avLst/>
              <a:gdLst/>
              <a:ahLst/>
              <a:cxnLst/>
              <a:rect l="l" t="t" r="r" b="b"/>
              <a:pathLst>
                <a:path w="9208" h="1869" extrusionOk="0">
                  <a:moveTo>
                    <a:pt x="2836" y="1"/>
                  </a:moveTo>
                  <a:lnTo>
                    <a:pt x="1" y="1769"/>
                  </a:lnTo>
                  <a:lnTo>
                    <a:pt x="9208" y="1869"/>
                  </a:lnTo>
                  <a:lnTo>
                    <a:pt x="28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36"/>
            <p:cNvSpPr/>
            <p:nvPr/>
          </p:nvSpPr>
          <p:spPr>
            <a:xfrm>
              <a:off x="3602714" y="1131859"/>
              <a:ext cx="273103" cy="53131"/>
            </a:xfrm>
            <a:custGeom>
              <a:avLst/>
              <a:gdLst/>
              <a:ahLst/>
              <a:cxnLst/>
              <a:rect l="l" t="t" r="r" b="b"/>
              <a:pathLst>
                <a:path w="9607" h="1869" extrusionOk="0">
                  <a:moveTo>
                    <a:pt x="0" y="1"/>
                  </a:moveTo>
                  <a:lnTo>
                    <a:pt x="6738" y="1869"/>
                  </a:lnTo>
                  <a:lnTo>
                    <a:pt x="9607" y="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36"/>
            <p:cNvSpPr/>
            <p:nvPr/>
          </p:nvSpPr>
          <p:spPr>
            <a:xfrm>
              <a:off x="4120862" y="1027046"/>
              <a:ext cx="640642" cy="276855"/>
            </a:xfrm>
            <a:custGeom>
              <a:avLst/>
              <a:gdLst/>
              <a:ahLst/>
              <a:cxnLst/>
              <a:rect l="l" t="t" r="r" b="b"/>
              <a:pathLst>
                <a:path w="22536" h="9739" extrusionOk="0">
                  <a:moveTo>
                    <a:pt x="3047" y="0"/>
                  </a:moveTo>
                  <a:cubicBezTo>
                    <a:pt x="1242" y="0"/>
                    <a:pt x="1" y="1914"/>
                    <a:pt x="853" y="3588"/>
                  </a:cubicBezTo>
                  <a:lnTo>
                    <a:pt x="1921" y="5923"/>
                  </a:lnTo>
                  <a:cubicBezTo>
                    <a:pt x="2688" y="7624"/>
                    <a:pt x="4323" y="8791"/>
                    <a:pt x="6191" y="8958"/>
                  </a:cubicBezTo>
                  <a:lnTo>
                    <a:pt x="16698" y="9725"/>
                  </a:lnTo>
                  <a:cubicBezTo>
                    <a:pt x="16807" y="9734"/>
                    <a:pt x="16916" y="9739"/>
                    <a:pt x="17024" y="9739"/>
                  </a:cubicBezTo>
                  <a:cubicBezTo>
                    <a:pt x="18572" y="9739"/>
                    <a:pt x="20017" y="8860"/>
                    <a:pt x="20734" y="7457"/>
                  </a:cubicBezTo>
                  <a:lnTo>
                    <a:pt x="21768" y="5389"/>
                  </a:lnTo>
                  <a:cubicBezTo>
                    <a:pt x="22536" y="3721"/>
                    <a:pt x="21435" y="1753"/>
                    <a:pt x="19633" y="1586"/>
                  </a:cubicBezTo>
                  <a:lnTo>
                    <a:pt x="3355" y="19"/>
                  </a:lnTo>
                  <a:cubicBezTo>
                    <a:pt x="3251" y="6"/>
                    <a:pt x="3148" y="0"/>
                    <a:pt x="30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36"/>
            <p:cNvSpPr/>
            <p:nvPr/>
          </p:nvSpPr>
          <p:spPr>
            <a:xfrm>
              <a:off x="4147016" y="1098911"/>
              <a:ext cx="588876" cy="204991"/>
            </a:xfrm>
            <a:custGeom>
              <a:avLst/>
              <a:gdLst/>
              <a:ahLst/>
              <a:cxnLst/>
              <a:rect l="l" t="t" r="r" b="b"/>
              <a:pathLst>
                <a:path w="20715" h="7211" extrusionOk="0">
                  <a:moveTo>
                    <a:pt x="2089" y="1"/>
                  </a:moveTo>
                  <a:cubicBezTo>
                    <a:pt x="1977" y="1"/>
                    <a:pt x="1868" y="9"/>
                    <a:pt x="1768" y="26"/>
                  </a:cubicBezTo>
                  <a:cubicBezTo>
                    <a:pt x="634" y="192"/>
                    <a:pt x="0" y="1460"/>
                    <a:pt x="567" y="2461"/>
                  </a:cubicBezTo>
                  <a:lnTo>
                    <a:pt x="1001" y="3428"/>
                  </a:lnTo>
                  <a:cubicBezTo>
                    <a:pt x="1768" y="5129"/>
                    <a:pt x="3403" y="6263"/>
                    <a:pt x="5271" y="6430"/>
                  </a:cubicBezTo>
                  <a:lnTo>
                    <a:pt x="15778" y="7197"/>
                  </a:lnTo>
                  <a:cubicBezTo>
                    <a:pt x="15887" y="7206"/>
                    <a:pt x="15996" y="7211"/>
                    <a:pt x="16104" y="7211"/>
                  </a:cubicBezTo>
                  <a:cubicBezTo>
                    <a:pt x="17656" y="7211"/>
                    <a:pt x="19131" y="6330"/>
                    <a:pt x="19848" y="4896"/>
                  </a:cubicBezTo>
                  <a:lnTo>
                    <a:pt x="20248" y="4062"/>
                  </a:lnTo>
                  <a:cubicBezTo>
                    <a:pt x="20715" y="3095"/>
                    <a:pt x="20248" y="1960"/>
                    <a:pt x="19247" y="1560"/>
                  </a:cubicBezTo>
                  <a:cubicBezTo>
                    <a:pt x="19047" y="1493"/>
                    <a:pt x="18847" y="1460"/>
                    <a:pt x="18647" y="1460"/>
                  </a:cubicBezTo>
                  <a:lnTo>
                    <a:pt x="2435" y="26"/>
                  </a:lnTo>
                  <a:cubicBezTo>
                    <a:pt x="2318" y="9"/>
                    <a:pt x="2202" y="1"/>
                    <a:pt x="20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36"/>
            <p:cNvSpPr/>
            <p:nvPr/>
          </p:nvSpPr>
          <p:spPr>
            <a:xfrm>
              <a:off x="4304419" y="1153634"/>
              <a:ext cx="286407" cy="234783"/>
            </a:xfrm>
            <a:custGeom>
              <a:avLst/>
              <a:gdLst/>
              <a:ahLst/>
              <a:cxnLst/>
              <a:rect l="l" t="t" r="r" b="b"/>
              <a:pathLst>
                <a:path w="10075" h="8259" extrusionOk="0">
                  <a:moveTo>
                    <a:pt x="3708" y="0"/>
                  </a:moveTo>
                  <a:cubicBezTo>
                    <a:pt x="1609" y="0"/>
                    <a:pt x="28" y="569"/>
                    <a:pt x="0" y="2871"/>
                  </a:cubicBezTo>
                  <a:cubicBezTo>
                    <a:pt x="0" y="5706"/>
                    <a:pt x="2169" y="8041"/>
                    <a:pt x="5004" y="8241"/>
                  </a:cubicBezTo>
                  <a:cubicBezTo>
                    <a:pt x="5138" y="8253"/>
                    <a:pt x="5271" y="8259"/>
                    <a:pt x="5404" y="8259"/>
                  </a:cubicBezTo>
                  <a:cubicBezTo>
                    <a:pt x="7902" y="8259"/>
                    <a:pt x="10009" y="6206"/>
                    <a:pt x="10041" y="3671"/>
                  </a:cubicBezTo>
                  <a:cubicBezTo>
                    <a:pt x="10074" y="936"/>
                    <a:pt x="7906" y="302"/>
                    <a:pt x="5137" y="69"/>
                  </a:cubicBezTo>
                  <a:cubicBezTo>
                    <a:pt x="4644" y="27"/>
                    <a:pt x="4163" y="0"/>
                    <a:pt x="3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36"/>
            <p:cNvSpPr/>
            <p:nvPr/>
          </p:nvSpPr>
          <p:spPr>
            <a:xfrm>
              <a:off x="4371735" y="1208385"/>
              <a:ext cx="146032" cy="146544"/>
            </a:xfrm>
            <a:custGeom>
              <a:avLst/>
              <a:gdLst/>
              <a:ahLst/>
              <a:cxnLst/>
              <a:rect l="l" t="t" r="r" b="b"/>
              <a:pathLst>
                <a:path w="5137" h="5155" extrusionOk="0">
                  <a:moveTo>
                    <a:pt x="2345" y="0"/>
                  </a:moveTo>
                  <a:cubicBezTo>
                    <a:pt x="1046" y="0"/>
                    <a:pt x="1" y="1087"/>
                    <a:pt x="1" y="2412"/>
                  </a:cubicBezTo>
                  <a:cubicBezTo>
                    <a:pt x="34" y="3847"/>
                    <a:pt x="1135" y="5014"/>
                    <a:pt x="2569" y="5148"/>
                  </a:cubicBezTo>
                  <a:cubicBezTo>
                    <a:pt x="2629" y="5152"/>
                    <a:pt x="2687" y="5154"/>
                    <a:pt x="2746" y="5154"/>
                  </a:cubicBezTo>
                  <a:cubicBezTo>
                    <a:pt x="4067" y="5154"/>
                    <a:pt x="5136" y="4088"/>
                    <a:pt x="5104" y="2746"/>
                  </a:cubicBezTo>
                  <a:cubicBezTo>
                    <a:pt x="5104" y="1312"/>
                    <a:pt x="4004" y="111"/>
                    <a:pt x="2569" y="11"/>
                  </a:cubicBezTo>
                  <a:cubicBezTo>
                    <a:pt x="2494" y="4"/>
                    <a:pt x="2419" y="0"/>
                    <a:pt x="23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36"/>
            <p:cNvSpPr/>
            <p:nvPr/>
          </p:nvSpPr>
          <p:spPr>
            <a:xfrm>
              <a:off x="4399253" y="1235079"/>
              <a:ext cx="90115" cy="92304"/>
            </a:xfrm>
            <a:custGeom>
              <a:avLst/>
              <a:gdLst/>
              <a:ahLst/>
              <a:cxnLst/>
              <a:rect l="l" t="t" r="r" b="b"/>
              <a:pathLst>
                <a:path w="3170" h="3247" extrusionOk="0">
                  <a:moveTo>
                    <a:pt x="1413" y="1"/>
                  </a:moveTo>
                  <a:cubicBezTo>
                    <a:pt x="1055" y="1"/>
                    <a:pt x="707" y="133"/>
                    <a:pt x="467" y="373"/>
                  </a:cubicBezTo>
                  <a:cubicBezTo>
                    <a:pt x="167" y="673"/>
                    <a:pt x="0" y="1040"/>
                    <a:pt x="0" y="1473"/>
                  </a:cubicBezTo>
                  <a:cubicBezTo>
                    <a:pt x="33" y="2374"/>
                    <a:pt x="734" y="3141"/>
                    <a:pt x="1668" y="3241"/>
                  </a:cubicBezTo>
                  <a:cubicBezTo>
                    <a:pt x="1705" y="3245"/>
                    <a:pt x="1742" y="3246"/>
                    <a:pt x="1780" y="3246"/>
                  </a:cubicBezTo>
                  <a:cubicBezTo>
                    <a:pt x="2115" y="3246"/>
                    <a:pt x="2466" y="3114"/>
                    <a:pt x="2735" y="2874"/>
                  </a:cubicBezTo>
                  <a:cubicBezTo>
                    <a:pt x="3036" y="2608"/>
                    <a:pt x="3169" y="2207"/>
                    <a:pt x="3169" y="1807"/>
                  </a:cubicBezTo>
                  <a:cubicBezTo>
                    <a:pt x="3169" y="873"/>
                    <a:pt x="2435" y="106"/>
                    <a:pt x="1535" y="6"/>
                  </a:cubicBezTo>
                  <a:cubicBezTo>
                    <a:pt x="1494" y="2"/>
                    <a:pt x="1454" y="1"/>
                    <a:pt x="14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Прямоугольник 2"/>
          <p:cNvSpPr/>
          <p:nvPr/>
        </p:nvSpPr>
        <p:spPr>
          <a:xfrm>
            <a:off x="199430" y="184396"/>
            <a:ext cx="51328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buClr>
                <a:srgbClr val="80ED99"/>
              </a:buClr>
              <a:buSzPts val="4800"/>
            </a:pPr>
            <a:r>
              <a:rPr lang="ru-RU" sz="4800" dirty="0">
                <a:solidFill>
                  <a:srgbClr val="80ED99"/>
                </a:solidFill>
                <a:latin typeface="Poppins Black"/>
                <a:cs typeface="Poppins Black"/>
                <a:sym typeface="Poppins Black"/>
              </a:rPr>
              <a:t>7</a:t>
            </a:r>
            <a:endParaRPr lang="en" sz="4800" dirty="0">
              <a:solidFill>
                <a:srgbClr val="80ED99"/>
              </a:solidFill>
              <a:latin typeface="Poppins Black"/>
              <a:cs typeface="Poppins Black"/>
              <a:sym typeface="Poppins Black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ES</a:t>
            </a:r>
            <a:endParaRPr lang="ru-RU" dirty="0"/>
          </a:p>
        </p:txBody>
      </p:sp>
      <p:pic>
        <p:nvPicPr>
          <p:cNvPr id="1229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8575" y="1795986"/>
            <a:ext cx="4021462" cy="2044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137786" y="1333086"/>
            <a:ext cx="4384110" cy="2970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600" b="1" dirty="0" err="1"/>
              <a:t>Gradient-Free</a:t>
            </a:r>
            <a:r>
              <a:rPr lang="ru-RU" sz="1600" b="1" dirty="0"/>
              <a:t> </a:t>
            </a:r>
            <a:r>
              <a:rPr lang="ru-RU" sz="1600" b="1" dirty="0" err="1"/>
              <a:t>Optimization</a:t>
            </a:r>
            <a:endParaRPr lang="en-US" sz="1600" b="1" dirty="0"/>
          </a:p>
          <a:p>
            <a:pPr lvl="0"/>
            <a:endParaRPr lang="ru-RU" sz="1600" dirty="0"/>
          </a:p>
          <a:p>
            <a:pPr lvl="0"/>
            <a:r>
              <a:rPr lang="ru-RU" sz="1600" b="1" dirty="0" err="1"/>
              <a:t>Global</a:t>
            </a:r>
            <a:r>
              <a:rPr lang="ru-RU" sz="1600" b="1" dirty="0"/>
              <a:t> </a:t>
            </a:r>
            <a:r>
              <a:rPr lang="ru-RU" sz="1600" b="1" dirty="0" err="1"/>
              <a:t>Search</a:t>
            </a:r>
            <a:r>
              <a:rPr lang="ru-RU" sz="1600" b="1" dirty="0"/>
              <a:t> </a:t>
            </a:r>
            <a:r>
              <a:rPr lang="ru-RU" sz="1600" b="1" dirty="0" err="1"/>
              <a:t>Capability</a:t>
            </a:r>
            <a:endParaRPr lang="en-US" sz="1600" b="1" dirty="0"/>
          </a:p>
          <a:p>
            <a:pPr lvl="0"/>
            <a:endParaRPr lang="ru-RU" sz="1600" dirty="0"/>
          </a:p>
          <a:p>
            <a:pPr lvl="0"/>
            <a:r>
              <a:rPr lang="ru-RU" sz="1600" b="1" dirty="0" err="1"/>
              <a:t>Flexibility</a:t>
            </a:r>
            <a:endParaRPr lang="en-US" sz="1600" b="1" dirty="0"/>
          </a:p>
          <a:p>
            <a:pPr lvl="0"/>
            <a:endParaRPr lang="ru-RU" sz="1600" dirty="0"/>
          </a:p>
          <a:p>
            <a:pPr lvl="0"/>
            <a:r>
              <a:rPr lang="ru-RU" sz="1600" b="1" dirty="0" err="1"/>
              <a:t>Robustness</a:t>
            </a:r>
            <a:r>
              <a:rPr lang="ru-RU" sz="1600" b="1" dirty="0"/>
              <a:t> </a:t>
            </a:r>
            <a:r>
              <a:rPr lang="ru-RU" sz="1600" b="1" dirty="0" err="1"/>
              <a:t>to</a:t>
            </a:r>
            <a:r>
              <a:rPr lang="ru-RU" sz="1600" b="1" dirty="0"/>
              <a:t> </a:t>
            </a:r>
            <a:r>
              <a:rPr lang="ru-RU" sz="1600" b="1" dirty="0" err="1"/>
              <a:t>Noise</a:t>
            </a:r>
            <a:endParaRPr lang="en-US" sz="1600" b="1" dirty="0"/>
          </a:p>
          <a:p>
            <a:pPr lvl="0"/>
            <a:endParaRPr lang="ru-RU" sz="1600" dirty="0"/>
          </a:p>
          <a:p>
            <a:pPr lvl="0"/>
            <a:r>
              <a:rPr lang="ru-RU" sz="1600" b="1" dirty="0" err="1"/>
              <a:t>Parallelization</a:t>
            </a:r>
            <a:endParaRPr lang="en-US" sz="1600" b="1" dirty="0"/>
          </a:p>
          <a:p>
            <a:pPr lvl="0"/>
            <a:endParaRPr lang="ru-RU" sz="1600" dirty="0"/>
          </a:p>
          <a:p>
            <a:pPr lvl="0"/>
            <a:r>
              <a:rPr lang="ru-RU" sz="1600" b="1" dirty="0" err="1"/>
              <a:t>Self-Adaptive</a:t>
            </a:r>
            <a:r>
              <a:rPr lang="ru-RU" sz="1600" b="1" dirty="0"/>
              <a:t> </a:t>
            </a:r>
            <a:r>
              <a:rPr lang="ru-RU" sz="1600" b="1" dirty="0" err="1"/>
              <a:t>Parameters</a:t>
            </a:r>
            <a:endParaRPr lang="en-US" sz="1600" b="1" dirty="0"/>
          </a:p>
          <a:p>
            <a:pPr lvl="0"/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33554758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Disadvantages of ES</a:t>
            </a:r>
            <a:endParaRPr lang="ru-RU" dirty="0"/>
          </a:p>
        </p:txBody>
      </p:sp>
      <p:pic>
        <p:nvPicPr>
          <p:cNvPr id="13314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7319" y="1674225"/>
            <a:ext cx="3488789" cy="2805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720000" y="1075052"/>
            <a:ext cx="4084447" cy="40034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b="1" dirty="0" err="1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High</a:t>
            </a:r>
            <a:r>
              <a:rPr lang="ru-RU" sz="1600" b="1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Computational</a:t>
            </a:r>
            <a:r>
              <a:rPr lang="ru-RU" sz="1600" b="1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Cost</a:t>
            </a:r>
            <a:endParaRPr lang="en-US" sz="1600" b="1" dirty="0">
              <a:latin typeface="Times New Roman" panose="02020603050405020304" pitchFamily="18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ru-RU" sz="1600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b="1" dirty="0" err="1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Slower</a:t>
            </a:r>
            <a:r>
              <a:rPr lang="ru-RU" sz="1600" b="1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Convergence</a:t>
            </a:r>
            <a:endParaRPr lang="en-US" sz="1600" b="1" dirty="0">
              <a:latin typeface="Times New Roman" panose="02020603050405020304" pitchFamily="18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ru-RU" sz="1600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b="1" dirty="0" err="1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Parameter</a:t>
            </a:r>
            <a:r>
              <a:rPr lang="ru-RU" sz="1600" b="1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Sensitivity</a:t>
            </a:r>
            <a:endParaRPr lang="en-US" sz="1600" b="1" dirty="0">
              <a:latin typeface="Times New Roman" panose="02020603050405020304" pitchFamily="18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ru-RU" sz="1600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b="1" dirty="0" err="1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No</a:t>
            </a:r>
            <a:r>
              <a:rPr lang="ru-RU" sz="1600" b="1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Guarantee</a:t>
            </a:r>
            <a:r>
              <a:rPr lang="ru-RU" sz="1600" b="1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of</a:t>
            </a:r>
            <a:r>
              <a:rPr lang="ru-RU" sz="1600" b="1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Optimality</a:t>
            </a:r>
            <a:endParaRPr lang="en-US" sz="1600" b="1" dirty="0">
              <a:latin typeface="Times New Roman" panose="02020603050405020304" pitchFamily="18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ru-RU" sz="1600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1600" b="1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Reduced Efficiency on Simple Problems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ru-RU" sz="1600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600" b="1" dirty="0" err="1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Lack</a:t>
            </a:r>
            <a:r>
              <a:rPr lang="ru-RU" sz="1600" b="1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of</a:t>
            </a:r>
            <a:r>
              <a:rPr lang="ru-RU" sz="1600" b="1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Interpretability</a:t>
            </a:r>
            <a:endParaRPr lang="ru-RU" sz="1600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9704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50"/>
          <p:cNvSpPr txBox="1">
            <a:spLocks noGrp="1"/>
          </p:cNvSpPr>
          <p:nvPr>
            <p:ph type="title"/>
          </p:nvPr>
        </p:nvSpPr>
        <p:spPr>
          <a:xfrm>
            <a:off x="1684030" y="387651"/>
            <a:ext cx="4569235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Real-world cases</a:t>
            </a:r>
            <a:endParaRPr dirty="0"/>
          </a:p>
        </p:txBody>
      </p:sp>
      <p:grpSp>
        <p:nvGrpSpPr>
          <p:cNvPr id="1159" name="Google Shape;1159;p50"/>
          <p:cNvGrpSpPr/>
          <p:nvPr/>
        </p:nvGrpSpPr>
        <p:grpSpPr>
          <a:xfrm>
            <a:off x="719940" y="1412000"/>
            <a:ext cx="1311625" cy="3192398"/>
            <a:chOff x="719940" y="1412000"/>
            <a:chExt cx="1311625" cy="3192398"/>
          </a:xfrm>
        </p:grpSpPr>
        <p:sp>
          <p:nvSpPr>
            <p:cNvPr id="1160" name="Google Shape;1160;p50"/>
            <p:cNvSpPr/>
            <p:nvPr/>
          </p:nvSpPr>
          <p:spPr>
            <a:xfrm flipH="1">
              <a:off x="719940" y="4414799"/>
              <a:ext cx="1275535" cy="189599"/>
            </a:xfrm>
            <a:custGeom>
              <a:avLst/>
              <a:gdLst/>
              <a:ahLst/>
              <a:cxnLst/>
              <a:rect l="l" t="t" r="r" b="b"/>
              <a:pathLst>
                <a:path w="161716" h="9441" extrusionOk="0">
                  <a:moveTo>
                    <a:pt x="80858" y="1"/>
                  </a:moveTo>
                  <a:cubicBezTo>
                    <a:pt x="36193" y="1"/>
                    <a:pt x="0" y="2136"/>
                    <a:pt x="0" y="4738"/>
                  </a:cubicBezTo>
                  <a:cubicBezTo>
                    <a:pt x="0" y="7339"/>
                    <a:pt x="36193" y="9441"/>
                    <a:pt x="80858" y="9441"/>
                  </a:cubicBezTo>
                  <a:cubicBezTo>
                    <a:pt x="125523" y="9441"/>
                    <a:pt x="161716" y="7339"/>
                    <a:pt x="161716" y="4738"/>
                  </a:cubicBezTo>
                  <a:cubicBezTo>
                    <a:pt x="161716" y="2136"/>
                    <a:pt x="125523" y="1"/>
                    <a:pt x="808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61" name="Google Shape;1161;p50"/>
            <p:cNvGrpSpPr/>
            <p:nvPr/>
          </p:nvGrpSpPr>
          <p:grpSpPr>
            <a:xfrm>
              <a:off x="1026482" y="1412000"/>
              <a:ext cx="1005082" cy="3115556"/>
              <a:chOff x="1026482" y="1412000"/>
              <a:chExt cx="1005082" cy="3115556"/>
            </a:xfrm>
          </p:grpSpPr>
          <p:sp>
            <p:nvSpPr>
              <p:cNvPr id="1162" name="Google Shape;1162;p50"/>
              <p:cNvSpPr/>
              <p:nvPr/>
            </p:nvSpPr>
            <p:spPr>
              <a:xfrm flipH="1">
                <a:off x="1377454" y="2484982"/>
                <a:ext cx="37581" cy="32256"/>
              </a:xfrm>
              <a:custGeom>
                <a:avLst/>
                <a:gdLst/>
                <a:ahLst/>
                <a:cxnLst/>
                <a:rect l="l" t="t" r="r" b="b"/>
                <a:pathLst>
                  <a:path w="1468" h="1260" extrusionOk="0">
                    <a:moveTo>
                      <a:pt x="634" y="0"/>
                    </a:moveTo>
                    <a:cubicBezTo>
                      <a:pt x="267" y="0"/>
                      <a:pt x="0" y="267"/>
                      <a:pt x="0" y="634"/>
                    </a:cubicBezTo>
                    <a:cubicBezTo>
                      <a:pt x="0" y="1014"/>
                      <a:pt x="300" y="1259"/>
                      <a:pt x="618" y="1259"/>
                    </a:cubicBezTo>
                    <a:cubicBezTo>
                      <a:pt x="774" y="1259"/>
                      <a:pt x="935" y="1200"/>
                      <a:pt x="1068" y="1068"/>
                    </a:cubicBezTo>
                    <a:cubicBezTo>
                      <a:pt x="1468" y="667"/>
                      <a:pt x="1168" y="0"/>
                      <a:pt x="6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Google Shape;1163;p50"/>
              <p:cNvSpPr/>
              <p:nvPr/>
            </p:nvSpPr>
            <p:spPr>
              <a:xfrm flipH="1">
                <a:off x="1440633" y="2484982"/>
                <a:ext cx="31616" cy="32461"/>
              </a:xfrm>
              <a:custGeom>
                <a:avLst/>
                <a:gdLst/>
                <a:ahLst/>
                <a:cxnLst/>
                <a:rect l="l" t="t" r="r" b="b"/>
                <a:pathLst>
                  <a:path w="1235" h="1268" extrusionOk="0">
                    <a:moveTo>
                      <a:pt x="634" y="0"/>
                    </a:moveTo>
                    <a:cubicBezTo>
                      <a:pt x="267" y="0"/>
                      <a:pt x="0" y="267"/>
                      <a:pt x="0" y="634"/>
                    </a:cubicBezTo>
                    <a:cubicBezTo>
                      <a:pt x="0" y="968"/>
                      <a:pt x="267" y="1268"/>
                      <a:pt x="634" y="1268"/>
                    </a:cubicBezTo>
                    <a:cubicBezTo>
                      <a:pt x="968" y="1268"/>
                      <a:pt x="1234" y="968"/>
                      <a:pt x="1234" y="634"/>
                    </a:cubicBezTo>
                    <a:cubicBezTo>
                      <a:pt x="1234" y="267"/>
                      <a:pt x="968" y="0"/>
                      <a:pt x="6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Google Shape;1164;p50"/>
              <p:cNvSpPr/>
              <p:nvPr/>
            </p:nvSpPr>
            <p:spPr>
              <a:xfrm flipH="1">
                <a:off x="1497002" y="2484982"/>
                <a:ext cx="32461" cy="32461"/>
              </a:xfrm>
              <a:custGeom>
                <a:avLst/>
                <a:gdLst/>
                <a:ahLst/>
                <a:cxnLst/>
                <a:rect l="l" t="t" r="r" b="b"/>
                <a:pathLst>
                  <a:path w="1268" h="1268" extrusionOk="0">
                    <a:moveTo>
                      <a:pt x="634" y="0"/>
                    </a:moveTo>
                    <a:cubicBezTo>
                      <a:pt x="267" y="0"/>
                      <a:pt x="0" y="267"/>
                      <a:pt x="0" y="634"/>
                    </a:cubicBezTo>
                    <a:cubicBezTo>
                      <a:pt x="0" y="968"/>
                      <a:pt x="267" y="1268"/>
                      <a:pt x="634" y="1268"/>
                    </a:cubicBezTo>
                    <a:cubicBezTo>
                      <a:pt x="968" y="1268"/>
                      <a:pt x="1268" y="968"/>
                      <a:pt x="1268" y="634"/>
                    </a:cubicBezTo>
                    <a:cubicBezTo>
                      <a:pt x="1268" y="267"/>
                      <a:pt x="968" y="0"/>
                      <a:pt x="6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0"/>
              <p:cNvSpPr/>
              <p:nvPr/>
            </p:nvSpPr>
            <p:spPr>
              <a:xfrm flipH="1">
                <a:off x="1309965" y="2353480"/>
                <a:ext cx="313446" cy="1404749"/>
              </a:xfrm>
              <a:custGeom>
                <a:avLst/>
                <a:gdLst/>
                <a:ahLst/>
                <a:cxnLst/>
                <a:rect l="l" t="t" r="r" b="b"/>
                <a:pathLst>
                  <a:path w="12244" h="54873" extrusionOk="0">
                    <a:moveTo>
                      <a:pt x="9808" y="0"/>
                    </a:moveTo>
                    <a:lnTo>
                      <a:pt x="1" y="54873"/>
                    </a:lnTo>
                    <a:lnTo>
                      <a:pt x="2436" y="54873"/>
                    </a:lnTo>
                    <a:lnTo>
                      <a:pt x="1224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0"/>
              <p:cNvSpPr/>
              <p:nvPr/>
            </p:nvSpPr>
            <p:spPr>
              <a:xfrm flipH="1">
                <a:off x="1861606" y="1993532"/>
                <a:ext cx="169958" cy="225178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8796" extrusionOk="0">
                    <a:moveTo>
                      <a:pt x="3655" y="1"/>
                    </a:moveTo>
                    <a:cubicBezTo>
                      <a:pt x="3616" y="1"/>
                      <a:pt x="3577" y="6"/>
                      <a:pt x="3536" y="18"/>
                    </a:cubicBezTo>
                    <a:lnTo>
                      <a:pt x="334" y="585"/>
                    </a:lnTo>
                    <a:cubicBezTo>
                      <a:pt x="134" y="618"/>
                      <a:pt x="0" y="852"/>
                      <a:pt x="67" y="1052"/>
                    </a:cubicBezTo>
                    <a:lnTo>
                      <a:pt x="2569" y="8457"/>
                    </a:lnTo>
                    <a:cubicBezTo>
                      <a:pt x="2659" y="8667"/>
                      <a:pt x="2829" y="8796"/>
                      <a:pt x="3032" y="8796"/>
                    </a:cubicBezTo>
                    <a:cubicBezTo>
                      <a:pt x="3055" y="8796"/>
                      <a:pt x="3079" y="8794"/>
                      <a:pt x="3102" y="8791"/>
                    </a:cubicBezTo>
                    <a:lnTo>
                      <a:pt x="6305" y="8190"/>
                    </a:lnTo>
                    <a:cubicBezTo>
                      <a:pt x="6505" y="8157"/>
                      <a:pt x="6638" y="7924"/>
                      <a:pt x="6572" y="7723"/>
                    </a:cubicBezTo>
                    <a:lnTo>
                      <a:pt x="4070" y="318"/>
                    </a:lnTo>
                    <a:cubicBezTo>
                      <a:pt x="3987" y="125"/>
                      <a:pt x="3836" y="1"/>
                      <a:pt x="365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0"/>
              <p:cNvSpPr/>
              <p:nvPr/>
            </p:nvSpPr>
            <p:spPr>
              <a:xfrm flipH="1">
                <a:off x="1861606" y="1993532"/>
                <a:ext cx="169958" cy="225178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8796" extrusionOk="0">
                    <a:moveTo>
                      <a:pt x="3655" y="1"/>
                    </a:moveTo>
                    <a:cubicBezTo>
                      <a:pt x="3616" y="1"/>
                      <a:pt x="3577" y="6"/>
                      <a:pt x="3536" y="18"/>
                    </a:cubicBezTo>
                    <a:lnTo>
                      <a:pt x="334" y="585"/>
                    </a:lnTo>
                    <a:cubicBezTo>
                      <a:pt x="134" y="618"/>
                      <a:pt x="0" y="852"/>
                      <a:pt x="67" y="1052"/>
                    </a:cubicBezTo>
                    <a:lnTo>
                      <a:pt x="2569" y="8457"/>
                    </a:lnTo>
                    <a:cubicBezTo>
                      <a:pt x="2659" y="8667"/>
                      <a:pt x="2829" y="8796"/>
                      <a:pt x="3032" y="8796"/>
                    </a:cubicBezTo>
                    <a:cubicBezTo>
                      <a:pt x="3055" y="8796"/>
                      <a:pt x="3079" y="8794"/>
                      <a:pt x="3102" y="8791"/>
                    </a:cubicBezTo>
                    <a:lnTo>
                      <a:pt x="6305" y="8190"/>
                    </a:lnTo>
                    <a:cubicBezTo>
                      <a:pt x="6505" y="8157"/>
                      <a:pt x="6638" y="7924"/>
                      <a:pt x="6572" y="7723"/>
                    </a:cubicBezTo>
                    <a:lnTo>
                      <a:pt x="4070" y="318"/>
                    </a:lnTo>
                    <a:cubicBezTo>
                      <a:pt x="3987" y="125"/>
                      <a:pt x="3836" y="1"/>
                      <a:pt x="36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0"/>
              <p:cNvSpPr/>
              <p:nvPr/>
            </p:nvSpPr>
            <p:spPr>
              <a:xfrm flipH="1">
                <a:off x="1851367" y="1992150"/>
                <a:ext cx="169958" cy="224870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8784" extrusionOk="0">
                    <a:moveTo>
                      <a:pt x="3575" y="0"/>
                    </a:moveTo>
                    <a:cubicBezTo>
                      <a:pt x="3551" y="0"/>
                      <a:pt x="3527" y="2"/>
                      <a:pt x="3503" y="5"/>
                    </a:cubicBezTo>
                    <a:lnTo>
                      <a:pt x="334" y="606"/>
                    </a:lnTo>
                    <a:cubicBezTo>
                      <a:pt x="134" y="639"/>
                      <a:pt x="1" y="839"/>
                      <a:pt x="67" y="1073"/>
                    </a:cubicBezTo>
                    <a:lnTo>
                      <a:pt x="2569" y="8478"/>
                    </a:lnTo>
                    <a:cubicBezTo>
                      <a:pt x="2629" y="8657"/>
                      <a:pt x="2823" y="8783"/>
                      <a:pt x="3031" y="8783"/>
                    </a:cubicBezTo>
                    <a:cubicBezTo>
                      <a:pt x="3055" y="8783"/>
                      <a:pt x="3079" y="8782"/>
                      <a:pt x="3103" y="8778"/>
                    </a:cubicBezTo>
                    <a:lnTo>
                      <a:pt x="6272" y="8211"/>
                    </a:lnTo>
                    <a:cubicBezTo>
                      <a:pt x="6505" y="8144"/>
                      <a:pt x="6639" y="7944"/>
                      <a:pt x="6572" y="7711"/>
                    </a:cubicBezTo>
                    <a:lnTo>
                      <a:pt x="4070" y="305"/>
                    </a:lnTo>
                    <a:cubicBezTo>
                      <a:pt x="3980" y="126"/>
                      <a:pt x="3783" y="0"/>
                      <a:pt x="35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Google Shape;1169;p50"/>
              <p:cNvSpPr/>
              <p:nvPr/>
            </p:nvSpPr>
            <p:spPr>
              <a:xfrm flipH="1">
                <a:off x="1858202" y="2006793"/>
                <a:ext cx="158848" cy="18959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7406" extrusionOk="0">
                    <a:moveTo>
                      <a:pt x="3970" y="0"/>
                    </a:moveTo>
                    <a:lnTo>
                      <a:pt x="0" y="734"/>
                    </a:lnTo>
                    <a:lnTo>
                      <a:pt x="2235" y="7406"/>
                    </a:lnTo>
                    <a:lnTo>
                      <a:pt x="6205" y="6638"/>
                    </a:lnTo>
                    <a:lnTo>
                      <a:pt x="397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Google Shape;1170;p50"/>
              <p:cNvSpPr/>
              <p:nvPr/>
            </p:nvSpPr>
            <p:spPr>
              <a:xfrm flipH="1">
                <a:off x="1858202" y="2006793"/>
                <a:ext cx="158848" cy="18959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7406" extrusionOk="0">
                    <a:moveTo>
                      <a:pt x="3970" y="0"/>
                    </a:moveTo>
                    <a:lnTo>
                      <a:pt x="0" y="734"/>
                    </a:lnTo>
                    <a:lnTo>
                      <a:pt x="2235" y="7406"/>
                    </a:lnTo>
                    <a:lnTo>
                      <a:pt x="6205" y="6638"/>
                    </a:lnTo>
                    <a:lnTo>
                      <a:pt x="397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0"/>
              <p:cNvSpPr/>
              <p:nvPr/>
            </p:nvSpPr>
            <p:spPr>
              <a:xfrm flipH="1">
                <a:off x="1932493" y="2081081"/>
                <a:ext cx="84557" cy="91392"/>
              </a:xfrm>
              <a:custGeom>
                <a:avLst/>
                <a:gdLst/>
                <a:ahLst/>
                <a:cxnLst/>
                <a:rect l="l" t="t" r="r" b="b"/>
                <a:pathLst>
                  <a:path w="3303" h="3570" extrusionOk="0">
                    <a:moveTo>
                      <a:pt x="301" y="0"/>
                    </a:moveTo>
                    <a:lnTo>
                      <a:pt x="0" y="734"/>
                    </a:lnTo>
                    <a:lnTo>
                      <a:pt x="701" y="3570"/>
                    </a:lnTo>
                    <a:lnTo>
                      <a:pt x="3303" y="3369"/>
                    </a:lnTo>
                    <a:lnTo>
                      <a:pt x="301" y="0"/>
                    </a:lnTo>
                    <a:close/>
                  </a:path>
                </a:pathLst>
              </a:custGeom>
              <a:solidFill>
                <a:srgbClr val="F6B2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0"/>
              <p:cNvSpPr/>
              <p:nvPr/>
            </p:nvSpPr>
            <p:spPr>
              <a:xfrm flipH="1">
                <a:off x="1339868" y="1664381"/>
                <a:ext cx="222054" cy="249370"/>
              </a:xfrm>
              <a:custGeom>
                <a:avLst/>
                <a:gdLst/>
                <a:ahLst/>
                <a:cxnLst/>
                <a:rect l="l" t="t" r="r" b="b"/>
                <a:pathLst>
                  <a:path w="8674" h="9741" extrusionOk="0">
                    <a:moveTo>
                      <a:pt x="8540" y="0"/>
                    </a:moveTo>
                    <a:lnTo>
                      <a:pt x="4070" y="3803"/>
                    </a:lnTo>
                    <a:cubicBezTo>
                      <a:pt x="4471" y="5404"/>
                      <a:pt x="4537" y="7105"/>
                      <a:pt x="2202" y="7672"/>
                    </a:cubicBezTo>
                    <a:cubicBezTo>
                      <a:pt x="2202" y="7672"/>
                      <a:pt x="1" y="9740"/>
                      <a:pt x="4237" y="9740"/>
                    </a:cubicBezTo>
                    <a:cubicBezTo>
                      <a:pt x="8106" y="9740"/>
                      <a:pt x="8674" y="7672"/>
                      <a:pt x="8674" y="7672"/>
                    </a:cubicBezTo>
                    <a:cubicBezTo>
                      <a:pt x="7206" y="6271"/>
                      <a:pt x="8106" y="2102"/>
                      <a:pt x="8540" y="0"/>
                    </a:cubicBezTo>
                    <a:close/>
                  </a:path>
                </a:pathLst>
              </a:custGeom>
              <a:solidFill>
                <a:srgbClr val="F6B2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0"/>
              <p:cNvSpPr/>
              <p:nvPr/>
            </p:nvSpPr>
            <p:spPr>
              <a:xfrm flipH="1">
                <a:off x="1280092" y="1830876"/>
                <a:ext cx="279270" cy="51302"/>
              </a:xfrm>
              <a:custGeom>
                <a:avLst/>
                <a:gdLst/>
                <a:ahLst/>
                <a:cxnLst/>
                <a:rect l="l" t="t" r="r" b="b"/>
                <a:pathLst>
                  <a:path w="10909" h="2004" extrusionOk="0">
                    <a:moveTo>
                      <a:pt x="5371" y="1"/>
                    </a:moveTo>
                    <a:cubicBezTo>
                      <a:pt x="4871" y="1"/>
                      <a:pt x="4404" y="434"/>
                      <a:pt x="3970" y="468"/>
                    </a:cubicBezTo>
                    <a:cubicBezTo>
                      <a:pt x="3925" y="473"/>
                      <a:pt x="3880" y="476"/>
                      <a:pt x="3835" y="476"/>
                    </a:cubicBezTo>
                    <a:cubicBezTo>
                      <a:pt x="3388" y="476"/>
                      <a:pt x="2929" y="226"/>
                      <a:pt x="2573" y="226"/>
                    </a:cubicBezTo>
                    <a:cubicBezTo>
                      <a:pt x="2538" y="226"/>
                      <a:pt x="2503" y="229"/>
                      <a:pt x="2469" y="234"/>
                    </a:cubicBezTo>
                    <a:cubicBezTo>
                      <a:pt x="1902" y="334"/>
                      <a:pt x="1535" y="835"/>
                      <a:pt x="1168" y="1001"/>
                    </a:cubicBezTo>
                    <a:cubicBezTo>
                      <a:pt x="468" y="1235"/>
                      <a:pt x="1" y="1569"/>
                      <a:pt x="1" y="1869"/>
                    </a:cubicBezTo>
                    <a:cubicBezTo>
                      <a:pt x="396" y="1963"/>
                      <a:pt x="790" y="2004"/>
                      <a:pt x="1185" y="2004"/>
                    </a:cubicBezTo>
                    <a:cubicBezTo>
                      <a:pt x="1491" y="2004"/>
                      <a:pt x="1797" y="1979"/>
                      <a:pt x="2102" y="1935"/>
                    </a:cubicBezTo>
                    <a:cubicBezTo>
                      <a:pt x="3170" y="1835"/>
                      <a:pt x="3136" y="1535"/>
                      <a:pt x="4204" y="1535"/>
                    </a:cubicBezTo>
                    <a:cubicBezTo>
                      <a:pt x="5238" y="1535"/>
                      <a:pt x="5238" y="1935"/>
                      <a:pt x="6272" y="1935"/>
                    </a:cubicBezTo>
                    <a:cubicBezTo>
                      <a:pt x="6315" y="1937"/>
                      <a:pt x="6356" y="1937"/>
                      <a:pt x="6395" y="1937"/>
                    </a:cubicBezTo>
                    <a:cubicBezTo>
                      <a:pt x="7341" y="1937"/>
                      <a:pt x="7381" y="1569"/>
                      <a:pt x="8373" y="1569"/>
                    </a:cubicBezTo>
                    <a:cubicBezTo>
                      <a:pt x="9275" y="1569"/>
                      <a:pt x="9416" y="1999"/>
                      <a:pt x="10122" y="1999"/>
                    </a:cubicBezTo>
                    <a:cubicBezTo>
                      <a:pt x="10226" y="1999"/>
                      <a:pt x="10342" y="1990"/>
                      <a:pt x="10475" y="1969"/>
                    </a:cubicBezTo>
                    <a:cubicBezTo>
                      <a:pt x="10909" y="1902"/>
                      <a:pt x="10542" y="1535"/>
                      <a:pt x="10075" y="1168"/>
                    </a:cubicBezTo>
                    <a:cubicBezTo>
                      <a:pt x="9908" y="1035"/>
                      <a:pt x="9841" y="534"/>
                      <a:pt x="9474" y="434"/>
                    </a:cubicBezTo>
                    <a:cubicBezTo>
                      <a:pt x="9444" y="421"/>
                      <a:pt x="9411" y="416"/>
                      <a:pt x="9376" y="416"/>
                    </a:cubicBezTo>
                    <a:cubicBezTo>
                      <a:pt x="9158" y="416"/>
                      <a:pt x="8865" y="637"/>
                      <a:pt x="8588" y="637"/>
                    </a:cubicBezTo>
                    <a:cubicBezTo>
                      <a:pt x="8572" y="637"/>
                      <a:pt x="8556" y="636"/>
                      <a:pt x="8540" y="635"/>
                    </a:cubicBezTo>
                    <a:cubicBezTo>
                      <a:pt x="8273" y="568"/>
                      <a:pt x="8006" y="134"/>
                      <a:pt x="7740" y="101"/>
                    </a:cubicBezTo>
                    <a:cubicBezTo>
                      <a:pt x="7729" y="99"/>
                      <a:pt x="7718" y="99"/>
                      <a:pt x="7707" y="99"/>
                    </a:cubicBezTo>
                    <a:cubicBezTo>
                      <a:pt x="7446" y="99"/>
                      <a:pt x="7127" y="468"/>
                      <a:pt x="6839" y="468"/>
                    </a:cubicBezTo>
                    <a:cubicBezTo>
                      <a:pt x="6305" y="434"/>
                      <a:pt x="5905" y="1"/>
                      <a:pt x="537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0"/>
              <p:cNvSpPr/>
              <p:nvPr/>
            </p:nvSpPr>
            <p:spPr>
              <a:xfrm flipH="1">
                <a:off x="1280092" y="1830876"/>
                <a:ext cx="279270" cy="51302"/>
              </a:xfrm>
              <a:custGeom>
                <a:avLst/>
                <a:gdLst/>
                <a:ahLst/>
                <a:cxnLst/>
                <a:rect l="l" t="t" r="r" b="b"/>
                <a:pathLst>
                  <a:path w="10909" h="2004" extrusionOk="0">
                    <a:moveTo>
                      <a:pt x="5371" y="1"/>
                    </a:moveTo>
                    <a:cubicBezTo>
                      <a:pt x="4871" y="1"/>
                      <a:pt x="4404" y="434"/>
                      <a:pt x="3970" y="468"/>
                    </a:cubicBezTo>
                    <a:cubicBezTo>
                      <a:pt x="3925" y="473"/>
                      <a:pt x="3880" y="476"/>
                      <a:pt x="3835" y="476"/>
                    </a:cubicBezTo>
                    <a:cubicBezTo>
                      <a:pt x="3388" y="476"/>
                      <a:pt x="2929" y="226"/>
                      <a:pt x="2573" y="226"/>
                    </a:cubicBezTo>
                    <a:cubicBezTo>
                      <a:pt x="2538" y="226"/>
                      <a:pt x="2503" y="229"/>
                      <a:pt x="2469" y="234"/>
                    </a:cubicBezTo>
                    <a:cubicBezTo>
                      <a:pt x="1902" y="334"/>
                      <a:pt x="1535" y="835"/>
                      <a:pt x="1168" y="1001"/>
                    </a:cubicBezTo>
                    <a:cubicBezTo>
                      <a:pt x="468" y="1235"/>
                      <a:pt x="1" y="1569"/>
                      <a:pt x="1" y="1869"/>
                    </a:cubicBezTo>
                    <a:cubicBezTo>
                      <a:pt x="396" y="1963"/>
                      <a:pt x="790" y="2004"/>
                      <a:pt x="1185" y="2004"/>
                    </a:cubicBezTo>
                    <a:cubicBezTo>
                      <a:pt x="1491" y="2004"/>
                      <a:pt x="1797" y="1979"/>
                      <a:pt x="2102" y="1935"/>
                    </a:cubicBezTo>
                    <a:cubicBezTo>
                      <a:pt x="3170" y="1835"/>
                      <a:pt x="3136" y="1535"/>
                      <a:pt x="4204" y="1535"/>
                    </a:cubicBezTo>
                    <a:cubicBezTo>
                      <a:pt x="5238" y="1535"/>
                      <a:pt x="5238" y="1935"/>
                      <a:pt x="6272" y="1935"/>
                    </a:cubicBezTo>
                    <a:cubicBezTo>
                      <a:pt x="6315" y="1937"/>
                      <a:pt x="6356" y="1937"/>
                      <a:pt x="6395" y="1937"/>
                    </a:cubicBezTo>
                    <a:cubicBezTo>
                      <a:pt x="7341" y="1937"/>
                      <a:pt x="7381" y="1569"/>
                      <a:pt x="8373" y="1569"/>
                    </a:cubicBezTo>
                    <a:cubicBezTo>
                      <a:pt x="9275" y="1569"/>
                      <a:pt x="9416" y="1999"/>
                      <a:pt x="10122" y="1999"/>
                    </a:cubicBezTo>
                    <a:cubicBezTo>
                      <a:pt x="10226" y="1999"/>
                      <a:pt x="10342" y="1990"/>
                      <a:pt x="10475" y="1969"/>
                    </a:cubicBezTo>
                    <a:cubicBezTo>
                      <a:pt x="10909" y="1902"/>
                      <a:pt x="10542" y="1535"/>
                      <a:pt x="10075" y="1168"/>
                    </a:cubicBezTo>
                    <a:cubicBezTo>
                      <a:pt x="9908" y="1035"/>
                      <a:pt x="9841" y="534"/>
                      <a:pt x="9474" y="434"/>
                    </a:cubicBezTo>
                    <a:cubicBezTo>
                      <a:pt x="9444" y="421"/>
                      <a:pt x="9411" y="416"/>
                      <a:pt x="9376" y="416"/>
                    </a:cubicBezTo>
                    <a:cubicBezTo>
                      <a:pt x="9158" y="416"/>
                      <a:pt x="8865" y="637"/>
                      <a:pt x="8588" y="637"/>
                    </a:cubicBezTo>
                    <a:cubicBezTo>
                      <a:pt x="8572" y="637"/>
                      <a:pt x="8556" y="636"/>
                      <a:pt x="8540" y="635"/>
                    </a:cubicBezTo>
                    <a:cubicBezTo>
                      <a:pt x="8273" y="568"/>
                      <a:pt x="8006" y="134"/>
                      <a:pt x="7740" y="101"/>
                    </a:cubicBezTo>
                    <a:cubicBezTo>
                      <a:pt x="7729" y="99"/>
                      <a:pt x="7718" y="99"/>
                      <a:pt x="7707" y="99"/>
                    </a:cubicBezTo>
                    <a:cubicBezTo>
                      <a:pt x="7446" y="99"/>
                      <a:pt x="7127" y="468"/>
                      <a:pt x="6839" y="468"/>
                    </a:cubicBezTo>
                    <a:cubicBezTo>
                      <a:pt x="6305" y="434"/>
                      <a:pt x="5905" y="1"/>
                      <a:pt x="537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Google Shape;1175;p50"/>
              <p:cNvSpPr/>
              <p:nvPr/>
            </p:nvSpPr>
            <p:spPr>
              <a:xfrm flipH="1">
                <a:off x="1052108" y="1975204"/>
                <a:ext cx="244250" cy="681472"/>
              </a:xfrm>
              <a:custGeom>
                <a:avLst/>
                <a:gdLst/>
                <a:ahLst/>
                <a:cxnLst/>
                <a:rect l="l" t="t" r="r" b="b"/>
                <a:pathLst>
                  <a:path w="9541" h="26620" extrusionOk="0">
                    <a:moveTo>
                      <a:pt x="5738" y="0"/>
                    </a:moveTo>
                    <a:lnTo>
                      <a:pt x="2503" y="1468"/>
                    </a:lnTo>
                    <a:cubicBezTo>
                      <a:pt x="2903" y="2469"/>
                      <a:pt x="3336" y="3536"/>
                      <a:pt x="3737" y="4603"/>
                    </a:cubicBezTo>
                    <a:cubicBezTo>
                      <a:pt x="4137" y="5671"/>
                      <a:pt x="4504" y="6738"/>
                      <a:pt x="4838" y="7806"/>
                    </a:cubicBezTo>
                    <a:cubicBezTo>
                      <a:pt x="5004" y="8339"/>
                      <a:pt x="5138" y="8873"/>
                      <a:pt x="5305" y="9440"/>
                    </a:cubicBezTo>
                    <a:cubicBezTo>
                      <a:pt x="5471" y="9974"/>
                      <a:pt x="5605" y="10508"/>
                      <a:pt x="5738" y="11041"/>
                    </a:cubicBezTo>
                    <a:cubicBezTo>
                      <a:pt x="5838" y="11608"/>
                      <a:pt x="5972" y="12142"/>
                      <a:pt x="6072" y="12676"/>
                    </a:cubicBezTo>
                    <a:cubicBezTo>
                      <a:pt x="6105" y="12976"/>
                      <a:pt x="6172" y="13243"/>
                      <a:pt x="6172" y="13510"/>
                    </a:cubicBezTo>
                    <a:lnTo>
                      <a:pt x="6305" y="14310"/>
                    </a:lnTo>
                    <a:cubicBezTo>
                      <a:pt x="6305" y="14677"/>
                      <a:pt x="6239" y="15078"/>
                      <a:pt x="6138" y="15444"/>
                    </a:cubicBezTo>
                    <a:cubicBezTo>
                      <a:pt x="5972" y="15911"/>
                      <a:pt x="5772" y="16378"/>
                      <a:pt x="5571" y="16845"/>
                    </a:cubicBezTo>
                    <a:cubicBezTo>
                      <a:pt x="5071" y="17846"/>
                      <a:pt x="4537" y="18814"/>
                      <a:pt x="3937" y="19781"/>
                    </a:cubicBezTo>
                    <a:cubicBezTo>
                      <a:pt x="3370" y="20748"/>
                      <a:pt x="2703" y="21682"/>
                      <a:pt x="2036" y="22616"/>
                    </a:cubicBezTo>
                    <a:cubicBezTo>
                      <a:pt x="1368" y="23550"/>
                      <a:pt x="668" y="24484"/>
                      <a:pt x="1" y="25418"/>
                    </a:cubicBezTo>
                    <a:lnTo>
                      <a:pt x="1302" y="26619"/>
                    </a:lnTo>
                    <a:cubicBezTo>
                      <a:pt x="3036" y="24985"/>
                      <a:pt x="4671" y="23217"/>
                      <a:pt x="6172" y="21315"/>
                    </a:cubicBezTo>
                    <a:cubicBezTo>
                      <a:pt x="6906" y="20348"/>
                      <a:pt x="7606" y="19314"/>
                      <a:pt x="8240" y="18246"/>
                    </a:cubicBezTo>
                    <a:cubicBezTo>
                      <a:pt x="8574" y="17679"/>
                      <a:pt x="8840" y="17079"/>
                      <a:pt x="9107" y="16445"/>
                    </a:cubicBezTo>
                    <a:cubicBezTo>
                      <a:pt x="9374" y="15711"/>
                      <a:pt x="9541" y="14944"/>
                      <a:pt x="9508" y="14144"/>
                    </a:cubicBezTo>
                    <a:lnTo>
                      <a:pt x="9441" y="13176"/>
                    </a:lnTo>
                    <a:cubicBezTo>
                      <a:pt x="9407" y="12876"/>
                      <a:pt x="9374" y="12542"/>
                      <a:pt x="9341" y="12242"/>
                    </a:cubicBezTo>
                    <a:cubicBezTo>
                      <a:pt x="9274" y="11642"/>
                      <a:pt x="9174" y="11041"/>
                      <a:pt x="9074" y="10441"/>
                    </a:cubicBezTo>
                    <a:cubicBezTo>
                      <a:pt x="8840" y="9207"/>
                      <a:pt x="8574" y="8039"/>
                      <a:pt x="8240" y="6872"/>
                    </a:cubicBezTo>
                    <a:cubicBezTo>
                      <a:pt x="7906" y="5704"/>
                      <a:pt x="7573" y="4537"/>
                      <a:pt x="7139" y="3403"/>
                    </a:cubicBezTo>
                    <a:cubicBezTo>
                      <a:pt x="6706" y="2268"/>
                      <a:pt x="6272" y="1168"/>
                      <a:pt x="5738" y="0"/>
                    </a:cubicBezTo>
                    <a:close/>
                  </a:path>
                </a:pathLst>
              </a:custGeom>
              <a:solidFill>
                <a:srgbClr val="F6B2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Google Shape;1176;p50"/>
              <p:cNvSpPr/>
              <p:nvPr/>
            </p:nvSpPr>
            <p:spPr>
              <a:xfrm flipH="1">
                <a:off x="1109323" y="1879745"/>
                <a:ext cx="192154" cy="236390"/>
              </a:xfrm>
              <a:custGeom>
                <a:avLst/>
                <a:gdLst/>
                <a:ahLst/>
                <a:cxnLst/>
                <a:rect l="l" t="t" r="r" b="b"/>
                <a:pathLst>
                  <a:path w="7506" h="9234" extrusionOk="0">
                    <a:moveTo>
                      <a:pt x="4005" y="1"/>
                    </a:moveTo>
                    <a:cubicBezTo>
                      <a:pt x="2536" y="1"/>
                      <a:pt x="1362" y="1547"/>
                      <a:pt x="701" y="3229"/>
                    </a:cubicBezTo>
                    <a:cubicBezTo>
                      <a:pt x="1" y="5063"/>
                      <a:pt x="1802" y="9233"/>
                      <a:pt x="1802" y="9233"/>
                    </a:cubicBezTo>
                    <a:lnTo>
                      <a:pt x="7506" y="5597"/>
                    </a:lnTo>
                    <a:cubicBezTo>
                      <a:pt x="7506" y="5597"/>
                      <a:pt x="5972" y="360"/>
                      <a:pt x="4504" y="60"/>
                    </a:cubicBezTo>
                    <a:cubicBezTo>
                      <a:pt x="4334" y="20"/>
                      <a:pt x="4168" y="1"/>
                      <a:pt x="400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Google Shape;1177;p50"/>
              <p:cNvSpPr/>
              <p:nvPr/>
            </p:nvSpPr>
            <p:spPr>
              <a:xfrm flipH="1">
                <a:off x="1197261" y="1926514"/>
                <a:ext cx="58957" cy="189619"/>
              </a:xfrm>
              <a:custGeom>
                <a:avLst/>
                <a:gdLst/>
                <a:ahLst/>
                <a:cxnLst/>
                <a:rect l="l" t="t" r="r" b="b"/>
                <a:pathLst>
                  <a:path w="2303" h="7407" extrusionOk="0">
                    <a:moveTo>
                      <a:pt x="1969" y="1"/>
                    </a:moveTo>
                    <a:lnTo>
                      <a:pt x="1" y="7373"/>
                    </a:lnTo>
                    <a:lnTo>
                      <a:pt x="1" y="7406"/>
                    </a:lnTo>
                    <a:lnTo>
                      <a:pt x="2302" y="5938"/>
                    </a:lnTo>
                    <a:lnTo>
                      <a:pt x="1969" y="1"/>
                    </a:lnTo>
                    <a:close/>
                  </a:path>
                </a:pathLst>
              </a:custGeom>
              <a:solidFill>
                <a:srgbClr val="AAF6B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50"/>
              <p:cNvSpPr/>
              <p:nvPr/>
            </p:nvSpPr>
            <p:spPr>
              <a:xfrm flipH="1">
                <a:off x="1187006" y="1857576"/>
                <a:ext cx="512384" cy="565965"/>
              </a:xfrm>
              <a:custGeom>
                <a:avLst/>
                <a:gdLst/>
                <a:ahLst/>
                <a:cxnLst/>
                <a:rect l="l" t="t" r="r" b="b"/>
                <a:pathLst>
                  <a:path w="20015" h="22108" extrusionOk="0">
                    <a:moveTo>
                      <a:pt x="10779" y="0"/>
                    </a:moveTo>
                    <a:cubicBezTo>
                      <a:pt x="9707" y="0"/>
                      <a:pt x="8640" y="42"/>
                      <a:pt x="7572" y="125"/>
                    </a:cubicBezTo>
                    <a:cubicBezTo>
                      <a:pt x="4837" y="359"/>
                      <a:pt x="1668" y="1026"/>
                      <a:pt x="1668" y="1026"/>
                    </a:cubicBezTo>
                    <a:cubicBezTo>
                      <a:pt x="1668" y="1026"/>
                      <a:pt x="0" y="1593"/>
                      <a:pt x="3336" y="22108"/>
                    </a:cubicBezTo>
                    <a:lnTo>
                      <a:pt x="17513" y="22108"/>
                    </a:lnTo>
                    <a:cubicBezTo>
                      <a:pt x="17279" y="16337"/>
                      <a:pt x="17279" y="12768"/>
                      <a:pt x="20014" y="926"/>
                    </a:cubicBezTo>
                    <a:cubicBezTo>
                      <a:pt x="18046" y="492"/>
                      <a:pt x="16012" y="225"/>
                      <a:pt x="14010" y="125"/>
                    </a:cubicBezTo>
                    <a:cubicBezTo>
                      <a:pt x="12926" y="42"/>
                      <a:pt x="11850" y="0"/>
                      <a:pt x="1077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Google Shape;1179;p50"/>
              <p:cNvSpPr/>
              <p:nvPr/>
            </p:nvSpPr>
            <p:spPr>
              <a:xfrm flipH="1">
                <a:off x="1251913" y="2587455"/>
                <a:ext cx="113613" cy="84019"/>
              </a:xfrm>
              <a:custGeom>
                <a:avLst/>
                <a:gdLst/>
                <a:ahLst/>
                <a:cxnLst/>
                <a:rect l="l" t="t" r="r" b="b"/>
                <a:pathLst>
                  <a:path w="4438" h="3282" extrusionOk="0">
                    <a:moveTo>
                      <a:pt x="1" y="0"/>
                    </a:moveTo>
                    <a:lnTo>
                      <a:pt x="1402" y="3269"/>
                    </a:lnTo>
                    <a:cubicBezTo>
                      <a:pt x="1402" y="3269"/>
                      <a:pt x="1542" y="3282"/>
                      <a:pt x="1764" y="3282"/>
                    </a:cubicBezTo>
                    <a:cubicBezTo>
                      <a:pt x="2430" y="3282"/>
                      <a:pt x="3837" y="3169"/>
                      <a:pt x="4437" y="2268"/>
                    </a:cubicBezTo>
                    <a:lnTo>
                      <a:pt x="3370" y="103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58A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Google Shape;1180;p50"/>
              <p:cNvSpPr/>
              <p:nvPr/>
            </p:nvSpPr>
            <p:spPr>
              <a:xfrm flipH="1">
                <a:off x="1329633" y="2587455"/>
                <a:ext cx="105907" cy="95667"/>
              </a:xfrm>
              <a:custGeom>
                <a:avLst/>
                <a:gdLst/>
                <a:ahLst/>
                <a:cxnLst/>
                <a:rect l="l" t="t" r="r" b="b"/>
                <a:pathLst>
                  <a:path w="4137" h="3737" extrusionOk="0">
                    <a:moveTo>
                      <a:pt x="2736" y="0"/>
                    </a:moveTo>
                    <a:lnTo>
                      <a:pt x="1" y="1068"/>
                    </a:lnTo>
                    <a:lnTo>
                      <a:pt x="1301" y="3736"/>
                    </a:lnTo>
                    <a:lnTo>
                      <a:pt x="4137" y="3269"/>
                    </a:lnTo>
                    <a:lnTo>
                      <a:pt x="2736" y="0"/>
                    </a:lnTo>
                    <a:close/>
                  </a:path>
                </a:pathLst>
              </a:custGeom>
              <a:solidFill>
                <a:srgbClr val="E58A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Google Shape;1181;p50"/>
              <p:cNvSpPr/>
              <p:nvPr/>
            </p:nvSpPr>
            <p:spPr>
              <a:xfrm flipH="1">
                <a:off x="1050397" y="4228658"/>
                <a:ext cx="118733" cy="207539"/>
              </a:xfrm>
              <a:custGeom>
                <a:avLst/>
                <a:gdLst/>
                <a:ahLst/>
                <a:cxnLst/>
                <a:rect l="l" t="t" r="r" b="b"/>
                <a:pathLst>
                  <a:path w="4638" h="8107" extrusionOk="0">
                    <a:moveTo>
                      <a:pt x="1" y="1"/>
                    </a:moveTo>
                    <a:lnTo>
                      <a:pt x="1135" y="8107"/>
                    </a:lnTo>
                    <a:lnTo>
                      <a:pt x="4638" y="8107"/>
                    </a:lnTo>
                    <a:lnTo>
                      <a:pt x="3503" y="1"/>
                    </a:lnTo>
                    <a:close/>
                  </a:path>
                </a:pathLst>
              </a:custGeom>
              <a:solidFill>
                <a:srgbClr val="F6B2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Google Shape;1182;p50"/>
              <p:cNvSpPr/>
              <p:nvPr/>
            </p:nvSpPr>
            <p:spPr>
              <a:xfrm flipH="1">
                <a:off x="1456861" y="4228658"/>
                <a:ext cx="95667" cy="207539"/>
              </a:xfrm>
              <a:custGeom>
                <a:avLst/>
                <a:gdLst/>
                <a:ahLst/>
                <a:cxnLst/>
                <a:rect l="l" t="t" r="r" b="b"/>
                <a:pathLst>
                  <a:path w="3737" h="8107" extrusionOk="0">
                    <a:moveTo>
                      <a:pt x="1" y="1"/>
                    </a:moveTo>
                    <a:lnTo>
                      <a:pt x="234" y="8107"/>
                    </a:lnTo>
                    <a:lnTo>
                      <a:pt x="3737" y="8107"/>
                    </a:lnTo>
                    <a:lnTo>
                      <a:pt x="3503" y="1"/>
                    </a:lnTo>
                    <a:close/>
                  </a:path>
                </a:pathLst>
              </a:custGeom>
              <a:solidFill>
                <a:srgbClr val="F6B2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Google Shape;1183;p50"/>
              <p:cNvSpPr/>
              <p:nvPr/>
            </p:nvSpPr>
            <p:spPr>
              <a:xfrm flipH="1">
                <a:off x="1053790" y="2422648"/>
                <a:ext cx="463718" cy="1892352"/>
              </a:xfrm>
              <a:custGeom>
                <a:avLst/>
                <a:gdLst/>
                <a:ahLst/>
                <a:cxnLst/>
                <a:rect l="l" t="t" r="r" b="b"/>
                <a:pathLst>
                  <a:path w="18114" h="73920" extrusionOk="0">
                    <a:moveTo>
                      <a:pt x="10441" y="0"/>
                    </a:moveTo>
                    <a:lnTo>
                      <a:pt x="0" y="34"/>
                    </a:lnTo>
                    <a:cubicBezTo>
                      <a:pt x="0" y="34"/>
                      <a:pt x="2035" y="23984"/>
                      <a:pt x="4137" y="37494"/>
                    </a:cubicBezTo>
                    <a:cubicBezTo>
                      <a:pt x="5838" y="48402"/>
                      <a:pt x="13343" y="73920"/>
                      <a:pt x="13343" y="73920"/>
                    </a:cubicBezTo>
                    <a:lnTo>
                      <a:pt x="18113" y="73920"/>
                    </a:lnTo>
                    <a:cubicBezTo>
                      <a:pt x="18113" y="73920"/>
                      <a:pt x="14210" y="49302"/>
                      <a:pt x="13343" y="38461"/>
                    </a:cubicBezTo>
                    <a:cubicBezTo>
                      <a:pt x="11142" y="11175"/>
                      <a:pt x="14978" y="6338"/>
                      <a:pt x="1044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Google Shape;1184;p50"/>
              <p:cNvSpPr/>
              <p:nvPr/>
            </p:nvSpPr>
            <p:spPr>
              <a:xfrm flipH="1">
                <a:off x="1347552" y="2664303"/>
                <a:ext cx="109338" cy="601190"/>
              </a:xfrm>
              <a:custGeom>
                <a:avLst/>
                <a:gdLst/>
                <a:ahLst/>
                <a:cxnLst/>
                <a:rect l="l" t="t" r="r" b="b"/>
                <a:pathLst>
                  <a:path w="4271" h="23484" extrusionOk="0">
                    <a:moveTo>
                      <a:pt x="1969" y="0"/>
                    </a:moveTo>
                    <a:lnTo>
                      <a:pt x="1969" y="0"/>
                    </a:lnTo>
                    <a:cubicBezTo>
                      <a:pt x="1969" y="1"/>
                      <a:pt x="1" y="6105"/>
                      <a:pt x="34" y="14844"/>
                    </a:cubicBezTo>
                    <a:cubicBezTo>
                      <a:pt x="368" y="17813"/>
                      <a:pt x="734" y="20782"/>
                      <a:pt x="1101" y="23484"/>
                    </a:cubicBezTo>
                    <a:cubicBezTo>
                      <a:pt x="2202" y="20949"/>
                      <a:pt x="4270" y="13543"/>
                      <a:pt x="196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Google Shape;1185;p50"/>
              <p:cNvSpPr/>
              <p:nvPr/>
            </p:nvSpPr>
            <p:spPr>
              <a:xfrm flipH="1">
                <a:off x="1347544" y="2423493"/>
                <a:ext cx="336486" cy="1891507"/>
              </a:xfrm>
              <a:custGeom>
                <a:avLst/>
                <a:gdLst/>
                <a:ahLst/>
                <a:cxnLst/>
                <a:rect l="l" t="t" r="r" b="b"/>
                <a:pathLst>
                  <a:path w="13144" h="73887" extrusionOk="0">
                    <a:moveTo>
                      <a:pt x="2769" y="1"/>
                    </a:moveTo>
                    <a:cubicBezTo>
                      <a:pt x="2769" y="1"/>
                      <a:pt x="1" y="26887"/>
                      <a:pt x="234" y="37527"/>
                    </a:cubicBezTo>
                    <a:cubicBezTo>
                      <a:pt x="468" y="48635"/>
                      <a:pt x="4537" y="73887"/>
                      <a:pt x="4537" y="73887"/>
                    </a:cubicBezTo>
                    <a:lnTo>
                      <a:pt x="9241" y="73887"/>
                    </a:lnTo>
                    <a:cubicBezTo>
                      <a:pt x="9241" y="73887"/>
                      <a:pt x="8507" y="49303"/>
                      <a:pt x="8907" y="38395"/>
                    </a:cubicBezTo>
                    <a:cubicBezTo>
                      <a:pt x="9374" y="26520"/>
                      <a:pt x="13143" y="1"/>
                      <a:pt x="131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Google Shape;1186;p50"/>
              <p:cNvSpPr/>
              <p:nvPr/>
            </p:nvSpPr>
            <p:spPr>
              <a:xfrm flipH="1">
                <a:off x="1151157" y="4418398"/>
                <a:ext cx="46131" cy="22912"/>
              </a:xfrm>
              <a:custGeom>
                <a:avLst/>
                <a:gdLst/>
                <a:ahLst/>
                <a:cxnLst/>
                <a:rect l="l" t="t" r="r" b="b"/>
                <a:pathLst>
                  <a:path w="1802" h="895" extrusionOk="0">
                    <a:moveTo>
                      <a:pt x="367" y="161"/>
                    </a:moveTo>
                    <a:cubicBezTo>
                      <a:pt x="767" y="228"/>
                      <a:pt x="1168" y="394"/>
                      <a:pt x="1535" y="661"/>
                    </a:cubicBezTo>
                    <a:cubicBezTo>
                      <a:pt x="1258" y="705"/>
                      <a:pt x="1013" y="730"/>
                      <a:pt x="811" y="730"/>
                    </a:cubicBezTo>
                    <a:cubicBezTo>
                      <a:pt x="550" y="730"/>
                      <a:pt x="361" y="688"/>
                      <a:pt x="267" y="595"/>
                    </a:cubicBezTo>
                    <a:cubicBezTo>
                      <a:pt x="200" y="494"/>
                      <a:pt x="167" y="394"/>
                      <a:pt x="200" y="294"/>
                    </a:cubicBezTo>
                    <a:cubicBezTo>
                      <a:pt x="200" y="228"/>
                      <a:pt x="234" y="194"/>
                      <a:pt x="267" y="194"/>
                    </a:cubicBezTo>
                    <a:cubicBezTo>
                      <a:pt x="267" y="161"/>
                      <a:pt x="334" y="161"/>
                      <a:pt x="367" y="161"/>
                    </a:cubicBezTo>
                    <a:close/>
                    <a:moveTo>
                      <a:pt x="355" y="1"/>
                    </a:moveTo>
                    <a:cubicBezTo>
                      <a:pt x="297" y="1"/>
                      <a:pt x="244" y="9"/>
                      <a:pt x="200" y="27"/>
                    </a:cubicBezTo>
                    <a:cubicBezTo>
                      <a:pt x="100" y="61"/>
                      <a:pt x="34" y="161"/>
                      <a:pt x="34" y="261"/>
                    </a:cubicBezTo>
                    <a:cubicBezTo>
                      <a:pt x="0" y="428"/>
                      <a:pt x="34" y="595"/>
                      <a:pt x="167" y="695"/>
                    </a:cubicBezTo>
                    <a:cubicBezTo>
                      <a:pt x="334" y="828"/>
                      <a:pt x="601" y="895"/>
                      <a:pt x="834" y="895"/>
                    </a:cubicBezTo>
                    <a:cubicBezTo>
                      <a:pt x="1134" y="895"/>
                      <a:pt x="1435" y="828"/>
                      <a:pt x="1735" y="761"/>
                    </a:cubicBezTo>
                    <a:cubicBezTo>
                      <a:pt x="1768" y="761"/>
                      <a:pt x="1801" y="728"/>
                      <a:pt x="1801" y="695"/>
                    </a:cubicBezTo>
                    <a:cubicBezTo>
                      <a:pt x="1801" y="661"/>
                      <a:pt x="1801" y="628"/>
                      <a:pt x="1768" y="628"/>
                    </a:cubicBezTo>
                    <a:cubicBezTo>
                      <a:pt x="1679" y="539"/>
                      <a:pt x="824" y="1"/>
                      <a:pt x="35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Google Shape;1187;p50"/>
              <p:cNvSpPr/>
              <p:nvPr/>
            </p:nvSpPr>
            <p:spPr>
              <a:xfrm flipH="1">
                <a:off x="1151158" y="4397739"/>
                <a:ext cx="27341" cy="40166"/>
              </a:xfrm>
              <a:custGeom>
                <a:avLst/>
                <a:gdLst/>
                <a:ahLst/>
                <a:cxnLst/>
                <a:rect l="l" t="t" r="r" b="b"/>
                <a:pathLst>
                  <a:path w="1068" h="1569" extrusionOk="0">
                    <a:moveTo>
                      <a:pt x="400" y="167"/>
                    </a:moveTo>
                    <a:cubicBezTo>
                      <a:pt x="467" y="167"/>
                      <a:pt x="534" y="167"/>
                      <a:pt x="567" y="234"/>
                    </a:cubicBezTo>
                    <a:cubicBezTo>
                      <a:pt x="801" y="534"/>
                      <a:pt x="901" y="935"/>
                      <a:pt x="901" y="1335"/>
                    </a:cubicBezTo>
                    <a:cubicBezTo>
                      <a:pt x="567" y="1068"/>
                      <a:pt x="167" y="501"/>
                      <a:pt x="234" y="267"/>
                    </a:cubicBezTo>
                    <a:cubicBezTo>
                      <a:pt x="234" y="201"/>
                      <a:pt x="267" y="167"/>
                      <a:pt x="367" y="167"/>
                    </a:cubicBezTo>
                    <a:close/>
                    <a:moveTo>
                      <a:pt x="334" y="0"/>
                    </a:moveTo>
                    <a:cubicBezTo>
                      <a:pt x="200" y="0"/>
                      <a:pt x="100" y="101"/>
                      <a:pt x="67" y="234"/>
                    </a:cubicBezTo>
                    <a:cubicBezTo>
                      <a:pt x="0" y="634"/>
                      <a:pt x="634" y="1402"/>
                      <a:pt x="967" y="1568"/>
                    </a:cubicBezTo>
                    <a:lnTo>
                      <a:pt x="1034" y="1568"/>
                    </a:lnTo>
                    <a:cubicBezTo>
                      <a:pt x="1067" y="1568"/>
                      <a:pt x="1067" y="1535"/>
                      <a:pt x="1067" y="1502"/>
                    </a:cubicBezTo>
                    <a:cubicBezTo>
                      <a:pt x="1067" y="1468"/>
                      <a:pt x="1067" y="467"/>
                      <a:pt x="701" y="134"/>
                    </a:cubicBezTo>
                    <a:cubicBezTo>
                      <a:pt x="600" y="34"/>
                      <a:pt x="467" y="0"/>
                      <a:pt x="33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Google Shape;1188;p50"/>
              <p:cNvSpPr/>
              <p:nvPr/>
            </p:nvSpPr>
            <p:spPr>
              <a:xfrm flipH="1">
                <a:off x="1552500" y="4417911"/>
                <a:ext cx="56371" cy="23398"/>
              </a:xfrm>
              <a:custGeom>
                <a:avLst/>
                <a:gdLst/>
                <a:ahLst/>
                <a:cxnLst/>
                <a:rect l="l" t="t" r="r" b="b"/>
                <a:pathLst>
                  <a:path w="2202" h="914" extrusionOk="0">
                    <a:moveTo>
                      <a:pt x="400" y="180"/>
                    </a:moveTo>
                    <a:cubicBezTo>
                      <a:pt x="901" y="247"/>
                      <a:pt x="1368" y="413"/>
                      <a:pt x="1835" y="680"/>
                    </a:cubicBezTo>
                    <a:cubicBezTo>
                      <a:pt x="1547" y="718"/>
                      <a:pt x="1287" y="737"/>
                      <a:pt x="1063" y="737"/>
                    </a:cubicBezTo>
                    <a:cubicBezTo>
                      <a:pt x="689" y="737"/>
                      <a:pt x="413" y="684"/>
                      <a:pt x="267" y="580"/>
                    </a:cubicBezTo>
                    <a:cubicBezTo>
                      <a:pt x="200" y="513"/>
                      <a:pt x="167" y="413"/>
                      <a:pt x="167" y="313"/>
                    </a:cubicBezTo>
                    <a:cubicBezTo>
                      <a:pt x="167" y="280"/>
                      <a:pt x="200" y="247"/>
                      <a:pt x="234" y="213"/>
                    </a:cubicBezTo>
                    <a:cubicBezTo>
                      <a:pt x="267" y="180"/>
                      <a:pt x="334" y="180"/>
                      <a:pt x="400" y="180"/>
                    </a:cubicBezTo>
                    <a:close/>
                    <a:moveTo>
                      <a:pt x="393" y="1"/>
                    </a:moveTo>
                    <a:cubicBezTo>
                      <a:pt x="303" y="1"/>
                      <a:pt x="226" y="15"/>
                      <a:pt x="167" y="46"/>
                    </a:cubicBezTo>
                    <a:cubicBezTo>
                      <a:pt x="100" y="113"/>
                      <a:pt x="33" y="180"/>
                      <a:pt x="33" y="280"/>
                    </a:cubicBezTo>
                    <a:cubicBezTo>
                      <a:pt x="0" y="447"/>
                      <a:pt x="67" y="580"/>
                      <a:pt x="167" y="680"/>
                    </a:cubicBezTo>
                    <a:cubicBezTo>
                      <a:pt x="434" y="847"/>
                      <a:pt x="701" y="914"/>
                      <a:pt x="1001" y="914"/>
                    </a:cubicBezTo>
                    <a:cubicBezTo>
                      <a:pt x="1368" y="880"/>
                      <a:pt x="1768" y="847"/>
                      <a:pt x="2135" y="780"/>
                    </a:cubicBezTo>
                    <a:cubicBezTo>
                      <a:pt x="2168" y="747"/>
                      <a:pt x="2168" y="747"/>
                      <a:pt x="2202" y="714"/>
                    </a:cubicBezTo>
                    <a:cubicBezTo>
                      <a:pt x="2202" y="680"/>
                      <a:pt x="2168" y="614"/>
                      <a:pt x="2135" y="614"/>
                    </a:cubicBezTo>
                    <a:cubicBezTo>
                      <a:pt x="2020" y="556"/>
                      <a:pt x="959" y="1"/>
                      <a:pt x="39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Google Shape;1189;p50"/>
              <p:cNvSpPr/>
              <p:nvPr/>
            </p:nvSpPr>
            <p:spPr>
              <a:xfrm flipH="1">
                <a:off x="1553346" y="4397739"/>
                <a:ext cx="35046" cy="40166"/>
              </a:xfrm>
              <a:custGeom>
                <a:avLst/>
                <a:gdLst/>
                <a:ahLst/>
                <a:cxnLst/>
                <a:rect l="l" t="t" r="r" b="b"/>
                <a:pathLst>
                  <a:path w="1369" h="1569" extrusionOk="0">
                    <a:moveTo>
                      <a:pt x="468" y="167"/>
                    </a:moveTo>
                    <a:cubicBezTo>
                      <a:pt x="568" y="167"/>
                      <a:pt x="668" y="201"/>
                      <a:pt x="734" y="267"/>
                    </a:cubicBezTo>
                    <a:cubicBezTo>
                      <a:pt x="1001" y="568"/>
                      <a:pt x="1168" y="935"/>
                      <a:pt x="1201" y="1335"/>
                    </a:cubicBezTo>
                    <a:cubicBezTo>
                      <a:pt x="768" y="1101"/>
                      <a:pt x="201" y="501"/>
                      <a:pt x="234" y="267"/>
                    </a:cubicBezTo>
                    <a:cubicBezTo>
                      <a:pt x="234" y="234"/>
                      <a:pt x="267" y="167"/>
                      <a:pt x="401" y="167"/>
                    </a:cubicBezTo>
                    <a:close/>
                    <a:moveTo>
                      <a:pt x="401" y="0"/>
                    </a:moveTo>
                    <a:cubicBezTo>
                      <a:pt x="167" y="34"/>
                      <a:pt x="101" y="134"/>
                      <a:pt x="101" y="234"/>
                    </a:cubicBezTo>
                    <a:cubicBezTo>
                      <a:pt x="1" y="634"/>
                      <a:pt x="835" y="1402"/>
                      <a:pt x="1268" y="1568"/>
                    </a:cubicBezTo>
                    <a:lnTo>
                      <a:pt x="1335" y="1568"/>
                    </a:lnTo>
                    <a:cubicBezTo>
                      <a:pt x="1368" y="1535"/>
                      <a:pt x="1368" y="1502"/>
                      <a:pt x="1368" y="1502"/>
                    </a:cubicBezTo>
                    <a:cubicBezTo>
                      <a:pt x="1368" y="1468"/>
                      <a:pt x="1302" y="501"/>
                      <a:pt x="868" y="134"/>
                    </a:cubicBezTo>
                    <a:cubicBezTo>
                      <a:pt x="734" y="34"/>
                      <a:pt x="568" y="0"/>
                      <a:pt x="40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Google Shape;1190;p50"/>
              <p:cNvSpPr/>
              <p:nvPr/>
            </p:nvSpPr>
            <p:spPr>
              <a:xfrm flipH="1">
                <a:off x="1554216" y="1549006"/>
                <a:ext cx="41011" cy="21453"/>
              </a:xfrm>
              <a:custGeom>
                <a:avLst/>
                <a:gdLst/>
                <a:ahLst/>
                <a:cxnLst/>
                <a:rect l="l" t="t" r="r" b="b"/>
                <a:pathLst>
                  <a:path w="1602" h="838" extrusionOk="0">
                    <a:moveTo>
                      <a:pt x="249" y="0"/>
                    </a:moveTo>
                    <a:cubicBezTo>
                      <a:pt x="211" y="0"/>
                      <a:pt x="173" y="1"/>
                      <a:pt x="134" y="4"/>
                    </a:cubicBezTo>
                    <a:cubicBezTo>
                      <a:pt x="34" y="4"/>
                      <a:pt x="1" y="104"/>
                      <a:pt x="1" y="204"/>
                    </a:cubicBezTo>
                    <a:cubicBezTo>
                      <a:pt x="1" y="271"/>
                      <a:pt x="101" y="337"/>
                      <a:pt x="201" y="337"/>
                    </a:cubicBezTo>
                    <a:cubicBezTo>
                      <a:pt x="235" y="335"/>
                      <a:pt x="268" y="333"/>
                      <a:pt x="302" y="333"/>
                    </a:cubicBezTo>
                    <a:cubicBezTo>
                      <a:pt x="673" y="333"/>
                      <a:pt x="1057" y="499"/>
                      <a:pt x="1302" y="804"/>
                    </a:cubicBezTo>
                    <a:cubicBezTo>
                      <a:pt x="1335" y="838"/>
                      <a:pt x="1368" y="838"/>
                      <a:pt x="1435" y="838"/>
                    </a:cubicBezTo>
                    <a:cubicBezTo>
                      <a:pt x="1468" y="838"/>
                      <a:pt x="1502" y="838"/>
                      <a:pt x="1535" y="804"/>
                    </a:cubicBezTo>
                    <a:cubicBezTo>
                      <a:pt x="1602" y="738"/>
                      <a:pt x="1602" y="638"/>
                      <a:pt x="1535" y="571"/>
                    </a:cubicBezTo>
                    <a:cubicBezTo>
                      <a:pt x="1226" y="199"/>
                      <a:pt x="744" y="0"/>
                      <a:pt x="2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Google Shape;1191;p50"/>
              <p:cNvSpPr/>
              <p:nvPr/>
            </p:nvSpPr>
            <p:spPr>
              <a:xfrm flipH="1">
                <a:off x="1569576" y="1623371"/>
                <a:ext cx="26496" cy="52890"/>
              </a:xfrm>
              <a:custGeom>
                <a:avLst/>
                <a:gdLst/>
                <a:ahLst/>
                <a:cxnLst/>
                <a:rect l="l" t="t" r="r" b="b"/>
                <a:pathLst>
                  <a:path w="1035" h="2066" extrusionOk="0">
                    <a:moveTo>
                      <a:pt x="734" y="1"/>
                    </a:moveTo>
                    <a:cubicBezTo>
                      <a:pt x="601" y="701"/>
                      <a:pt x="334" y="1335"/>
                      <a:pt x="0" y="1936"/>
                    </a:cubicBezTo>
                    <a:cubicBezTo>
                      <a:pt x="176" y="2024"/>
                      <a:pt x="362" y="2065"/>
                      <a:pt x="547" y="2065"/>
                    </a:cubicBezTo>
                    <a:cubicBezTo>
                      <a:pt x="712" y="2065"/>
                      <a:pt x="877" y="2032"/>
                      <a:pt x="1034" y="1969"/>
                    </a:cubicBezTo>
                    <a:lnTo>
                      <a:pt x="734" y="1"/>
                    </a:lnTo>
                    <a:close/>
                  </a:path>
                </a:pathLst>
              </a:custGeom>
              <a:solidFill>
                <a:srgbClr val="F6B2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Google Shape;1192;p50"/>
              <p:cNvSpPr/>
              <p:nvPr/>
            </p:nvSpPr>
            <p:spPr>
              <a:xfrm flipH="1">
                <a:off x="1571291" y="1598540"/>
                <a:ext cx="19661" cy="25805"/>
              </a:xfrm>
              <a:custGeom>
                <a:avLst/>
                <a:gdLst/>
                <a:ahLst/>
                <a:cxnLst/>
                <a:rect l="l" t="t" r="r" b="b"/>
                <a:pathLst>
                  <a:path w="768" h="1008" extrusionOk="0">
                    <a:moveTo>
                      <a:pt x="339" y="0"/>
                    </a:moveTo>
                    <a:cubicBezTo>
                      <a:pt x="327" y="0"/>
                      <a:pt x="314" y="1"/>
                      <a:pt x="301" y="4"/>
                    </a:cubicBezTo>
                    <a:cubicBezTo>
                      <a:pt x="134" y="4"/>
                      <a:pt x="1" y="270"/>
                      <a:pt x="67" y="537"/>
                    </a:cubicBezTo>
                    <a:cubicBezTo>
                      <a:pt x="98" y="816"/>
                      <a:pt x="272" y="1008"/>
                      <a:pt x="431" y="1008"/>
                    </a:cubicBezTo>
                    <a:cubicBezTo>
                      <a:pt x="443" y="1008"/>
                      <a:pt x="455" y="1007"/>
                      <a:pt x="468" y="1004"/>
                    </a:cubicBezTo>
                    <a:cubicBezTo>
                      <a:pt x="668" y="971"/>
                      <a:pt x="768" y="737"/>
                      <a:pt x="734" y="471"/>
                    </a:cubicBezTo>
                    <a:cubicBezTo>
                      <a:pt x="703" y="221"/>
                      <a:pt x="526" y="0"/>
                      <a:pt x="3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Google Shape;1193;p50"/>
              <p:cNvSpPr/>
              <p:nvPr/>
            </p:nvSpPr>
            <p:spPr>
              <a:xfrm flipH="1">
                <a:off x="1580686" y="1596902"/>
                <a:ext cx="17946" cy="6195"/>
              </a:xfrm>
              <a:custGeom>
                <a:avLst/>
                <a:gdLst/>
                <a:ahLst/>
                <a:cxnLst/>
                <a:rect l="l" t="t" r="r" b="b"/>
                <a:pathLst>
                  <a:path w="701" h="242" extrusionOk="0">
                    <a:moveTo>
                      <a:pt x="0" y="1"/>
                    </a:moveTo>
                    <a:cubicBezTo>
                      <a:pt x="0" y="1"/>
                      <a:pt x="224" y="242"/>
                      <a:pt x="449" y="242"/>
                    </a:cubicBezTo>
                    <a:cubicBezTo>
                      <a:pt x="537" y="242"/>
                      <a:pt x="626" y="204"/>
                      <a:pt x="701" y="101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Google Shape;1194;p50"/>
              <p:cNvSpPr/>
              <p:nvPr/>
            </p:nvSpPr>
            <p:spPr>
              <a:xfrm flipH="1">
                <a:off x="1026482" y="4425745"/>
                <a:ext cx="254490" cy="101811"/>
              </a:xfrm>
              <a:custGeom>
                <a:avLst/>
                <a:gdLst/>
                <a:ahLst/>
                <a:cxnLst/>
                <a:rect l="l" t="t" r="r" b="b"/>
                <a:pathLst>
                  <a:path w="9941" h="3977" extrusionOk="0">
                    <a:moveTo>
                      <a:pt x="5190" y="1"/>
                    </a:moveTo>
                    <a:cubicBezTo>
                      <a:pt x="5011" y="1"/>
                      <a:pt x="4819" y="92"/>
                      <a:pt x="4704" y="207"/>
                    </a:cubicBezTo>
                    <a:cubicBezTo>
                      <a:pt x="3770" y="975"/>
                      <a:pt x="3336" y="1775"/>
                      <a:pt x="601" y="2376"/>
                    </a:cubicBezTo>
                    <a:cubicBezTo>
                      <a:pt x="0" y="2509"/>
                      <a:pt x="67" y="3977"/>
                      <a:pt x="1535" y="3977"/>
                    </a:cubicBezTo>
                    <a:cubicBezTo>
                      <a:pt x="3002" y="3977"/>
                      <a:pt x="4537" y="3843"/>
                      <a:pt x="5604" y="3843"/>
                    </a:cubicBezTo>
                    <a:cubicBezTo>
                      <a:pt x="7339" y="3843"/>
                      <a:pt x="8006" y="3943"/>
                      <a:pt x="9374" y="3943"/>
                    </a:cubicBezTo>
                    <a:cubicBezTo>
                      <a:pt x="9707" y="3943"/>
                      <a:pt x="9941" y="3677"/>
                      <a:pt x="9907" y="3343"/>
                    </a:cubicBezTo>
                    <a:lnTo>
                      <a:pt x="9474" y="241"/>
                    </a:lnTo>
                    <a:cubicBezTo>
                      <a:pt x="9445" y="96"/>
                      <a:pt x="9365" y="1"/>
                      <a:pt x="9257" y="1"/>
                    </a:cubicBezTo>
                    <a:cubicBezTo>
                      <a:pt x="9241" y="1"/>
                      <a:pt x="9224" y="3"/>
                      <a:pt x="9207" y="7"/>
                    </a:cubicBezTo>
                    <a:lnTo>
                      <a:pt x="5271" y="7"/>
                    </a:lnTo>
                    <a:cubicBezTo>
                      <a:pt x="5244" y="3"/>
                      <a:pt x="5217" y="1"/>
                      <a:pt x="519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Google Shape;1195;p50"/>
              <p:cNvSpPr/>
              <p:nvPr/>
            </p:nvSpPr>
            <p:spPr>
              <a:xfrm flipH="1">
                <a:off x="1429515" y="4425745"/>
                <a:ext cx="271590" cy="101811"/>
              </a:xfrm>
              <a:custGeom>
                <a:avLst/>
                <a:gdLst/>
                <a:ahLst/>
                <a:cxnLst/>
                <a:rect l="l" t="t" r="r" b="b"/>
                <a:pathLst>
                  <a:path w="10609" h="3977" extrusionOk="0">
                    <a:moveTo>
                      <a:pt x="9892" y="1"/>
                    </a:moveTo>
                    <a:cubicBezTo>
                      <a:pt x="9875" y="1"/>
                      <a:pt x="9858" y="3"/>
                      <a:pt x="9841" y="7"/>
                    </a:cubicBezTo>
                    <a:lnTo>
                      <a:pt x="5938" y="7"/>
                    </a:lnTo>
                    <a:cubicBezTo>
                      <a:pt x="5705" y="7"/>
                      <a:pt x="5504" y="74"/>
                      <a:pt x="5338" y="207"/>
                    </a:cubicBezTo>
                    <a:cubicBezTo>
                      <a:pt x="4437" y="975"/>
                      <a:pt x="3336" y="1775"/>
                      <a:pt x="601" y="2376"/>
                    </a:cubicBezTo>
                    <a:cubicBezTo>
                      <a:pt x="0" y="2509"/>
                      <a:pt x="67" y="3977"/>
                      <a:pt x="1535" y="3977"/>
                    </a:cubicBezTo>
                    <a:cubicBezTo>
                      <a:pt x="3003" y="3977"/>
                      <a:pt x="5204" y="3843"/>
                      <a:pt x="6272" y="3843"/>
                    </a:cubicBezTo>
                    <a:cubicBezTo>
                      <a:pt x="8006" y="3843"/>
                      <a:pt x="8640" y="3943"/>
                      <a:pt x="10008" y="3943"/>
                    </a:cubicBezTo>
                    <a:cubicBezTo>
                      <a:pt x="10341" y="3943"/>
                      <a:pt x="10608" y="3677"/>
                      <a:pt x="10575" y="3343"/>
                    </a:cubicBezTo>
                    <a:lnTo>
                      <a:pt x="10141" y="241"/>
                    </a:lnTo>
                    <a:cubicBezTo>
                      <a:pt x="10112" y="96"/>
                      <a:pt x="10007" y="1"/>
                      <a:pt x="989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Google Shape;1196;p50"/>
              <p:cNvSpPr/>
              <p:nvPr/>
            </p:nvSpPr>
            <p:spPr>
              <a:xfrm flipH="1">
                <a:off x="1582374" y="1968369"/>
                <a:ext cx="84582" cy="331341"/>
              </a:xfrm>
              <a:custGeom>
                <a:avLst/>
                <a:gdLst/>
                <a:ahLst/>
                <a:cxnLst/>
                <a:rect l="l" t="t" r="r" b="b"/>
                <a:pathLst>
                  <a:path w="3304" h="12943" extrusionOk="0">
                    <a:moveTo>
                      <a:pt x="1" y="0"/>
                    </a:moveTo>
                    <a:lnTo>
                      <a:pt x="1" y="67"/>
                    </a:lnTo>
                    <a:cubicBezTo>
                      <a:pt x="34" y="2402"/>
                      <a:pt x="368" y="6338"/>
                      <a:pt x="1335" y="12943"/>
                    </a:cubicBezTo>
                    <a:lnTo>
                      <a:pt x="3303" y="520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AAF6B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Google Shape;1197;p50"/>
              <p:cNvSpPr/>
              <p:nvPr/>
            </p:nvSpPr>
            <p:spPr>
              <a:xfrm flipH="1">
                <a:off x="1595190" y="1980323"/>
                <a:ext cx="357811" cy="407552"/>
              </a:xfrm>
              <a:custGeom>
                <a:avLst/>
                <a:gdLst/>
                <a:ahLst/>
                <a:cxnLst/>
                <a:rect l="l" t="t" r="r" b="b"/>
                <a:pathLst>
                  <a:path w="13977" h="15920" extrusionOk="0">
                    <a:moveTo>
                      <a:pt x="7439" y="12809"/>
                    </a:moveTo>
                    <a:lnTo>
                      <a:pt x="7439" y="12809"/>
                    </a:lnTo>
                    <a:cubicBezTo>
                      <a:pt x="7484" y="12824"/>
                      <a:pt x="7455" y="12839"/>
                      <a:pt x="7380" y="12839"/>
                    </a:cubicBezTo>
                    <a:cubicBezTo>
                      <a:pt x="7374" y="12839"/>
                      <a:pt x="7368" y="12839"/>
                      <a:pt x="7361" y="12839"/>
                    </a:cubicBezTo>
                    <a:lnTo>
                      <a:pt x="7361" y="12839"/>
                    </a:lnTo>
                    <a:cubicBezTo>
                      <a:pt x="7387" y="12830"/>
                      <a:pt x="7413" y="12822"/>
                      <a:pt x="7439" y="12809"/>
                    </a:cubicBezTo>
                    <a:close/>
                    <a:moveTo>
                      <a:pt x="10508" y="0"/>
                    </a:moveTo>
                    <a:lnTo>
                      <a:pt x="9207" y="5738"/>
                    </a:lnTo>
                    <a:cubicBezTo>
                      <a:pt x="8740" y="7606"/>
                      <a:pt x="8273" y="9540"/>
                      <a:pt x="7739" y="11375"/>
                    </a:cubicBezTo>
                    <a:lnTo>
                      <a:pt x="7539" y="12042"/>
                    </a:lnTo>
                    <a:lnTo>
                      <a:pt x="7305" y="12709"/>
                    </a:lnTo>
                    <a:lnTo>
                      <a:pt x="7265" y="12831"/>
                    </a:lnTo>
                    <a:lnTo>
                      <a:pt x="7265" y="12831"/>
                    </a:lnTo>
                    <a:cubicBezTo>
                      <a:pt x="7175" y="12818"/>
                      <a:pt x="7061" y="12792"/>
                      <a:pt x="6938" y="12743"/>
                    </a:cubicBezTo>
                    <a:cubicBezTo>
                      <a:pt x="6571" y="12609"/>
                      <a:pt x="6205" y="12442"/>
                      <a:pt x="5838" y="12242"/>
                    </a:cubicBezTo>
                    <a:cubicBezTo>
                      <a:pt x="4236" y="11275"/>
                      <a:pt x="2735" y="10107"/>
                      <a:pt x="1334" y="8873"/>
                    </a:cubicBezTo>
                    <a:lnTo>
                      <a:pt x="0" y="10041"/>
                    </a:lnTo>
                    <a:cubicBezTo>
                      <a:pt x="300" y="10474"/>
                      <a:pt x="634" y="10875"/>
                      <a:pt x="934" y="11242"/>
                    </a:cubicBezTo>
                    <a:cubicBezTo>
                      <a:pt x="1268" y="11642"/>
                      <a:pt x="1601" y="12042"/>
                      <a:pt x="1968" y="12409"/>
                    </a:cubicBezTo>
                    <a:cubicBezTo>
                      <a:pt x="2669" y="13210"/>
                      <a:pt x="3469" y="13944"/>
                      <a:pt x="4303" y="14577"/>
                    </a:cubicBezTo>
                    <a:cubicBezTo>
                      <a:pt x="4770" y="14944"/>
                      <a:pt x="5304" y="15244"/>
                      <a:pt x="5838" y="15511"/>
                    </a:cubicBezTo>
                    <a:cubicBezTo>
                      <a:pt x="6138" y="15645"/>
                      <a:pt x="6505" y="15745"/>
                      <a:pt x="6838" y="15845"/>
                    </a:cubicBezTo>
                    <a:cubicBezTo>
                      <a:pt x="7072" y="15895"/>
                      <a:pt x="7305" y="15920"/>
                      <a:pt x="7539" y="15920"/>
                    </a:cubicBezTo>
                    <a:cubicBezTo>
                      <a:pt x="7772" y="15920"/>
                      <a:pt x="8006" y="15895"/>
                      <a:pt x="8239" y="15845"/>
                    </a:cubicBezTo>
                    <a:cubicBezTo>
                      <a:pt x="8773" y="15711"/>
                      <a:pt x="9273" y="15411"/>
                      <a:pt x="9640" y="15011"/>
                    </a:cubicBezTo>
                    <a:cubicBezTo>
                      <a:pt x="9807" y="14811"/>
                      <a:pt x="9941" y="14611"/>
                      <a:pt x="10074" y="14411"/>
                    </a:cubicBezTo>
                    <a:cubicBezTo>
                      <a:pt x="10174" y="14244"/>
                      <a:pt x="10241" y="14077"/>
                      <a:pt x="10307" y="13877"/>
                    </a:cubicBezTo>
                    <a:lnTo>
                      <a:pt x="10608" y="13143"/>
                    </a:lnTo>
                    <a:lnTo>
                      <a:pt x="10875" y="12442"/>
                    </a:lnTo>
                    <a:cubicBezTo>
                      <a:pt x="11575" y="10474"/>
                      <a:pt x="12109" y="8540"/>
                      <a:pt x="12642" y="6605"/>
                    </a:cubicBezTo>
                    <a:cubicBezTo>
                      <a:pt x="13143" y="4637"/>
                      <a:pt x="13610" y="2702"/>
                      <a:pt x="13977" y="734"/>
                    </a:cubicBezTo>
                    <a:lnTo>
                      <a:pt x="10508" y="0"/>
                    </a:lnTo>
                    <a:close/>
                  </a:path>
                </a:pathLst>
              </a:custGeom>
              <a:solidFill>
                <a:srgbClr val="F6B2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Google Shape;1198;p50"/>
              <p:cNvSpPr/>
              <p:nvPr/>
            </p:nvSpPr>
            <p:spPr>
              <a:xfrm flipH="1">
                <a:off x="1894913" y="2167324"/>
                <a:ext cx="104218" cy="77722"/>
              </a:xfrm>
              <a:custGeom>
                <a:avLst/>
                <a:gdLst/>
                <a:ahLst/>
                <a:cxnLst/>
                <a:rect l="l" t="t" r="r" b="b"/>
                <a:pathLst>
                  <a:path w="4071" h="3036" extrusionOk="0">
                    <a:moveTo>
                      <a:pt x="2603" y="0"/>
                    </a:moveTo>
                    <a:lnTo>
                      <a:pt x="1" y="201"/>
                    </a:lnTo>
                    <a:lnTo>
                      <a:pt x="1902" y="2903"/>
                    </a:lnTo>
                    <a:lnTo>
                      <a:pt x="3537" y="3036"/>
                    </a:lnTo>
                    <a:cubicBezTo>
                      <a:pt x="4070" y="1702"/>
                      <a:pt x="2603" y="0"/>
                      <a:pt x="2603" y="0"/>
                    </a:cubicBezTo>
                    <a:close/>
                  </a:path>
                </a:pathLst>
              </a:custGeom>
              <a:solidFill>
                <a:srgbClr val="F6B2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Google Shape;1199;p50"/>
              <p:cNvSpPr/>
              <p:nvPr/>
            </p:nvSpPr>
            <p:spPr>
              <a:xfrm flipH="1">
                <a:off x="1914550" y="2113515"/>
                <a:ext cx="39322" cy="89702"/>
              </a:xfrm>
              <a:custGeom>
                <a:avLst/>
                <a:gdLst/>
                <a:ahLst/>
                <a:cxnLst/>
                <a:rect l="l" t="t" r="r" b="b"/>
                <a:pathLst>
                  <a:path w="1536" h="3504" extrusionOk="0">
                    <a:moveTo>
                      <a:pt x="801" y="1"/>
                    </a:moveTo>
                    <a:lnTo>
                      <a:pt x="534" y="1269"/>
                    </a:lnTo>
                    <a:lnTo>
                      <a:pt x="1" y="1602"/>
                    </a:lnTo>
                    <a:lnTo>
                      <a:pt x="1535" y="3503"/>
                    </a:lnTo>
                    <a:lnTo>
                      <a:pt x="1202" y="501"/>
                    </a:lnTo>
                    <a:lnTo>
                      <a:pt x="801" y="1"/>
                    </a:lnTo>
                    <a:close/>
                  </a:path>
                </a:pathLst>
              </a:custGeom>
              <a:solidFill>
                <a:srgbClr val="F6B2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Google Shape;1200;p50"/>
              <p:cNvSpPr/>
              <p:nvPr/>
            </p:nvSpPr>
            <p:spPr>
              <a:xfrm flipH="1">
                <a:off x="1323637" y="1438879"/>
                <a:ext cx="274995" cy="342298"/>
              </a:xfrm>
              <a:custGeom>
                <a:avLst/>
                <a:gdLst/>
                <a:ahLst/>
                <a:cxnLst/>
                <a:rect l="l" t="t" r="r" b="b"/>
                <a:pathLst>
                  <a:path w="10742" h="13371" extrusionOk="0">
                    <a:moveTo>
                      <a:pt x="5545" y="1"/>
                    </a:moveTo>
                    <a:cubicBezTo>
                      <a:pt x="4737" y="1"/>
                      <a:pt x="3909" y="211"/>
                      <a:pt x="3136" y="670"/>
                    </a:cubicBezTo>
                    <a:cubicBezTo>
                      <a:pt x="0" y="2505"/>
                      <a:pt x="267" y="7642"/>
                      <a:pt x="1435" y="10644"/>
                    </a:cubicBezTo>
                    <a:cubicBezTo>
                      <a:pt x="2140" y="12433"/>
                      <a:pt x="3727" y="13371"/>
                      <a:pt x="5388" y="13371"/>
                    </a:cubicBezTo>
                    <a:cubicBezTo>
                      <a:pt x="6792" y="13371"/>
                      <a:pt x="8250" y="12701"/>
                      <a:pt x="9274" y="11311"/>
                    </a:cubicBezTo>
                    <a:cubicBezTo>
                      <a:pt x="10741" y="9309"/>
                      <a:pt x="10541" y="7875"/>
                      <a:pt x="10274" y="4406"/>
                    </a:cubicBezTo>
                    <a:cubicBezTo>
                      <a:pt x="10100" y="1796"/>
                      <a:pt x="7907" y="1"/>
                      <a:pt x="5545" y="1"/>
                    </a:cubicBezTo>
                    <a:close/>
                  </a:path>
                </a:pathLst>
              </a:custGeom>
              <a:solidFill>
                <a:srgbClr val="F6B2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50"/>
              <p:cNvSpPr/>
              <p:nvPr/>
            </p:nvSpPr>
            <p:spPr>
              <a:xfrm flipH="1">
                <a:off x="1181506" y="1412000"/>
                <a:ext cx="409446" cy="405811"/>
              </a:xfrm>
              <a:custGeom>
                <a:avLst/>
                <a:gdLst/>
                <a:ahLst/>
                <a:cxnLst/>
                <a:rect l="l" t="t" r="r" b="b"/>
                <a:pathLst>
                  <a:path w="15994" h="15852" extrusionOk="0">
                    <a:moveTo>
                      <a:pt x="7127" y="1"/>
                    </a:moveTo>
                    <a:cubicBezTo>
                      <a:pt x="5724" y="1"/>
                      <a:pt x="4101" y="397"/>
                      <a:pt x="2235" y="1320"/>
                    </a:cubicBezTo>
                    <a:cubicBezTo>
                      <a:pt x="801" y="1920"/>
                      <a:pt x="1" y="3521"/>
                      <a:pt x="334" y="5056"/>
                    </a:cubicBezTo>
                    <a:cubicBezTo>
                      <a:pt x="334" y="5056"/>
                      <a:pt x="669" y="4913"/>
                      <a:pt x="1109" y="4913"/>
                    </a:cubicBezTo>
                    <a:cubicBezTo>
                      <a:pt x="1926" y="4913"/>
                      <a:pt x="3104" y="5406"/>
                      <a:pt x="3169" y="8225"/>
                    </a:cubicBezTo>
                    <a:cubicBezTo>
                      <a:pt x="3236" y="11360"/>
                      <a:pt x="1068" y="15597"/>
                      <a:pt x="1068" y="15597"/>
                    </a:cubicBezTo>
                    <a:cubicBezTo>
                      <a:pt x="1068" y="15597"/>
                      <a:pt x="2270" y="15851"/>
                      <a:pt x="4344" y="15851"/>
                    </a:cubicBezTo>
                    <a:cubicBezTo>
                      <a:pt x="6515" y="15851"/>
                      <a:pt x="9641" y="15572"/>
                      <a:pt x="13343" y="14429"/>
                    </a:cubicBezTo>
                    <a:cubicBezTo>
                      <a:pt x="15994" y="13631"/>
                      <a:pt x="15357" y="1"/>
                      <a:pt x="71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Google Shape;1202;p50"/>
              <p:cNvSpPr/>
              <p:nvPr/>
            </p:nvSpPr>
            <p:spPr>
              <a:xfrm flipH="1">
                <a:off x="1450025" y="1495299"/>
                <a:ext cx="101837" cy="84250"/>
              </a:xfrm>
              <a:custGeom>
                <a:avLst/>
                <a:gdLst/>
                <a:ahLst/>
                <a:cxnLst/>
                <a:rect l="l" t="t" r="r" b="b"/>
                <a:pathLst>
                  <a:path w="3978" h="3291" extrusionOk="0">
                    <a:moveTo>
                      <a:pt x="475" y="0"/>
                    </a:moveTo>
                    <a:lnTo>
                      <a:pt x="475" y="0"/>
                    </a:lnTo>
                    <a:cubicBezTo>
                      <a:pt x="1" y="1106"/>
                      <a:pt x="96" y="3290"/>
                      <a:pt x="1752" y="3290"/>
                    </a:cubicBezTo>
                    <a:cubicBezTo>
                      <a:pt x="1844" y="3290"/>
                      <a:pt x="1941" y="3283"/>
                      <a:pt x="2043" y="3269"/>
                    </a:cubicBezTo>
                    <a:cubicBezTo>
                      <a:pt x="3977" y="3036"/>
                      <a:pt x="3410" y="1068"/>
                      <a:pt x="3410" y="1068"/>
                    </a:cubicBezTo>
                    <a:lnTo>
                      <a:pt x="47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Google Shape;1203;p50"/>
              <p:cNvSpPr/>
              <p:nvPr/>
            </p:nvSpPr>
            <p:spPr>
              <a:xfrm flipH="1">
                <a:off x="1484176" y="1584588"/>
                <a:ext cx="63232" cy="84736"/>
              </a:xfrm>
              <a:custGeom>
                <a:avLst/>
                <a:gdLst/>
                <a:ahLst/>
                <a:cxnLst/>
                <a:rect l="l" t="t" r="r" b="b"/>
                <a:pathLst>
                  <a:path w="2470" h="3310" extrusionOk="0">
                    <a:moveTo>
                      <a:pt x="1295" y="0"/>
                    </a:moveTo>
                    <a:cubicBezTo>
                      <a:pt x="1154" y="0"/>
                      <a:pt x="1010" y="26"/>
                      <a:pt x="868" y="82"/>
                    </a:cubicBezTo>
                    <a:cubicBezTo>
                      <a:pt x="101" y="448"/>
                      <a:pt x="1" y="1649"/>
                      <a:pt x="201" y="2383"/>
                    </a:cubicBezTo>
                    <a:cubicBezTo>
                      <a:pt x="333" y="2934"/>
                      <a:pt x="712" y="3310"/>
                      <a:pt x="1128" y="3310"/>
                    </a:cubicBezTo>
                    <a:cubicBezTo>
                      <a:pt x="1341" y="3310"/>
                      <a:pt x="1565" y="3210"/>
                      <a:pt x="1769" y="2984"/>
                    </a:cubicBezTo>
                    <a:cubicBezTo>
                      <a:pt x="2236" y="2517"/>
                      <a:pt x="2469" y="1849"/>
                      <a:pt x="2436" y="1182"/>
                    </a:cubicBezTo>
                    <a:cubicBezTo>
                      <a:pt x="2463" y="503"/>
                      <a:pt x="1914" y="0"/>
                      <a:pt x="1295" y="0"/>
                    </a:cubicBezTo>
                    <a:close/>
                  </a:path>
                </a:pathLst>
              </a:custGeom>
              <a:solidFill>
                <a:srgbClr val="F6B2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50"/>
              <p:cNvSpPr/>
              <p:nvPr/>
            </p:nvSpPr>
            <p:spPr>
              <a:xfrm flipH="1">
                <a:off x="1040156" y="4270512"/>
                <a:ext cx="158848" cy="48691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1902" extrusionOk="0">
                    <a:moveTo>
                      <a:pt x="0" y="0"/>
                    </a:moveTo>
                    <a:lnTo>
                      <a:pt x="601" y="1902"/>
                    </a:lnTo>
                    <a:lnTo>
                      <a:pt x="6038" y="1902"/>
                    </a:lnTo>
                    <a:lnTo>
                      <a:pt x="6205" y="13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50"/>
              <p:cNvSpPr/>
              <p:nvPr/>
            </p:nvSpPr>
            <p:spPr>
              <a:xfrm flipH="1">
                <a:off x="1280946" y="2395309"/>
                <a:ext cx="22246" cy="47846"/>
              </a:xfrm>
              <a:custGeom>
                <a:avLst/>
                <a:gdLst/>
                <a:ahLst/>
                <a:cxnLst/>
                <a:rect l="l" t="t" r="r" b="b"/>
                <a:pathLst>
                  <a:path w="869" h="1869" extrusionOk="0">
                    <a:moveTo>
                      <a:pt x="134" y="1"/>
                    </a:moveTo>
                    <a:cubicBezTo>
                      <a:pt x="68" y="1"/>
                      <a:pt x="1" y="34"/>
                      <a:pt x="1" y="101"/>
                    </a:cubicBezTo>
                    <a:lnTo>
                      <a:pt x="201" y="1769"/>
                    </a:lnTo>
                    <a:cubicBezTo>
                      <a:pt x="201" y="1835"/>
                      <a:pt x="268" y="1869"/>
                      <a:pt x="334" y="1869"/>
                    </a:cubicBezTo>
                    <a:lnTo>
                      <a:pt x="735" y="1869"/>
                    </a:lnTo>
                    <a:cubicBezTo>
                      <a:pt x="801" y="1869"/>
                      <a:pt x="868" y="1802"/>
                      <a:pt x="835" y="1769"/>
                    </a:cubicBezTo>
                    <a:lnTo>
                      <a:pt x="668" y="101"/>
                    </a:lnTo>
                    <a:cubicBezTo>
                      <a:pt x="668" y="34"/>
                      <a:pt x="601" y="1"/>
                      <a:pt x="5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50"/>
              <p:cNvSpPr/>
              <p:nvPr/>
            </p:nvSpPr>
            <p:spPr>
              <a:xfrm flipH="1">
                <a:off x="1520042" y="2395309"/>
                <a:ext cx="21376" cy="47846"/>
              </a:xfrm>
              <a:custGeom>
                <a:avLst/>
                <a:gdLst/>
                <a:ahLst/>
                <a:cxnLst/>
                <a:rect l="l" t="t" r="r" b="b"/>
                <a:pathLst>
                  <a:path w="835" h="1869" extrusionOk="0">
                    <a:moveTo>
                      <a:pt x="134" y="1"/>
                    </a:moveTo>
                    <a:cubicBezTo>
                      <a:pt x="34" y="1"/>
                      <a:pt x="0" y="34"/>
                      <a:pt x="0" y="101"/>
                    </a:cubicBezTo>
                    <a:lnTo>
                      <a:pt x="167" y="1769"/>
                    </a:lnTo>
                    <a:cubicBezTo>
                      <a:pt x="167" y="1835"/>
                      <a:pt x="234" y="1869"/>
                      <a:pt x="334" y="1869"/>
                    </a:cubicBezTo>
                    <a:lnTo>
                      <a:pt x="701" y="1869"/>
                    </a:lnTo>
                    <a:cubicBezTo>
                      <a:pt x="801" y="1869"/>
                      <a:pt x="834" y="1802"/>
                      <a:pt x="834" y="1769"/>
                    </a:cubicBezTo>
                    <a:lnTo>
                      <a:pt x="667" y="101"/>
                    </a:lnTo>
                    <a:cubicBezTo>
                      <a:pt x="667" y="34"/>
                      <a:pt x="601" y="1"/>
                      <a:pt x="50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Google Shape;1207;p50"/>
              <p:cNvSpPr/>
              <p:nvPr/>
            </p:nvSpPr>
            <p:spPr>
              <a:xfrm flipH="1">
                <a:off x="1432949" y="4270512"/>
                <a:ext cx="154598" cy="48691"/>
              </a:xfrm>
              <a:custGeom>
                <a:avLst/>
                <a:gdLst/>
                <a:ahLst/>
                <a:cxnLst/>
                <a:rect l="l" t="t" r="r" b="b"/>
                <a:pathLst>
                  <a:path w="6039" h="1902" extrusionOk="0">
                    <a:moveTo>
                      <a:pt x="6039" y="0"/>
                    </a:moveTo>
                    <a:lnTo>
                      <a:pt x="1" y="267"/>
                    </a:lnTo>
                    <a:lnTo>
                      <a:pt x="401" y="1902"/>
                    </a:lnTo>
                    <a:lnTo>
                      <a:pt x="5838" y="1902"/>
                    </a:lnTo>
                    <a:lnTo>
                      <a:pt x="603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Google Shape;1208;p50"/>
              <p:cNvSpPr/>
              <p:nvPr/>
            </p:nvSpPr>
            <p:spPr>
              <a:xfrm flipH="1">
                <a:off x="1227149" y="2399277"/>
                <a:ext cx="397952" cy="39629"/>
              </a:xfrm>
              <a:custGeom>
                <a:avLst/>
                <a:gdLst/>
                <a:ahLst/>
                <a:cxnLst/>
                <a:rect l="l" t="t" r="r" b="b"/>
                <a:pathLst>
                  <a:path w="15545" h="1548" extrusionOk="0">
                    <a:moveTo>
                      <a:pt x="14680" y="0"/>
                    </a:moveTo>
                    <a:cubicBezTo>
                      <a:pt x="14659" y="0"/>
                      <a:pt x="14636" y="4"/>
                      <a:pt x="14611" y="13"/>
                    </a:cubicBezTo>
                    <a:lnTo>
                      <a:pt x="234" y="13"/>
                    </a:lnTo>
                    <a:cubicBezTo>
                      <a:pt x="100" y="13"/>
                      <a:pt x="0" y="79"/>
                      <a:pt x="0" y="146"/>
                    </a:cubicBezTo>
                    <a:lnTo>
                      <a:pt x="134" y="1414"/>
                    </a:lnTo>
                    <a:cubicBezTo>
                      <a:pt x="134" y="1480"/>
                      <a:pt x="234" y="1547"/>
                      <a:pt x="367" y="1547"/>
                    </a:cubicBezTo>
                    <a:lnTo>
                      <a:pt x="15244" y="1547"/>
                    </a:lnTo>
                    <a:cubicBezTo>
                      <a:pt x="15411" y="1547"/>
                      <a:pt x="15545" y="1447"/>
                      <a:pt x="15478" y="1347"/>
                    </a:cubicBezTo>
                    <a:lnTo>
                      <a:pt x="14844" y="113"/>
                    </a:lnTo>
                    <a:cubicBezTo>
                      <a:pt x="14794" y="38"/>
                      <a:pt x="14744" y="0"/>
                      <a:pt x="146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Google Shape;1209;p50"/>
              <p:cNvSpPr/>
              <p:nvPr/>
            </p:nvSpPr>
            <p:spPr>
              <a:xfrm flipH="1">
                <a:off x="1227149" y="2399277"/>
                <a:ext cx="397952" cy="39629"/>
              </a:xfrm>
              <a:custGeom>
                <a:avLst/>
                <a:gdLst/>
                <a:ahLst/>
                <a:cxnLst/>
                <a:rect l="l" t="t" r="r" b="b"/>
                <a:pathLst>
                  <a:path w="15545" h="1548" extrusionOk="0">
                    <a:moveTo>
                      <a:pt x="14680" y="0"/>
                    </a:moveTo>
                    <a:cubicBezTo>
                      <a:pt x="14659" y="0"/>
                      <a:pt x="14636" y="4"/>
                      <a:pt x="14611" y="13"/>
                    </a:cubicBezTo>
                    <a:lnTo>
                      <a:pt x="234" y="13"/>
                    </a:lnTo>
                    <a:cubicBezTo>
                      <a:pt x="100" y="13"/>
                      <a:pt x="0" y="79"/>
                      <a:pt x="0" y="146"/>
                    </a:cubicBezTo>
                    <a:lnTo>
                      <a:pt x="134" y="1414"/>
                    </a:lnTo>
                    <a:cubicBezTo>
                      <a:pt x="134" y="1480"/>
                      <a:pt x="234" y="1547"/>
                      <a:pt x="367" y="1547"/>
                    </a:cubicBezTo>
                    <a:lnTo>
                      <a:pt x="15244" y="1547"/>
                    </a:lnTo>
                    <a:cubicBezTo>
                      <a:pt x="15411" y="1547"/>
                      <a:pt x="15545" y="1447"/>
                      <a:pt x="15478" y="1347"/>
                    </a:cubicBezTo>
                    <a:lnTo>
                      <a:pt x="14844" y="113"/>
                    </a:lnTo>
                    <a:cubicBezTo>
                      <a:pt x="14794" y="38"/>
                      <a:pt x="14744" y="0"/>
                      <a:pt x="146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Google Shape;1210;p50"/>
              <p:cNvSpPr/>
              <p:nvPr/>
            </p:nvSpPr>
            <p:spPr>
              <a:xfrm flipH="1">
                <a:off x="1280946" y="2395309"/>
                <a:ext cx="22246" cy="47846"/>
              </a:xfrm>
              <a:custGeom>
                <a:avLst/>
                <a:gdLst/>
                <a:ahLst/>
                <a:cxnLst/>
                <a:rect l="l" t="t" r="r" b="b"/>
                <a:pathLst>
                  <a:path w="869" h="1869" extrusionOk="0">
                    <a:moveTo>
                      <a:pt x="134" y="1"/>
                    </a:moveTo>
                    <a:cubicBezTo>
                      <a:pt x="68" y="1"/>
                      <a:pt x="1" y="34"/>
                      <a:pt x="1" y="101"/>
                    </a:cubicBezTo>
                    <a:lnTo>
                      <a:pt x="201" y="1769"/>
                    </a:lnTo>
                    <a:cubicBezTo>
                      <a:pt x="201" y="1835"/>
                      <a:pt x="268" y="1869"/>
                      <a:pt x="334" y="1869"/>
                    </a:cubicBezTo>
                    <a:lnTo>
                      <a:pt x="735" y="1869"/>
                    </a:lnTo>
                    <a:cubicBezTo>
                      <a:pt x="801" y="1869"/>
                      <a:pt x="868" y="1802"/>
                      <a:pt x="835" y="1769"/>
                    </a:cubicBezTo>
                    <a:lnTo>
                      <a:pt x="668" y="101"/>
                    </a:lnTo>
                    <a:cubicBezTo>
                      <a:pt x="668" y="34"/>
                      <a:pt x="601" y="1"/>
                      <a:pt x="53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50"/>
              <p:cNvSpPr/>
              <p:nvPr/>
            </p:nvSpPr>
            <p:spPr>
              <a:xfrm flipH="1">
                <a:off x="1520042" y="2395309"/>
                <a:ext cx="21376" cy="47846"/>
              </a:xfrm>
              <a:custGeom>
                <a:avLst/>
                <a:gdLst/>
                <a:ahLst/>
                <a:cxnLst/>
                <a:rect l="l" t="t" r="r" b="b"/>
                <a:pathLst>
                  <a:path w="835" h="1869" extrusionOk="0">
                    <a:moveTo>
                      <a:pt x="134" y="1"/>
                    </a:moveTo>
                    <a:cubicBezTo>
                      <a:pt x="34" y="1"/>
                      <a:pt x="0" y="34"/>
                      <a:pt x="0" y="101"/>
                    </a:cubicBezTo>
                    <a:lnTo>
                      <a:pt x="167" y="1769"/>
                    </a:lnTo>
                    <a:cubicBezTo>
                      <a:pt x="167" y="1835"/>
                      <a:pt x="234" y="1869"/>
                      <a:pt x="334" y="1869"/>
                    </a:cubicBezTo>
                    <a:lnTo>
                      <a:pt x="701" y="1869"/>
                    </a:lnTo>
                    <a:cubicBezTo>
                      <a:pt x="801" y="1869"/>
                      <a:pt x="834" y="1802"/>
                      <a:pt x="834" y="1769"/>
                    </a:cubicBezTo>
                    <a:lnTo>
                      <a:pt x="667" y="101"/>
                    </a:lnTo>
                    <a:cubicBezTo>
                      <a:pt x="667" y="34"/>
                      <a:pt x="601" y="1"/>
                      <a:pt x="50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Google Shape;1212;p50"/>
              <p:cNvSpPr/>
              <p:nvPr/>
            </p:nvSpPr>
            <p:spPr>
              <a:xfrm flipH="1">
                <a:off x="1519191" y="1877646"/>
                <a:ext cx="199859" cy="263245"/>
              </a:xfrm>
              <a:custGeom>
                <a:avLst/>
                <a:gdLst/>
                <a:ahLst/>
                <a:cxnLst/>
                <a:rect l="l" t="t" r="r" b="b"/>
                <a:pathLst>
                  <a:path w="7807" h="10283" extrusionOk="0">
                    <a:moveTo>
                      <a:pt x="4030" y="0"/>
                    </a:moveTo>
                    <a:cubicBezTo>
                      <a:pt x="3574" y="0"/>
                      <a:pt x="3054" y="85"/>
                      <a:pt x="2436" y="242"/>
                    </a:cubicBezTo>
                    <a:cubicBezTo>
                      <a:pt x="1002" y="609"/>
                      <a:pt x="1" y="6513"/>
                      <a:pt x="1" y="6513"/>
                    </a:cubicBezTo>
                    <a:lnTo>
                      <a:pt x="5572" y="10282"/>
                    </a:lnTo>
                    <a:cubicBezTo>
                      <a:pt x="5572" y="10282"/>
                      <a:pt x="7807" y="3244"/>
                      <a:pt x="6672" y="1643"/>
                    </a:cubicBezTo>
                    <a:cubicBezTo>
                      <a:pt x="5848" y="489"/>
                      <a:pt x="5124" y="0"/>
                      <a:pt x="403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13" name="Google Shape;1213;p50"/>
          <p:cNvGrpSpPr/>
          <p:nvPr/>
        </p:nvGrpSpPr>
        <p:grpSpPr>
          <a:xfrm>
            <a:off x="5928394" y="1169179"/>
            <a:ext cx="2495606" cy="3435844"/>
            <a:chOff x="5928394" y="1169179"/>
            <a:chExt cx="2495606" cy="3435844"/>
          </a:xfrm>
        </p:grpSpPr>
        <p:sp>
          <p:nvSpPr>
            <p:cNvPr id="1214" name="Google Shape;1214;p50"/>
            <p:cNvSpPr/>
            <p:nvPr/>
          </p:nvSpPr>
          <p:spPr>
            <a:xfrm flipH="1">
              <a:off x="7148465" y="4415424"/>
              <a:ext cx="1275535" cy="189599"/>
            </a:xfrm>
            <a:custGeom>
              <a:avLst/>
              <a:gdLst/>
              <a:ahLst/>
              <a:cxnLst/>
              <a:rect l="l" t="t" r="r" b="b"/>
              <a:pathLst>
                <a:path w="161716" h="9441" extrusionOk="0">
                  <a:moveTo>
                    <a:pt x="80858" y="1"/>
                  </a:moveTo>
                  <a:cubicBezTo>
                    <a:pt x="36193" y="1"/>
                    <a:pt x="0" y="2136"/>
                    <a:pt x="0" y="4738"/>
                  </a:cubicBezTo>
                  <a:cubicBezTo>
                    <a:pt x="0" y="7339"/>
                    <a:pt x="36193" y="9441"/>
                    <a:pt x="80858" y="9441"/>
                  </a:cubicBezTo>
                  <a:cubicBezTo>
                    <a:pt x="125523" y="9441"/>
                    <a:pt x="161716" y="7339"/>
                    <a:pt x="161716" y="4738"/>
                  </a:cubicBezTo>
                  <a:cubicBezTo>
                    <a:pt x="161716" y="2136"/>
                    <a:pt x="125523" y="1"/>
                    <a:pt x="808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15" name="Google Shape;1215;p50"/>
            <p:cNvGrpSpPr/>
            <p:nvPr/>
          </p:nvGrpSpPr>
          <p:grpSpPr>
            <a:xfrm>
              <a:off x="7148475" y="1411383"/>
              <a:ext cx="1101650" cy="3117026"/>
              <a:chOff x="7148475" y="1411383"/>
              <a:chExt cx="1101650" cy="3117026"/>
            </a:xfrm>
          </p:grpSpPr>
          <p:sp>
            <p:nvSpPr>
              <p:cNvPr id="1216" name="Google Shape;1216;p50"/>
              <p:cNvSpPr/>
              <p:nvPr/>
            </p:nvSpPr>
            <p:spPr>
              <a:xfrm>
                <a:off x="7236875" y="2107463"/>
                <a:ext cx="62575" cy="151644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6206" extrusionOk="0">
                    <a:moveTo>
                      <a:pt x="568" y="1"/>
                    </a:moveTo>
                    <a:cubicBezTo>
                      <a:pt x="234" y="1"/>
                      <a:pt x="1" y="334"/>
                      <a:pt x="101" y="634"/>
                    </a:cubicBezTo>
                    <a:lnTo>
                      <a:pt x="1835" y="6205"/>
                    </a:lnTo>
                    <a:lnTo>
                      <a:pt x="2502" y="6205"/>
                    </a:lnTo>
                    <a:lnTo>
                      <a:pt x="63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Google Shape;1217;p50"/>
              <p:cNvSpPr/>
              <p:nvPr/>
            </p:nvSpPr>
            <p:spPr>
              <a:xfrm>
                <a:off x="7148475" y="2144971"/>
                <a:ext cx="107600" cy="261650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10708" extrusionOk="0">
                    <a:moveTo>
                      <a:pt x="1002" y="0"/>
                    </a:moveTo>
                    <a:cubicBezTo>
                      <a:pt x="434" y="0"/>
                      <a:pt x="1" y="567"/>
                      <a:pt x="168" y="1134"/>
                    </a:cubicBezTo>
                    <a:lnTo>
                      <a:pt x="2903" y="10074"/>
                    </a:lnTo>
                    <a:cubicBezTo>
                      <a:pt x="3036" y="10441"/>
                      <a:pt x="3370" y="10708"/>
                      <a:pt x="3737" y="10708"/>
                    </a:cubicBezTo>
                    <a:lnTo>
                      <a:pt x="4304" y="10708"/>
                    </a:lnTo>
                    <a:lnTo>
                      <a:pt x="100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Google Shape;1218;p50"/>
              <p:cNvSpPr/>
              <p:nvPr/>
            </p:nvSpPr>
            <p:spPr>
              <a:xfrm>
                <a:off x="7172675" y="1970896"/>
                <a:ext cx="481200" cy="435725"/>
              </a:xfrm>
              <a:custGeom>
                <a:avLst/>
                <a:gdLst/>
                <a:ahLst/>
                <a:cxnLst/>
                <a:rect l="l" t="t" r="r" b="b"/>
                <a:pathLst>
                  <a:path w="19248" h="17832" extrusionOk="0">
                    <a:moveTo>
                      <a:pt x="3831" y="0"/>
                    </a:moveTo>
                    <a:cubicBezTo>
                      <a:pt x="3694" y="0"/>
                      <a:pt x="3556" y="125"/>
                      <a:pt x="3636" y="286"/>
                    </a:cubicBezTo>
                    <a:lnTo>
                      <a:pt x="5271" y="5590"/>
                    </a:lnTo>
                    <a:lnTo>
                      <a:pt x="3169" y="5590"/>
                    </a:lnTo>
                    <a:lnTo>
                      <a:pt x="3636" y="7091"/>
                    </a:lnTo>
                    <a:lnTo>
                      <a:pt x="0" y="7091"/>
                    </a:lnTo>
                    <a:lnTo>
                      <a:pt x="3336" y="17832"/>
                    </a:lnTo>
                    <a:lnTo>
                      <a:pt x="19247" y="17832"/>
                    </a:lnTo>
                    <a:lnTo>
                      <a:pt x="15945" y="7091"/>
                    </a:lnTo>
                    <a:lnTo>
                      <a:pt x="12843" y="7091"/>
                    </a:lnTo>
                    <a:lnTo>
                      <a:pt x="12376" y="5590"/>
                    </a:lnTo>
                    <a:lnTo>
                      <a:pt x="10107" y="5590"/>
                    </a:lnTo>
                    <a:lnTo>
                      <a:pt x="9273" y="2921"/>
                    </a:lnTo>
                    <a:cubicBezTo>
                      <a:pt x="9246" y="2811"/>
                      <a:pt x="9172" y="2746"/>
                      <a:pt x="9072" y="2746"/>
                    </a:cubicBezTo>
                    <a:cubicBezTo>
                      <a:pt x="9051" y="2746"/>
                      <a:pt x="9030" y="2749"/>
                      <a:pt x="9007" y="2754"/>
                    </a:cubicBezTo>
                    <a:cubicBezTo>
                      <a:pt x="8907" y="2788"/>
                      <a:pt x="8840" y="2921"/>
                      <a:pt x="8873" y="3021"/>
                    </a:cubicBezTo>
                    <a:lnTo>
                      <a:pt x="9674" y="5590"/>
                    </a:lnTo>
                    <a:lnTo>
                      <a:pt x="5704" y="5590"/>
                    </a:lnTo>
                    <a:lnTo>
                      <a:pt x="4036" y="186"/>
                    </a:lnTo>
                    <a:cubicBezTo>
                      <a:pt x="4010" y="54"/>
                      <a:pt x="3921" y="0"/>
                      <a:pt x="38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Google Shape;1219;p50"/>
              <p:cNvSpPr/>
              <p:nvPr/>
            </p:nvSpPr>
            <p:spPr>
              <a:xfrm>
                <a:off x="7172675" y="1970896"/>
                <a:ext cx="481200" cy="435725"/>
              </a:xfrm>
              <a:custGeom>
                <a:avLst/>
                <a:gdLst/>
                <a:ahLst/>
                <a:cxnLst/>
                <a:rect l="l" t="t" r="r" b="b"/>
                <a:pathLst>
                  <a:path w="19248" h="17832" extrusionOk="0">
                    <a:moveTo>
                      <a:pt x="3831" y="0"/>
                    </a:moveTo>
                    <a:cubicBezTo>
                      <a:pt x="3694" y="0"/>
                      <a:pt x="3556" y="125"/>
                      <a:pt x="3636" y="286"/>
                    </a:cubicBezTo>
                    <a:lnTo>
                      <a:pt x="5271" y="5590"/>
                    </a:lnTo>
                    <a:lnTo>
                      <a:pt x="3169" y="5590"/>
                    </a:lnTo>
                    <a:lnTo>
                      <a:pt x="3636" y="7091"/>
                    </a:lnTo>
                    <a:lnTo>
                      <a:pt x="0" y="7091"/>
                    </a:lnTo>
                    <a:lnTo>
                      <a:pt x="3336" y="17832"/>
                    </a:lnTo>
                    <a:lnTo>
                      <a:pt x="19247" y="17832"/>
                    </a:lnTo>
                    <a:lnTo>
                      <a:pt x="15945" y="7091"/>
                    </a:lnTo>
                    <a:lnTo>
                      <a:pt x="12843" y="7091"/>
                    </a:lnTo>
                    <a:lnTo>
                      <a:pt x="12376" y="5590"/>
                    </a:lnTo>
                    <a:lnTo>
                      <a:pt x="10107" y="5590"/>
                    </a:lnTo>
                    <a:lnTo>
                      <a:pt x="9273" y="2921"/>
                    </a:lnTo>
                    <a:cubicBezTo>
                      <a:pt x="9246" y="2811"/>
                      <a:pt x="9172" y="2746"/>
                      <a:pt x="9072" y="2746"/>
                    </a:cubicBezTo>
                    <a:cubicBezTo>
                      <a:pt x="9051" y="2746"/>
                      <a:pt x="9030" y="2749"/>
                      <a:pt x="9007" y="2754"/>
                    </a:cubicBezTo>
                    <a:cubicBezTo>
                      <a:pt x="8907" y="2788"/>
                      <a:pt x="8840" y="2921"/>
                      <a:pt x="8873" y="3021"/>
                    </a:cubicBezTo>
                    <a:lnTo>
                      <a:pt x="9674" y="5590"/>
                    </a:lnTo>
                    <a:lnTo>
                      <a:pt x="5704" y="5590"/>
                    </a:lnTo>
                    <a:lnTo>
                      <a:pt x="4036" y="186"/>
                    </a:lnTo>
                    <a:cubicBezTo>
                      <a:pt x="4010" y="54"/>
                      <a:pt x="3921" y="0"/>
                      <a:pt x="38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Google Shape;1220;p50"/>
              <p:cNvSpPr/>
              <p:nvPr/>
            </p:nvSpPr>
            <p:spPr>
              <a:xfrm>
                <a:off x="7812300" y="1952594"/>
                <a:ext cx="242700" cy="467881"/>
              </a:xfrm>
              <a:custGeom>
                <a:avLst/>
                <a:gdLst/>
                <a:ahLst/>
                <a:cxnLst/>
                <a:rect l="l" t="t" r="r" b="b"/>
                <a:pathLst>
                  <a:path w="9708" h="19148" extrusionOk="0">
                    <a:moveTo>
                      <a:pt x="3903" y="1"/>
                    </a:moveTo>
                    <a:lnTo>
                      <a:pt x="0" y="2469"/>
                    </a:lnTo>
                    <a:lnTo>
                      <a:pt x="1201" y="4537"/>
                    </a:lnTo>
                    <a:lnTo>
                      <a:pt x="2368" y="6672"/>
                    </a:lnTo>
                    <a:cubicBezTo>
                      <a:pt x="3136" y="8107"/>
                      <a:pt x="3870" y="9541"/>
                      <a:pt x="4570" y="11009"/>
                    </a:cubicBezTo>
                    <a:cubicBezTo>
                      <a:pt x="4904" y="11743"/>
                      <a:pt x="5204" y="12443"/>
                      <a:pt x="5504" y="13177"/>
                    </a:cubicBezTo>
                    <a:lnTo>
                      <a:pt x="5571" y="13310"/>
                    </a:lnTo>
                    <a:cubicBezTo>
                      <a:pt x="5571" y="13310"/>
                      <a:pt x="5571" y="13344"/>
                      <a:pt x="5571" y="13344"/>
                    </a:cubicBezTo>
                    <a:cubicBezTo>
                      <a:pt x="5571" y="13344"/>
                      <a:pt x="5604" y="13377"/>
                      <a:pt x="5604" y="13410"/>
                    </a:cubicBezTo>
                    <a:cubicBezTo>
                      <a:pt x="5637" y="13444"/>
                      <a:pt x="5637" y="13477"/>
                      <a:pt x="5671" y="13510"/>
                    </a:cubicBezTo>
                    <a:cubicBezTo>
                      <a:pt x="5671" y="13677"/>
                      <a:pt x="5671" y="13844"/>
                      <a:pt x="5604" y="13977"/>
                    </a:cubicBezTo>
                    <a:cubicBezTo>
                      <a:pt x="5371" y="14545"/>
                      <a:pt x="5037" y="15078"/>
                      <a:pt x="4603" y="15512"/>
                    </a:cubicBezTo>
                    <a:cubicBezTo>
                      <a:pt x="4103" y="16046"/>
                      <a:pt x="3536" y="16579"/>
                      <a:pt x="2969" y="17046"/>
                    </a:cubicBezTo>
                    <a:lnTo>
                      <a:pt x="3970" y="19148"/>
                    </a:lnTo>
                    <a:cubicBezTo>
                      <a:pt x="4403" y="19014"/>
                      <a:pt x="4870" y="18848"/>
                      <a:pt x="5304" y="18647"/>
                    </a:cubicBezTo>
                    <a:cubicBezTo>
                      <a:pt x="5738" y="18481"/>
                      <a:pt x="6138" y="18247"/>
                      <a:pt x="6538" y="18014"/>
                    </a:cubicBezTo>
                    <a:cubicBezTo>
                      <a:pt x="7472" y="17480"/>
                      <a:pt x="8306" y="16713"/>
                      <a:pt x="8906" y="15845"/>
                    </a:cubicBezTo>
                    <a:cubicBezTo>
                      <a:pt x="9273" y="15245"/>
                      <a:pt x="9540" y="14611"/>
                      <a:pt x="9640" y="13944"/>
                    </a:cubicBezTo>
                    <a:cubicBezTo>
                      <a:pt x="9707" y="13544"/>
                      <a:pt x="9707" y="13177"/>
                      <a:pt x="9674" y="12810"/>
                    </a:cubicBezTo>
                    <a:cubicBezTo>
                      <a:pt x="9640" y="12610"/>
                      <a:pt x="9607" y="12410"/>
                      <a:pt x="9574" y="12243"/>
                    </a:cubicBezTo>
                    <a:lnTo>
                      <a:pt x="9507" y="11976"/>
                    </a:lnTo>
                    <a:lnTo>
                      <a:pt x="9440" y="11809"/>
                    </a:lnTo>
                    <a:cubicBezTo>
                      <a:pt x="9173" y="10975"/>
                      <a:pt x="8906" y="10108"/>
                      <a:pt x="8573" y="9307"/>
                    </a:cubicBezTo>
                    <a:cubicBezTo>
                      <a:pt x="7939" y="7673"/>
                      <a:pt x="7239" y="6072"/>
                      <a:pt x="6438" y="4537"/>
                    </a:cubicBezTo>
                    <a:cubicBezTo>
                      <a:pt x="6071" y="3770"/>
                      <a:pt x="5671" y="3003"/>
                      <a:pt x="5237" y="2269"/>
                    </a:cubicBezTo>
                    <a:cubicBezTo>
                      <a:pt x="4804" y="1502"/>
                      <a:pt x="4403" y="768"/>
                      <a:pt x="3903" y="1"/>
                    </a:cubicBezTo>
                    <a:close/>
                  </a:path>
                </a:pathLst>
              </a:custGeom>
              <a:solidFill>
                <a:srgbClr val="AC7E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Google Shape;1221;p50"/>
              <p:cNvSpPr/>
              <p:nvPr/>
            </p:nvSpPr>
            <p:spPr>
              <a:xfrm>
                <a:off x="7854825" y="2349541"/>
                <a:ext cx="68400" cy="87184"/>
              </a:xfrm>
              <a:custGeom>
                <a:avLst/>
                <a:gdLst/>
                <a:ahLst/>
                <a:cxnLst/>
                <a:rect l="l" t="t" r="r" b="b"/>
                <a:pathLst>
                  <a:path w="2736" h="3568" extrusionOk="0">
                    <a:moveTo>
                      <a:pt x="100" y="1"/>
                    </a:moveTo>
                    <a:lnTo>
                      <a:pt x="0" y="3537"/>
                    </a:lnTo>
                    <a:cubicBezTo>
                      <a:pt x="0" y="3537"/>
                      <a:pt x="197" y="3568"/>
                      <a:pt x="498" y="3568"/>
                    </a:cubicBezTo>
                    <a:cubicBezTo>
                      <a:pt x="1081" y="3568"/>
                      <a:pt x="2054" y="3451"/>
                      <a:pt x="2736" y="2769"/>
                    </a:cubicBezTo>
                    <a:lnTo>
                      <a:pt x="2302" y="601"/>
                    </a:lnTo>
                    <a:lnTo>
                      <a:pt x="100" y="1"/>
                    </a:lnTo>
                    <a:close/>
                  </a:path>
                </a:pathLst>
              </a:custGeom>
              <a:solidFill>
                <a:srgbClr val="AC7E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Google Shape;1222;p50"/>
              <p:cNvSpPr/>
              <p:nvPr/>
            </p:nvSpPr>
            <p:spPr>
              <a:xfrm>
                <a:off x="7779775" y="2335686"/>
                <a:ext cx="77575" cy="100281"/>
              </a:xfrm>
              <a:custGeom>
                <a:avLst/>
                <a:gdLst/>
                <a:ahLst/>
                <a:cxnLst/>
                <a:rect l="l" t="t" r="r" b="b"/>
                <a:pathLst>
                  <a:path w="3103" h="4104" extrusionOk="0">
                    <a:moveTo>
                      <a:pt x="0" y="1"/>
                    </a:moveTo>
                    <a:lnTo>
                      <a:pt x="501" y="3103"/>
                    </a:lnTo>
                    <a:lnTo>
                      <a:pt x="3002" y="4104"/>
                    </a:lnTo>
                    <a:lnTo>
                      <a:pt x="3102" y="56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B5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Google Shape;1223;p50"/>
              <p:cNvSpPr/>
              <p:nvPr/>
            </p:nvSpPr>
            <p:spPr>
              <a:xfrm>
                <a:off x="7537100" y="1593057"/>
                <a:ext cx="17525" cy="21625"/>
              </a:xfrm>
              <a:custGeom>
                <a:avLst/>
                <a:gdLst/>
                <a:ahLst/>
                <a:cxnLst/>
                <a:rect l="l" t="t" r="r" b="b"/>
                <a:pathLst>
                  <a:path w="701" h="885" extrusionOk="0">
                    <a:moveTo>
                      <a:pt x="391" y="0"/>
                    </a:moveTo>
                    <a:cubicBezTo>
                      <a:pt x="240" y="0"/>
                      <a:pt x="97" y="160"/>
                      <a:pt x="67" y="405"/>
                    </a:cubicBezTo>
                    <a:cubicBezTo>
                      <a:pt x="0" y="638"/>
                      <a:pt x="100" y="838"/>
                      <a:pt x="267" y="872"/>
                    </a:cubicBezTo>
                    <a:cubicBezTo>
                      <a:pt x="289" y="880"/>
                      <a:pt x="311" y="885"/>
                      <a:pt x="333" y="885"/>
                    </a:cubicBezTo>
                    <a:cubicBezTo>
                      <a:pt x="476" y="885"/>
                      <a:pt x="605" y="707"/>
                      <a:pt x="634" y="505"/>
                    </a:cubicBezTo>
                    <a:cubicBezTo>
                      <a:pt x="701" y="271"/>
                      <a:pt x="601" y="38"/>
                      <a:pt x="434" y="4"/>
                    </a:cubicBezTo>
                    <a:cubicBezTo>
                      <a:pt x="420" y="1"/>
                      <a:pt x="406" y="0"/>
                      <a:pt x="3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Google Shape;1224;p50"/>
              <p:cNvSpPr/>
              <p:nvPr/>
            </p:nvSpPr>
            <p:spPr>
              <a:xfrm>
                <a:off x="7508750" y="1615977"/>
                <a:ext cx="40050" cy="55541"/>
              </a:xfrm>
              <a:custGeom>
                <a:avLst/>
                <a:gdLst/>
                <a:ahLst/>
                <a:cxnLst/>
                <a:rect l="l" t="t" r="r" b="b"/>
                <a:pathLst>
                  <a:path w="1602" h="2273" extrusionOk="0">
                    <a:moveTo>
                      <a:pt x="1601" y="0"/>
                    </a:moveTo>
                    <a:lnTo>
                      <a:pt x="1601" y="0"/>
                    </a:lnTo>
                    <a:cubicBezTo>
                      <a:pt x="1134" y="667"/>
                      <a:pt x="634" y="1268"/>
                      <a:pt x="0" y="1835"/>
                    </a:cubicBezTo>
                    <a:cubicBezTo>
                      <a:pt x="275" y="2110"/>
                      <a:pt x="634" y="2273"/>
                      <a:pt x="1025" y="2273"/>
                    </a:cubicBezTo>
                    <a:cubicBezTo>
                      <a:pt x="1061" y="2273"/>
                      <a:pt x="1098" y="2271"/>
                      <a:pt x="1134" y="2269"/>
                    </a:cubicBezTo>
                    <a:lnTo>
                      <a:pt x="1601" y="0"/>
                    </a:lnTo>
                    <a:close/>
                  </a:path>
                </a:pathLst>
              </a:custGeom>
              <a:solidFill>
                <a:srgbClr val="AC7E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Google Shape;1225;p50"/>
              <p:cNvSpPr/>
              <p:nvPr/>
            </p:nvSpPr>
            <p:spPr>
              <a:xfrm>
                <a:off x="7550425" y="1558824"/>
                <a:ext cx="35900" cy="18057"/>
              </a:xfrm>
              <a:custGeom>
                <a:avLst/>
                <a:gdLst/>
                <a:ahLst/>
                <a:cxnLst/>
                <a:rect l="l" t="t" r="r" b="b"/>
                <a:pathLst>
                  <a:path w="1436" h="739" extrusionOk="0">
                    <a:moveTo>
                      <a:pt x="251" y="0"/>
                    </a:moveTo>
                    <a:cubicBezTo>
                      <a:pt x="212" y="0"/>
                      <a:pt x="173" y="1"/>
                      <a:pt x="134" y="4"/>
                    </a:cubicBezTo>
                    <a:cubicBezTo>
                      <a:pt x="34" y="38"/>
                      <a:pt x="1" y="104"/>
                      <a:pt x="1" y="171"/>
                    </a:cubicBezTo>
                    <a:cubicBezTo>
                      <a:pt x="34" y="271"/>
                      <a:pt x="101" y="304"/>
                      <a:pt x="168" y="304"/>
                    </a:cubicBezTo>
                    <a:cubicBezTo>
                      <a:pt x="204" y="301"/>
                      <a:pt x="241" y="299"/>
                      <a:pt x="278" y="299"/>
                    </a:cubicBezTo>
                    <a:cubicBezTo>
                      <a:pt x="607" y="299"/>
                      <a:pt x="925" y="435"/>
                      <a:pt x="1135" y="705"/>
                    </a:cubicBezTo>
                    <a:cubicBezTo>
                      <a:pt x="1168" y="738"/>
                      <a:pt x="1235" y="738"/>
                      <a:pt x="1269" y="738"/>
                    </a:cubicBezTo>
                    <a:cubicBezTo>
                      <a:pt x="1302" y="738"/>
                      <a:pt x="1335" y="738"/>
                      <a:pt x="1369" y="705"/>
                    </a:cubicBezTo>
                    <a:cubicBezTo>
                      <a:pt x="1435" y="638"/>
                      <a:pt x="1435" y="538"/>
                      <a:pt x="1369" y="505"/>
                    </a:cubicBezTo>
                    <a:cubicBezTo>
                      <a:pt x="1093" y="168"/>
                      <a:pt x="678" y="0"/>
                      <a:pt x="25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Google Shape;1226;p50"/>
              <p:cNvSpPr/>
              <p:nvPr/>
            </p:nvSpPr>
            <p:spPr>
              <a:xfrm>
                <a:off x="7508750" y="1688525"/>
                <a:ext cx="234350" cy="246989"/>
              </a:xfrm>
              <a:custGeom>
                <a:avLst/>
                <a:gdLst/>
                <a:ahLst/>
                <a:cxnLst/>
                <a:rect l="l" t="t" r="r" b="b"/>
                <a:pathLst>
                  <a:path w="9374" h="10108" extrusionOk="0">
                    <a:moveTo>
                      <a:pt x="8673" y="0"/>
                    </a:moveTo>
                    <a:lnTo>
                      <a:pt x="4403" y="3669"/>
                    </a:lnTo>
                    <a:cubicBezTo>
                      <a:pt x="4837" y="5404"/>
                      <a:pt x="4904" y="7239"/>
                      <a:pt x="2402" y="7839"/>
                    </a:cubicBezTo>
                    <a:cubicBezTo>
                      <a:pt x="2402" y="7839"/>
                      <a:pt x="0" y="10107"/>
                      <a:pt x="4603" y="10107"/>
                    </a:cubicBezTo>
                    <a:cubicBezTo>
                      <a:pt x="8773" y="10107"/>
                      <a:pt x="9373" y="7839"/>
                      <a:pt x="9373" y="7839"/>
                    </a:cubicBezTo>
                    <a:cubicBezTo>
                      <a:pt x="7806" y="6338"/>
                      <a:pt x="8239" y="2235"/>
                      <a:pt x="8673" y="0"/>
                    </a:cubicBezTo>
                    <a:close/>
                  </a:path>
                </a:pathLst>
              </a:custGeom>
              <a:solidFill>
                <a:srgbClr val="AC7E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Google Shape;1227;p50"/>
              <p:cNvSpPr/>
              <p:nvPr/>
            </p:nvSpPr>
            <p:spPr>
              <a:xfrm>
                <a:off x="7560450" y="1841757"/>
                <a:ext cx="222675" cy="52193"/>
              </a:xfrm>
              <a:custGeom>
                <a:avLst/>
                <a:gdLst/>
                <a:ahLst/>
                <a:cxnLst/>
                <a:rect l="l" t="t" r="r" b="b"/>
                <a:pathLst>
                  <a:path w="8907" h="2136" extrusionOk="0">
                    <a:moveTo>
                      <a:pt x="2663" y="1"/>
                    </a:moveTo>
                    <a:cubicBezTo>
                      <a:pt x="1689" y="1"/>
                      <a:pt x="830" y="56"/>
                      <a:pt x="334" y="200"/>
                    </a:cubicBezTo>
                    <a:cubicBezTo>
                      <a:pt x="834" y="1068"/>
                      <a:pt x="0" y="2135"/>
                      <a:pt x="0" y="2135"/>
                    </a:cubicBezTo>
                    <a:lnTo>
                      <a:pt x="8206" y="2002"/>
                    </a:lnTo>
                    <a:cubicBezTo>
                      <a:pt x="8540" y="1368"/>
                      <a:pt x="8907" y="667"/>
                      <a:pt x="8139" y="434"/>
                    </a:cubicBezTo>
                    <a:cubicBezTo>
                      <a:pt x="7564" y="273"/>
                      <a:pt x="4830" y="1"/>
                      <a:pt x="266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Google Shape;1228;p50"/>
              <p:cNvSpPr/>
              <p:nvPr/>
            </p:nvSpPr>
            <p:spPr>
              <a:xfrm>
                <a:off x="8082475" y="4427371"/>
                <a:ext cx="42575" cy="17227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705" extrusionOk="0">
                    <a:moveTo>
                      <a:pt x="575" y="152"/>
                    </a:moveTo>
                    <a:cubicBezTo>
                      <a:pt x="860" y="152"/>
                      <a:pt x="1159" y="216"/>
                      <a:pt x="1435" y="327"/>
                    </a:cubicBezTo>
                    <a:cubicBezTo>
                      <a:pt x="1125" y="446"/>
                      <a:pt x="731" y="548"/>
                      <a:pt x="469" y="548"/>
                    </a:cubicBezTo>
                    <a:cubicBezTo>
                      <a:pt x="365" y="548"/>
                      <a:pt x="282" y="532"/>
                      <a:pt x="234" y="494"/>
                    </a:cubicBezTo>
                    <a:cubicBezTo>
                      <a:pt x="201" y="494"/>
                      <a:pt x="168" y="427"/>
                      <a:pt x="201" y="293"/>
                    </a:cubicBezTo>
                    <a:cubicBezTo>
                      <a:pt x="201" y="260"/>
                      <a:pt x="268" y="193"/>
                      <a:pt x="301" y="193"/>
                    </a:cubicBezTo>
                    <a:cubicBezTo>
                      <a:pt x="334" y="160"/>
                      <a:pt x="368" y="160"/>
                      <a:pt x="401" y="160"/>
                    </a:cubicBezTo>
                    <a:cubicBezTo>
                      <a:pt x="458" y="154"/>
                      <a:pt x="517" y="152"/>
                      <a:pt x="575" y="152"/>
                    </a:cubicBezTo>
                    <a:close/>
                    <a:moveTo>
                      <a:pt x="565" y="1"/>
                    </a:moveTo>
                    <a:cubicBezTo>
                      <a:pt x="441" y="1"/>
                      <a:pt x="326" y="18"/>
                      <a:pt x="234" y="60"/>
                    </a:cubicBezTo>
                    <a:cubicBezTo>
                      <a:pt x="168" y="93"/>
                      <a:pt x="101" y="160"/>
                      <a:pt x="68" y="260"/>
                    </a:cubicBezTo>
                    <a:cubicBezTo>
                      <a:pt x="1" y="394"/>
                      <a:pt x="34" y="527"/>
                      <a:pt x="134" y="594"/>
                    </a:cubicBezTo>
                    <a:cubicBezTo>
                      <a:pt x="271" y="672"/>
                      <a:pt x="419" y="704"/>
                      <a:pt x="572" y="704"/>
                    </a:cubicBezTo>
                    <a:cubicBezTo>
                      <a:pt x="680" y="704"/>
                      <a:pt x="791" y="688"/>
                      <a:pt x="901" y="660"/>
                    </a:cubicBezTo>
                    <a:cubicBezTo>
                      <a:pt x="1168" y="594"/>
                      <a:pt x="1402" y="494"/>
                      <a:pt x="1669" y="394"/>
                    </a:cubicBezTo>
                    <a:cubicBezTo>
                      <a:pt x="1669" y="394"/>
                      <a:pt x="1702" y="360"/>
                      <a:pt x="1702" y="327"/>
                    </a:cubicBezTo>
                    <a:cubicBezTo>
                      <a:pt x="1702" y="293"/>
                      <a:pt x="1669" y="260"/>
                      <a:pt x="1635" y="260"/>
                    </a:cubicBezTo>
                    <a:cubicBezTo>
                      <a:pt x="1609" y="234"/>
                      <a:pt x="1024" y="1"/>
                      <a:pt x="5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Google Shape;1229;p50"/>
              <p:cNvSpPr/>
              <p:nvPr/>
            </p:nvSpPr>
            <p:spPr>
              <a:xfrm>
                <a:off x="8095000" y="4407090"/>
                <a:ext cx="30050" cy="29908"/>
              </a:xfrm>
              <a:custGeom>
                <a:avLst/>
                <a:gdLst/>
                <a:ahLst/>
                <a:cxnLst/>
                <a:rect l="l" t="t" r="r" b="b"/>
                <a:pathLst>
                  <a:path w="1202" h="1224" extrusionOk="0">
                    <a:moveTo>
                      <a:pt x="350" y="131"/>
                    </a:moveTo>
                    <a:cubicBezTo>
                      <a:pt x="375" y="131"/>
                      <a:pt x="400" y="139"/>
                      <a:pt x="434" y="156"/>
                    </a:cubicBezTo>
                    <a:cubicBezTo>
                      <a:pt x="701" y="390"/>
                      <a:pt x="901" y="690"/>
                      <a:pt x="1001" y="1023"/>
                    </a:cubicBezTo>
                    <a:cubicBezTo>
                      <a:pt x="634" y="857"/>
                      <a:pt x="167" y="456"/>
                      <a:pt x="167" y="256"/>
                    </a:cubicBezTo>
                    <a:cubicBezTo>
                      <a:pt x="167" y="223"/>
                      <a:pt x="134" y="189"/>
                      <a:pt x="234" y="156"/>
                    </a:cubicBezTo>
                    <a:lnTo>
                      <a:pt x="267" y="156"/>
                    </a:lnTo>
                    <a:cubicBezTo>
                      <a:pt x="300" y="139"/>
                      <a:pt x="325" y="131"/>
                      <a:pt x="350" y="131"/>
                    </a:cubicBezTo>
                    <a:close/>
                    <a:moveTo>
                      <a:pt x="325" y="1"/>
                    </a:moveTo>
                    <a:cubicBezTo>
                      <a:pt x="283" y="1"/>
                      <a:pt x="242" y="9"/>
                      <a:pt x="200" y="23"/>
                    </a:cubicBezTo>
                    <a:cubicBezTo>
                      <a:pt x="67" y="56"/>
                      <a:pt x="0" y="156"/>
                      <a:pt x="0" y="256"/>
                    </a:cubicBezTo>
                    <a:cubicBezTo>
                      <a:pt x="0" y="590"/>
                      <a:pt x="767" y="1123"/>
                      <a:pt x="1101" y="1224"/>
                    </a:cubicBezTo>
                    <a:lnTo>
                      <a:pt x="1201" y="1224"/>
                    </a:lnTo>
                    <a:cubicBezTo>
                      <a:pt x="1201" y="1190"/>
                      <a:pt x="1201" y="1157"/>
                      <a:pt x="1201" y="1157"/>
                    </a:cubicBezTo>
                    <a:cubicBezTo>
                      <a:pt x="1168" y="1090"/>
                      <a:pt x="934" y="256"/>
                      <a:pt x="501" y="56"/>
                    </a:cubicBezTo>
                    <a:cubicBezTo>
                      <a:pt x="442" y="17"/>
                      <a:pt x="383" y="1"/>
                      <a:pt x="3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Google Shape;1230;p50"/>
              <p:cNvSpPr/>
              <p:nvPr/>
            </p:nvSpPr>
            <p:spPr>
              <a:xfrm>
                <a:off x="7515400" y="4437340"/>
                <a:ext cx="49250" cy="18400"/>
              </a:xfrm>
              <a:custGeom>
                <a:avLst/>
                <a:gdLst/>
                <a:ahLst/>
                <a:cxnLst/>
                <a:rect l="l" t="t" r="r" b="b"/>
                <a:pathLst>
                  <a:path w="1970" h="753" extrusionOk="0">
                    <a:moveTo>
                      <a:pt x="468" y="152"/>
                    </a:moveTo>
                    <a:cubicBezTo>
                      <a:pt x="902" y="219"/>
                      <a:pt x="1302" y="352"/>
                      <a:pt x="1669" y="553"/>
                    </a:cubicBezTo>
                    <a:cubicBezTo>
                      <a:pt x="1461" y="577"/>
                      <a:pt x="1227" y="593"/>
                      <a:pt x="1007" y="593"/>
                    </a:cubicBezTo>
                    <a:cubicBezTo>
                      <a:pt x="625" y="593"/>
                      <a:pt x="286" y="546"/>
                      <a:pt x="201" y="419"/>
                    </a:cubicBezTo>
                    <a:cubicBezTo>
                      <a:pt x="168" y="386"/>
                      <a:pt x="134" y="352"/>
                      <a:pt x="201" y="252"/>
                    </a:cubicBezTo>
                    <a:cubicBezTo>
                      <a:pt x="234" y="219"/>
                      <a:pt x="268" y="152"/>
                      <a:pt x="335" y="152"/>
                    </a:cubicBezTo>
                    <a:close/>
                    <a:moveTo>
                      <a:pt x="458" y="0"/>
                    </a:moveTo>
                    <a:cubicBezTo>
                      <a:pt x="402" y="0"/>
                      <a:pt x="349" y="6"/>
                      <a:pt x="301" y="19"/>
                    </a:cubicBezTo>
                    <a:cubicBezTo>
                      <a:pt x="201" y="52"/>
                      <a:pt x="101" y="119"/>
                      <a:pt x="68" y="219"/>
                    </a:cubicBezTo>
                    <a:cubicBezTo>
                      <a:pt x="1" y="286"/>
                      <a:pt x="1" y="419"/>
                      <a:pt x="68" y="519"/>
                    </a:cubicBezTo>
                    <a:cubicBezTo>
                      <a:pt x="168" y="686"/>
                      <a:pt x="568" y="753"/>
                      <a:pt x="968" y="753"/>
                    </a:cubicBezTo>
                    <a:cubicBezTo>
                      <a:pt x="1269" y="753"/>
                      <a:pt x="1602" y="719"/>
                      <a:pt x="1902" y="653"/>
                    </a:cubicBezTo>
                    <a:cubicBezTo>
                      <a:pt x="1936" y="653"/>
                      <a:pt x="1936" y="653"/>
                      <a:pt x="1936" y="619"/>
                    </a:cubicBezTo>
                    <a:cubicBezTo>
                      <a:pt x="1969" y="586"/>
                      <a:pt x="1936" y="553"/>
                      <a:pt x="1902" y="519"/>
                    </a:cubicBezTo>
                    <a:cubicBezTo>
                      <a:pt x="1872" y="519"/>
                      <a:pt x="995" y="0"/>
                      <a:pt x="4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Google Shape;1231;p50"/>
              <p:cNvSpPr/>
              <p:nvPr/>
            </p:nvSpPr>
            <p:spPr>
              <a:xfrm>
                <a:off x="7534600" y="4419649"/>
                <a:ext cx="30050" cy="33647"/>
              </a:xfrm>
              <a:custGeom>
                <a:avLst/>
                <a:gdLst/>
                <a:ahLst/>
                <a:cxnLst/>
                <a:rect l="l" t="t" r="r" b="b"/>
                <a:pathLst>
                  <a:path w="1202" h="1377" extrusionOk="0">
                    <a:moveTo>
                      <a:pt x="367" y="142"/>
                    </a:moveTo>
                    <a:cubicBezTo>
                      <a:pt x="434" y="142"/>
                      <a:pt x="534" y="176"/>
                      <a:pt x="601" y="243"/>
                    </a:cubicBezTo>
                    <a:cubicBezTo>
                      <a:pt x="834" y="509"/>
                      <a:pt x="968" y="810"/>
                      <a:pt x="1001" y="1177"/>
                    </a:cubicBezTo>
                    <a:cubicBezTo>
                      <a:pt x="634" y="943"/>
                      <a:pt x="134" y="443"/>
                      <a:pt x="167" y="209"/>
                    </a:cubicBezTo>
                    <a:cubicBezTo>
                      <a:pt x="167" y="209"/>
                      <a:pt x="200" y="142"/>
                      <a:pt x="334" y="142"/>
                    </a:cubicBezTo>
                    <a:close/>
                    <a:moveTo>
                      <a:pt x="386" y="0"/>
                    </a:moveTo>
                    <a:cubicBezTo>
                      <a:pt x="358" y="0"/>
                      <a:pt x="330" y="3"/>
                      <a:pt x="300" y="9"/>
                    </a:cubicBezTo>
                    <a:cubicBezTo>
                      <a:pt x="100" y="42"/>
                      <a:pt x="34" y="142"/>
                      <a:pt x="34" y="209"/>
                    </a:cubicBezTo>
                    <a:cubicBezTo>
                      <a:pt x="0" y="543"/>
                      <a:pt x="734" y="1210"/>
                      <a:pt x="1101" y="1377"/>
                    </a:cubicBezTo>
                    <a:lnTo>
                      <a:pt x="1168" y="1377"/>
                    </a:lnTo>
                    <a:cubicBezTo>
                      <a:pt x="1201" y="1377"/>
                      <a:pt x="1201" y="1343"/>
                      <a:pt x="1201" y="1310"/>
                    </a:cubicBezTo>
                    <a:cubicBezTo>
                      <a:pt x="1201" y="1277"/>
                      <a:pt x="1101" y="443"/>
                      <a:pt x="734" y="142"/>
                    </a:cubicBezTo>
                    <a:cubicBezTo>
                      <a:pt x="624" y="60"/>
                      <a:pt x="514" y="0"/>
                      <a:pt x="38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Google Shape;1232;p50"/>
              <p:cNvSpPr/>
              <p:nvPr/>
            </p:nvSpPr>
            <p:spPr>
              <a:xfrm>
                <a:off x="7562950" y="4278855"/>
                <a:ext cx="83425" cy="172804"/>
              </a:xfrm>
              <a:custGeom>
                <a:avLst/>
                <a:gdLst/>
                <a:ahLst/>
                <a:cxnLst/>
                <a:rect l="l" t="t" r="r" b="b"/>
                <a:pathLst>
                  <a:path w="3337" h="7072" extrusionOk="0">
                    <a:moveTo>
                      <a:pt x="0" y="0"/>
                    </a:moveTo>
                    <a:lnTo>
                      <a:pt x="301" y="7072"/>
                    </a:lnTo>
                    <a:lnTo>
                      <a:pt x="3336" y="7072"/>
                    </a:lnTo>
                    <a:lnTo>
                      <a:pt x="3036" y="0"/>
                    </a:lnTo>
                    <a:close/>
                  </a:path>
                </a:pathLst>
              </a:custGeom>
              <a:solidFill>
                <a:srgbClr val="AC7E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Google Shape;1233;p50"/>
              <p:cNvSpPr/>
              <p:nvPr/>
            </p:nvSpPr>
            <p:spPr>
              <a:xfrm>
                <a:off x="8059125" y="4256033"/>
                <a:ext cx="149300" cy="176885"/>
              </a:xfrm>
              <a:custGeom>
                <a:avLst/>
                <a:gdLst/>
                <a:ahLst/>
                <a:cxnLst/>
                <a:rect l="l" t="t" r="r" b="b"/>
                <a:pathLst>
                  <a:path w="5972" h="7239" extrusionOk="0">
                    <a:moveTo>
                      <a:pt x="2970" y="0"/>
                    </a:moveTo>
                    <a:lnTo>
                      <a:pt x="1" y="634"/>
                    </a:lnTo>
                    <a:lnTo>
                      <a:pt x="3003" y="7239"/>
                    </a:lnTo>
                    <a:lnTo>
                      <a:pt x="5972" y="6605"/>
                    </a:lnTo>
                    <a:lnTo>
                      <a:pt x="2970" y="0"/>
                    </a:lnTo>
                    <a:close/>
                  </a:path>
                </a:pathLst>
              </a:custGeom>
              <a:solidFill>
                <a:srgbClr val="AC7E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Google Shape;1234;p50"/>
              <p:cNvSpPr/>
              <p:nvPr/>
            </p:nvSpPr>
            <p:spPr>
              <a:xfrm>
                <a:off x="8011175" y="4407627"/>
                <a:ext cx="238950" cy="120782"/>
              </a:xfrm>
              <a:custGeom>
                <a:avLst/>
                <a:gdLst/>
                <a:ahLst/>
                <a:cxnLst/>
                <a:rect l="l" t="t" r="r" b="b"/>
                <a:pathLst>
                  <a:path w="9558" h="4943" extrusionOk="0">
                    <a:moveTo>
                      <a:pt x="7956" y="1"/>
                    </a:moveTo>
                    <a:lnTo>
                      <a:pt x="4621" y="735"/>
                    </a:lnTo>
                    <a:cubicBezTo>
                      <a:pt x="4421" y="768"/>
                      <a:pt x="4254" y="868"/>
                      <a:pt x="4154" y="1035"/>
                    </a:cubicBezTo>
                    <a:cubicBezTo>
                      <a:pt x="3553" y="1869"/>
                      <a:pt x="2653" y="2736"/>
                      <a:pt x="451" y="3737"/>
                    </a:cubicBezTo>
                    <a:cubicBezTo>
                      <a:pt x="0" y="3947"/>
                      <a:pt x="308" y="4943"/>
                      <a:pt x="1300" y="4943"/>
                    </a:cubicBezTo>
                    <a:cubicBezTo>
                      <a:pt x="1409" y="4943"/>
                      <a:pt x="1526" y="4931"/>
                      <a:pt x="1652" y="4904"/>
                    </a:cubicBezTo>
                    <a:cubicBezTo>
                      <a:pt x="2920" y="4637"/>
                      <a:pt x="4954" y="4137"/>
                      <a:pt x="5888" y="3937"/>
                    </a:cubicBezTo>
                    <a:cubicBezTo>
                      <a:pt x="7356" y="3603"/>
                      <a:pt x="7923" y="3570"/>
                      <a:pt x="9124" y="3336"/>
                    </a:cubicBezTo>
                    <a:cubicBezTo>
                      <a:pt x="9391" y="3270"/>
                      <a:pt x="9558" y="2970"/>
                      <a:pt x="9424" y="2703"/>
                    </a:cubicBezTo>
                    <a:lnTo>
                      <a:pt x="8257" y="167"/>
                    </a:lnTo>
                    <a:cubicBezTo>
                      <a:pt x="8223" y="34"/>
                      <a:pt x="8090" y="1"/>
                      <a:pt x="79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Google Shape;1235;p50"/>
              <p:cNvSpPr/>
              <p:nvPr/>
            </p:nvSpPr>
            <p:spPr>
              <a:xfrm>
                <a:off x="7377825" y="4443498"/>
                <a:ext cx="299400" cy="84789"/>
              </a:xfrm>
              <a:custGeom>
                <a:avLst/>
                <a:gdLst/>
                <a:ahLst/>
                <a:cxnLst/>
                <a:rect l="l" t="t" r="r" b="b"/>
                <a:pathLst>
                  <a:path w="11976" h="3470" extrusionOk="0">
                    <a:moveTo>
                      <a:pt x="7706" y="0"/>
                    </a:moveTo>
                    <a:cubicBezTo>
                      <a:pt x="7439" y="0"/>
                      <a:pt x="7205" y="67"/>
                      <a:pt x="6972" y="234"/>
                    </a:cubicBezTo>
                    <a:cubicBezTo>
                      <a:pt x="4904" y="1502"/>
                      <a:pt x="2935" y="1568"/>
                      <a:pt x="534" y="2069"/>
                    </a:cubicBezTo>
                    <a:cubicBezTo>
                      <a:pt x="0" y="2202"/>
                      <a:pt x="367" y="3470"/>
                      <a:pt x="1635" y="3470"/>
                    </a:cubicBezTo>
                    <a:cubicBezTo>
                      <a:pt x="3703" y="3470"/>
                      <a:pt x="5237" y="3370"/>
                      <a:pt x="7005" y="3370"/>
                    </a:cubicBezTo>
                    <a:cubicBezTo>
                      <a:pt x="8539" y="3370"/>
                      <a:pt x="10274" y="3470"/>
                      <a:pt x="11475" y="3470"/>
                    </a:cubicBezTo>
                    <a:cubicBezTo>
                      <a:pt x="11775" y="3470"/>
                      <a:pt x="11975" y="3203"/>
                      <a:pt x="11909" y="2903"/>
                    </a:cubicBezTo>
                    <a:lnTo>
                      <a:pt x="11308" y="201"/>
                    </a:lnTo>
                    <a:cubicBezTo>
                      <a:pt x="11275" y="67"/>
                      <a:pt x="11175" y="0"/>
                      <a:pt x="110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Google Shape;1236;p50"/>
              <p:cNvSpPr/>
              <p:nvPr/>
            </p:nvSpPr>
            <p:spPr>
              <a:xfrm>
                <a:off x="7767650" y="1895196"/>
                <a:ext cx="243150" cy="304411"/>
              </a:xfrm>
              <a:custGeom>
                <a:avLst/>
                <a:gdLst/>
                <a:ahLst/>
                <a:cxnLst/>
                <a:rect l="l" t="t" r="r" b="b"/>
                <a:pathLst>
                  <a:path w="9726" h="12458" extrusionOk="0">
                    <a:moveTo>
                      <a:pt x="3789" y="0"/>
                    </a:moveTo>
                    <a:cubicBezTo>
                      <a:pt x="1301" y="0"/>
                      <a:pt x="1" y="3267"/>
                      <a:pt x="919" y="6786"/>
                    </a:cubicBezTo>
                    <a:cubicBezTo>
                      <a:pt x="1419" y="8921"/>
                      <a:pt x="2487" y="10889"/>
                      <a:pt x="3988" y="12457"/>
                    </a:cubicBezTo>
                    <a:lnTo>
                      <a:pt x="9725" y="8087"/>
                    </a:lnTo>
                    <a:cubicBezTo>
                      <a:pt x="9725" y="8087"/>
                      <a:pt x="7390" y="749"/>
                      <a:pt x="4488" y="81"/>
                    </a:cubicBezTo>
                    <a:cubicBezTo>
                      <a:pt x="4246" y="26"/>
                      <a:pt x="4012" y="0"/>
                      <a:pt x="378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Google Shape;1237;p50"/>
              <p:cNvSpPr/>
              <p:nvPr/>
            </p:nvSpPr>
            <p:spPr>
              <a:xfrm>
                <a:off x="7786450" y="2029222"/>
                <a:ext cx="86750" cy="170385"/>
              </a:xfrm>
              <a:custGeom>
                <a:avLst/>
                <a:gdLst/>
                <a:ahLst/>
                <a:cxnLst/>
                <a:rect l="l" t="t" r="r" b="b"/>
                <a:pathLst>
                  <a:path w="3470" h="6973" extrusionOk="0">
                    <a:moveTo>
                      <a:pt x="1301" y="0"/>
                    </a:moveTo>
                    <a:lnTo>
                      <a:pt x="0" y="634"/>
                    </a:lnTo>
                    <a:cubicBezTo>
                      <a:pt x="67" y="868"/>
                      <a:pt x="100" y="1068"/>
                      <a:pt x="167" y="1301"/>
                    </a:cubicBezTo>
                    <a:cubicBezTo>
                      <a:pt x="667" y="3436"/>
                      <a:pt x="1735" y="5371"/>
                      <a:pt x="3236" y="6972"/>
                    </a:cubicBezTo>
                    <a:lnTo>
                      <a:pt x="3469" y="6772"/>
                    </a:lnTo>
                    <a:cubicBezTo>
                      <a:pt x="3369" y="4337"/>
                      <a:pt x="2835" y="1535"/>
                      <a:pt x="130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Google Shape;1238;p50"/>
              <p:cNvSpPr/>
              <p:nvPr/>
            </p:nvSpPr>
            <p:spPr>
              <a:xfrm>
                <a:off x="7369475" y="1877603"/>
                <a:ext cx="510400" cy="670032"/>
              </a:xfrm>
              <a:custGeom>
                <a:avLst/>
                <a:gdLst/>
                <a:ahLst/>
                <a:cxnLst/>
                <a:rect l="l" t="t" r="r" b="b"/>
                <a:pathLst>
                  <a:path w="20416" h="27421" extrusionOk="0">
                    <a:moveTo>
                      <a:pt x="11459" y="1"/>
                    </a:moveTo>
                    <a:cubicBezTo>
                      <a:pt x="10299" y="1"/>
                      <a:pt x="9140" y="34"/>
                      <a:pt x="7973" y="101"/>
                    </a:cubicBezTo>
                    <a:cubicBezTo>
                      <a:pt x="6372" y="268"/>
                      <a:pt x="4804" y="535"/>
                      <a:pt x="3269" y="968"/>
                    </a:cubicBezTo>
                    <a:cubicBezTo>
                      <a:pt x="3269" y="968"/>
                      <a:pt x="0" y="4638"/>
                      <a:pt x="3103" y="27421"/>
                    </a:cubicBezTo>
                    <a:lnTo>
                      <a:pt x="19481" y="27421"/>
                    </a:lnTo>
                    <a:cubicBezTo>
                      <a:pt x="19581" y="24919"/>
                      <a:pt x="18013" y="12643"/>
                      <a:pt x="20415" y="801"/>
                    </a:cubicBezTo>
                    <a:cubicBezTo>
                      <a:pt x="18614" y="435"/>
                      <a:pt x="16779" y="201"/>
                      <a:pt x="14944" y="101"/>
                    </a:cubicBezTo>
                    <a:cubicBezTo>
                      <a:pt x="13777" y="34"/>
                      <a:pt x="12618" y="1"/>
                      <a:pt x="1145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Google Shape;1239;p50"/>
              <p:cNvSpPr/>
              <p:nvPr/>
            </p:nvSpPr>
            <p:spPr>
              <a:xfrm>
                <a:off x="7527075" y="1503943"/>
                <a:ext cx="249975" cy="290166"/>
              </a:xfrm>
              <a:custGeom>
                <a:avLst/>
                <a:gdLst/>
                <a:ahLst/>
                <a:cxnLst/>
                <a:rect l="l" t="t" r="r" b="b"/>
                <a:pathLst>
                  <a:path w="9999" h="11875" extrusionOk="0">
                    <a:moveTo>
                      <a:pt x="5257" y="1"/>
                    </a:moveTo>
                    <a:cubicBezTo>
                      <a:pt x="4989" y="1"/>
                      <a:pt x="4715" y="27"/>
                      <a:pt x="4437" y="82"/>
                    </a:cubicBezTo>
                    <a:cubicBezTo>
                      <a:pt x="1302" y="682"/>
                      <a:pt x="1" y="5019"/>
                      <a:pt x="101" y="7821"/>
                    </a:cubicBezTo>
                    <a:cubicBezTo>
                      <a:pt x="175" y="10123"/>
                      <a:pt x="2069" y="11874"/>
                      <a:pt x="4144" y="11874"/>
                    </a:cubicBezTo>
                    <a:cubicBezTo>
                      <a:pt x="4866" y="11874"/>
                      <a:pt x="5609" y="11663"/>
                      <a:pt x="6305" y="11190"/>
                    </a:cubicBezTo>
                    <a:cubicBezTo>
                      <a:pt x="8140" y="9989"/>
                      <a:pt x="8440" y="8221"/>
                      <a:pt x="9241" y="5286"/>
                    </a:cubicBezTo>
                    <a:cubicBezTo>
                      <a:pt x="9999" y="2588"/>
                      <a:pt x="7920" y="1"/>
                      <a:pt x="5257" y="1"/>
                    </a:cubicBezTo>
                    <a:close/>
                  </a:path>
                </a:pathLst>
              </a:custGeom>
              <a:solidFill>
                <a:srgbClr val="AC7E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Google Shape;1240;p50"/>
              <p:cNvSpPr/>
              <p:nvPr/>
            </p:nvSpPr>
            <p:spPr>
              <a:xfrm>
                <a:off x="7570450" y="1538567"/>
                <a:ext cx="260200" cy="224118"/>
              </a:xfrm>
              <a:custGeom>
                <a:avLst/>
                <a:gdLst/>
                <a:ahLst/>
                <a:cxnLst/>
                <a:rect l="l" t="t" r="r" b="b"/>
                <a:pathLst>
                  <a:path w="10408" h="9172" extrusionOk="0">
                    <a:moveTo>
                      <a:pt x="4297" y="1"/>
                    </a:moveTo>
                    <a:cubicBezTo>
                      <a:pt x="3275" y="1"/>
                      <a:pt x="2304" y="120"/>
                      <a:pt x="1602" y="366"/>
                    </a:cubicBezTo>
                    <a:cubicBezTo>
                      <a:pt x="201" y="933"/>
                      <a:pt x="868" y="2801"/>
                      <a:pt x="1135" y="3869"/>
                    </a:cubicBezTo>
                    <a:cubicBezTo>
                      <a:pt x="1" y="5437"/>
                      <a:pt x="1668" y="6604"/>
                      <a:pt x="2102" y="7905"/>
                    </a:cubicBezTo>
                    <a:cubicBezTo>
                      <a:pt x="2325" y="8649"/>
                      <a:pt x="3765" y="9172"/>
                      <a:pt x="4969" y="9172"/>
                    </a:cubicBezTo>
                    <a:cubicBezTo>
                      <a:pt x="5385" y="9172"/>
                      <a:pt x="5772" y="9109"/>
                      <a:pt x="6072" y="8972"/>
                    </a:cubicBezTo>
                    <a:cubicBezTo>
                      <a:pt x="6672" y="8706"/>
                      <a:pt x="6739" y="8038"/>
                      <a:pt x="7673" y="6971"/>
                    </a:cubicBezTo>
                    <a:cubicBezTo>
                      <a:pt x="8607" y="5904"/>
                      <a:pt x="10408" y="3569"/>
                      <a:pt x="8907" y="1000"/>
                    </a:cubicBezTo>
                    <a:cubicBezTo>
                      <a:pt x="7939" y="348"/>
                      <a:pt x="6043" y="1"/>
                      <a:pt x="42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Google Shape;1241;p50"/>
              <p:cNvSpPr/>
              <p:nvPr/>
            </p:nvSpPr>
            <p:spPr>
              <a:xfrm>
                <a:off x="7779775" y="1509197"/>
                <a:ext cx="45800" cy="70055"/>
              </a:xfrm>
              <a:custGeom>
                <a:avLst/>
                <a:gdLst/>
                <a:ahLst/>
                <a:cxnLst/>
                <a:rect l="l" t="t" r="r" b="b"/>
                <a:pathLst>
                  <a:path w="1832" h="2867" extrusionOk="0">
                    <a:moveTo>
                      <a:pt x="1001" y="0"/>
                    </a:moveTo>
                    <a:lnTo>
                      <a:pt x="1001" y="0"/>
                    </a:lnTo>
                    <a:cubicBezTo>
                      <a:pt x="1301" y="1868"/>
                      <a:pt x="0" y="2502"/>
                      <a:pt x="0" y="2502"/>
                    </a:cubicBezTo>
                    <a:cubicBezTo>
                      <a:pt x="289" y="2758"/>
                      <a:pt x="542" y="2867"/>
                      <a:pt x="756" y="2867"/>
                    </a:cubicBezTo>
                    <a:cubicBezTo>
                      <a:pt x="1629" y="2867"/>
                      <a:pt x="1832" y="1046"/>
                      <a:pt x="10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Google Shape;1242;p50"/>
              <p:cNvSpPr/>
              <p:nvPr/>
            </p:nvSpPr>
            <p:spPr>
              <a:xfrm>
                <a:off x="7788100" y="1575073"/>
                <a:ext cx="33150" cy="45816"/>
              </a:xfrm>
              <a:custGeom>
                <a:avLst/>
                <a:gdLst/>
                <a:ahLst/>
                <a:cxnLst/>
                <a:rect l="l" t="t" r="r" b="b"/>
                <a:pathLst>
                  <a:path w="1326" h="1875" extrusionOk="0">
                    <a:moveTo>
                      <a:pt x="501" y="0"/>
                    </a:moveTo>
                    <a:cubicBezTo>
                      <a:pt x="336" y="0"/>
                      <a:pt x="164" y="139"/>
                      <a:pt x="1" y="473"/>
                    </a:cubicBezTo>
                    <a:cubicBezTo>
                      <a:pt x="1" y="473"/>
                      <a:pt x="635" y="507"/>
                      <a:pt x="1302" y="1874"/>
                    </a:cubicBezTo>
                    <a:cubicBezTo>
                      <a:pt x="1326" y="999"/>
                      <a:pt x="943" y="0"/>
                      <a:pt x="5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Google Shape;1243;p50"/>
              <p:cNvSpPr/>
              <p:nvPr/>
            </p:nvSpPr>
            <p:spPr>
              <a:xfrm>
                <a:off x="7538750" y="1411383"/>
                <a:ext cx="298250" cy="171240"/>
              </a:xfrm>
              <a:custGeom>
                <a:avLst/>
                <a:gdLst/>
                <a:ahLst/>
                <a:cxnLst/>
                <a:rect l="l" t="t" r="r" b="b"/>
                <a:pathLst>
                  <a:path w="11930" h="7008" extrusionOk="0">
                    <a:moveTo>
                      <a:pt x="4271" y="1"/>
                    </a:moveTo>
                    <a:cubicBezTo>
                      <a:pt x="3937" y="1101"/>
                      <a:pt x="4838" y="2135"/>
                      <a:pt x="4838" y="2135"/>
                    </a:cubicBezTo>
                    <a:cubicBezTo>
                      <a:pt x="4204" y="2135"/>
                      <a:pt x="2436" y="1302"/>
                      <a:pt x="2102" y="534"/>
                    </a:cubicBezTo>
                    <a:lnTo>
                      <a:pt x="2102" y="534"/>
                    </a:lnTo>
                    <a:cubicBezTo>
                      <a:pt x="1902" y="1335"/>
                      <a:pt x="2002" y="2169"/>
                      <a:pt x="2369" y="2903"/>
                    </a:cubicBezTo>
                    <a:cubicBezTo>
                      <a:pt x="2176" y="2864"/>
                      <a:pt x="1980" y="2845"/>
                      <a:pt x="1786" y="2845"/>
                    </a:cubicBezTo>
                    <a:cubicBezTo>
                      <a:pt x="1143" y="2845"/>
                      <a:pt x="513" y="3052"/>
                      <a:pt x="1" y="3436"/>
                    </a:cubicBezTo>
                    <a:cubicBezTo>
                      <a:pt x="37" y="3434"/>
                      <a:pt x="72" y="3433"/>
                      <a:pt x="108" y="3433"/>
                    </a:cubicBezTo>
                    <a:cubicBezTo>
                      <a:pt x="635" y="3433"/>
                      <a:pt x="1125" y="3664"/>
                      <a:pt x="1469" y="4070"/>
                    </a:cubicBezTo>
                    <a:cubicBezTo>
                      <a:pt x="1252" y="4120"/>
                      <a:pt x="1027" y="4145"/>
                      <a:pt x="802" y="4145"/>
                    </a:cubicBezTo>
                    <a:cubicBezTo>
                      <a:pt x="576" y="4145"/>
                      <a:pt x="351" y="4120"/>
                      <a:pt x="134" y="4070"/>
                    </a:cubicBezTo>
                    <a:lnTo>
                      <a:pt x="134" y="4070"/>
                    </a:lnTo>
                    <a:cubicBezTo>
                      <a:pt x="814" y="5164"/>
                      <a:pt x="1992" y="5839"/>
                      <a:pt x="3691" y="5839"/>
                    </a:cubicBezTo>
                    <a:cubicBezTo>
                      <a:pt x="3909" y="5839"/>
                      <a:pt x="4136" y="5828"/>
                      <a:pt x="4371" y="5805"/>
                    </a:cubicBezTo>
                    <a:cubicBezTo>
                      <a:pt x="4371" y="5805"/>
                      <a:pt x="5171" y="6839"/>
                      <a:pt x="9041" y="7006"/>
                    </a:cubicBezTo>
                    <a:cubicBezTo>
                      <a:pt x="9083" y="7007"/>
                      <a:pt x="9124" y="7008"/>
                      <a:pt x="9164" y="7008"/>
                    </a:cubicBezTo>
                    <a:cubicBezTo>
                      <a:pt x="11929" y="7008"/>
                      <a:pt x="10317" y="3665"/>
                      <a:pt x="8607" y="3303"/>
                    </a:cubicBezTo>
                    <a:cubicBezTo>
                      <a:pt x="6539" y="2903"/>
                      <a:pt x="4938" y="1001"/>
                      <a:pt x="427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Google Shape;1244;p50"/>
              <p:cNvSpPr/>
              <p:nvPr/>
            </p:nvSpPr>
            <p:spPr>
              <a:xfrm>
                <a:off x="7567575" y="1593742"/>
                <a:ext cx="70575" cy="86060"/>
              </a:xfrm>
              <a:custGeom>
                <a:avLst/>
                <a:gdLst/>
                <a:ahLst/>
                <a:cxnLst/>
                <a:rect l="l" t="t" r="r" b="b"/>
                <a:pathLst>
                  <a:path w="2823" h="3522" extrusionOk="0">
                    <a:moveTo>
                      <a:pt x="1755" y="1"/>
                    </a:moveTo>
                    <a:cubicBezTo>
                      <a:pt x="1659" y="1"/>
                      <a:pt x="1557" y="14"/>
                      <a:pt x="1450" y="43"/>
                    </a:cubicBezTo>
                    <a:cubicBezTo>
                      <a:pt x="549" y="310"/>
                      <a:pt x="82" y="1577"/>
                      <a:pt x="49" y="2411"/>
                    </a:cubicBezTo>
                    <a:cubicBezTo>
                      <a:pt x="1" y="3035"/>
                      <a:pt x="298" y="3521"/>
                      <a:pt x="767" y="3521"/>
                    </a:cubicBezTo>
                    <a:cubicBezTo>
                      <a:pt x="950" y="3521"/>
                      <a:pt x="1158" y="3447"/>
                      <a:pt x="1383" y="3279"/>
                    </a:cubicBezTo>
                    <a:cubicBezTo>
                      <a:pt x="1984" y="2845"/>
                      <a:pt x="2417" y="2211"/>
                      <a:pt x="2617" y="1477"/>
                    </a:cubicBezTo>
                    <a:cubicBezTo>
                      <a:pt x="2822" y="688"/>
                      <a:pt x="2437" y="1"/>
                      <a:pt x="1755" y="1"/>
                    </a:cubicBezTo>
                    <a:close/>
                  </a:path>
                </a:pathLst>
              </a:custGeom>
              <a:solidFill>
                <a:srgbClr val="AC7E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Google Shape;1245;p50"/>
              <p:cNvSpPr/>
              <p:nvPr/>
            </p:nvSpPr>
            <p:spPr>
              <a:xfrm>
                <a:off x="7592125" y="2547611"/>
                <a:ext cx="603800" cy="1797292"/>
              </a:xfrm>
              <a:custGeom>
                <a:avLst/>
                <a:gdLst/>
                <a:ahLst/>
                <a:cxnLst/>
                <a:rect l="l" t="t" r="r" b="b"/>
                <a:pathLst>
                  <a:path w="24152" h="73554" extrusionOk="0">
                    <a:moveTo>
                      <a:pt x="1" y="1"/>
                    </a:moveTo>
                    <a:cubicBezTo>
                      <a:pt x="1" y="1"/>
                      <a:pt x="3470" y="23417"/>
                      <a:pt x="5371" y="32190"/>
                    </a:cubicBezTo>
                    <a:cubicBezTo>
                      <a:pt x="7473" y="41764"/>
                      <a:pt x="18681" y="73553"/>
                      <a:pt x="18681" y="73553"/>
                    </a:cubicBezTo>
                    <a:lnTo>
                      <a:pt x="24151" y="72352"/>
                    </a:lnTo>
                    <a:cubicBezTo>
                      <a:pt x="24151" y="72352"/>
                      <a:pt x="16312" y="46467"/>
                      <a:pt x="14578" y="33058"/>
                    </a:cubicBezTo>
                    <a:cubicBezTo>
                      <a:pt x="13210" y="22717"/>
                      <a:pt x="10575" y="1"/>
                      <a:pt x="1057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Google Shape;1246;p50"/>
              <p:cNvSpPr/>
              <p:nvPr/>
            </p:nvSpPr>
            <p:spPr>
              <a:xfrm>
                <a:off x="8025775" y="4271524"/>
                <a:ext cx="180150" cy="77435"/>
              </a:xfrm>
              <a:custGeom>
                <a:avLst/>
                <a:gdLst/>
                <a:ahLst/>
                <a:cxnLst/>
                <a:rect l="l" t="t" r="r" b="b"/>
                <a:pathLst>
                  <a:path w="7206" h="3169" extrusionOk="0">
                    <a:moveTo>
                      <a:pt x="6672" y="0"/>
                    </a:moveTo>
                    <a:lnTo>
                      <a:pt x="1" y="1201"/>
                    </a:lnTo>
                    <a:cubicBezTo>
                      <a:pt x="1" y="1201"/>
                      <a:pt x="1035" y="3169"/>
                      <a:pt x="1035" y="3169"/>
                    </a:cubicBezTo>
                    <a:lnTo>
                      <a:pt x="7206" y="1835"/>
                    </a:lnTo>
                    <a:lnTo>
                      <a:pt x="667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Google Shape;1247;p50"/>
              <p:cNvSpPr/>
              <p:nvPr/>
            </p:nvSpPr>
            <p:spPr>
              <a:xfrm>
                <a:off x="7623825" y="2750592"/>
                <a:ext cx="123450" cy="575444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23550" extrusionOk="0">
                    <a:moveTo>
                      <a:pt x="627" y="1"/>
                    </a:moveTo>
                    <a:cubicBezTo>
                      <a:pt x="411" y="1"/>
                      <a:pt x="206" y="52"/>
                      <a:pt x="0" y="166"/>
                    </a:cubicBezTo>
                    <a:cubicBezTo>
                      <a:pt x="1168" y="7605"/>
                      <a:pt x="2869" y="18079"/>
                      <a:pt x="4037" y="23550"/>
                    </a:cubicBezTo>
                    <a:cubicBezTo>
                      <a:pt x="4504" y="15811"/>
                      <a:pt x="4937" y="833"/>
                      <a:pt x="934" y="33"/>
                    </a:cubicBezTo>
                    <a:cubicBezTo>
                      <a:pt x="829" y="12"/>
                      <a:pt x="727" y="1"/>
                      <a:pt x="62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Google Shape;1248;p50"/>
              <p:cNvSpPr/>
              <p:nvPr/>
            </p:nvSpPr>
            <p:spPr>
              <a:xfrm>
                <a:off x="7436200" y="2547611"/>
                <a:ext cx="279375" cy="1802985"/>
              </a:xfrm>
              <a:custGeom>
                <a:avLst/>
                <a:gdLst/>
                <a:ahLst/>
                <a:cxnLst/>
                <a:rect l="l" t="t" r="r" b="b"/>
                <a:pathLst>
                  <a:path w="11175" h="73787" extrusionOk="0">
                    <a:moveTo>
                      <a:pt x="434" y="1"/>
                    </a:moveTo>
                    <a:cubicBezTo>
                      <a:pt x="434" y="1"/>
                      <a:pt x="0" y="22917"/>
                      <a:pt x="334" y="32257"/>
                    </a:cubicBezTo>
                    <a:cubicBezTo>
                      <a:pt x="667" y="41964"/>
                      <a:pt x="4070" y="73787"/>
                      <a:pt x="4070" y="73787"/>
                    </a:cubicBezTo>
                    <a:lnTo>
                      <a:pt x="9273" y="73787"/>
                    </a:lnTo>
                    <a:cubicBezTo>
                      <a:pt x="9273" y="73787"/>
                      <a:pt x="9440" y="42531"/>
                      <a:pt x="9674" y="32991"/>
                    </a:cubicBezTo>
                    <a:cubicBezTo>
                      <a:pt x="9940" y="22583"/>
                      <a:pt x="11175" y="1"/>
                      <a:pt x="1117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Google Shape;1249;p50"/>
              <p:cNvSpPr/>
              <p:nvPr/>
            </p:nvSpPr>
            <p:spPr>
              <a:xfrm>
                <a:off x="7512075" y="4300040"/>
                <a:ext cx="170150" cy="53000"/>
              </a:xfrm>
              <a:custGeom>
                <a:avLst/>
                <a:gdLst/>
                <a:ahLst/>
                <a:cxnLst/>
                <a:rect l="l" t="t" r="r" b="b"/>
                <a:pathLst>
                  <a:path w="6806" h="2169" extrusionOk="0">
                    <a:moveTo>
                      <a:pt x="34" y="1"/>
                    </a:moveTo>
                    <a:cubicBezTo>
                      <a:pt x="1" y="1"/>
                      <a:pt x="334" y="2169"/>
                      <a:pt x="334" y="2169"/>
                    </a:cubicBezTo>
                    <a:lnTo>
                      <a:pt x="6639" y="2169"/>
                    </a:lnTo>
                    <a:lnTo>
                      <a:pt x="6805" y="234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Google Shape;1250;p50"/>
              <p:cNvSpPr/>
              <p:nvPr/>
            </p:nvSpPr>
            <p:spPr>
              <a:xfrm>
                <a:off x="7398650" y="1869368"/>
                <a:ext cx="508725" cy="769458"/>
              </a:xfrm>
              <a:custGeom>
                <a:avLst/>
                <a:gdLst/>
                <a:ahLst/>
                <a:cxnLst/>
                <a:rect l="l" t="t" r="r" b="b"/>
                <a:pathLst>
                  <a:path w="20349" h="31490" extrusionOk="0">
                    <a:moveTo>
                      <a:pt x="10186" y="0"/>
                    </a:moveTo>
                    <a:cubicBezTo>
                      <a:pt x="6963" y="0"/>
                      <a:pt x="3600" y="248"/>
                      <a:pt x="2036" y="972"/>
                    </a:cubicBezTo>
                    <a:cubicBezTo>
                      <a:pt x="1235" y="1339"/>
                      <a:pt x="468" y="2006"/>
                      <a:pt x="234" y="4141"/>
                    </a:cubicBezTo>
                    <a:cubicBezTo>
                      <a:pt x="1" y="6242"/>
                      <a:pt x="435" y="24422"/>
                      <a:pt x="935" y="30226"/>
                    </a:cubicBezTo>
                    <a:cubicBezTo>
                      <a:pt x="968" y="30626"/>
                      <a:pt x="1235" y="30960"/>
                      <a:pt x="1635" y="31027"/>
                    </a:cubicBezTo>
                    <a:cubicBezTo>
                      <a:pt x="3229" y="31355"/>
                      <a:pt x="6400" y="31489"/>
                      <a:pt x="9630" y="31489"/>
                    </a:cubicBezTo>
                    <a:cubicBezTo>
                      <a:pt x="12960" y="31489"/>
                      <a:pt x="16353" y="31347"/>
                      <a:pt x="18147" y="31127"/>
                    </a:cubicBezTo>
                    <a:cubicBezTo>
                      <a:pt x="18548" y="31060"/>
                      <a:pt x="18848" y="30693"/>
                      <a:pt x="18848" y="30293"/>
                    </a:cubicBezTo>
                    <a:cubicBezTo>
                      <a:pt x="19148" y="24655"/>
                      <a:pt x="19949" y="14748"/>
                      <a:pt x="19949" y="8911"/>
                    </a:cubicBezTo>
                    <a:cubicBezTo>
                      <a:pt x="19949" y="5108"/>
                      <a:pt x="20349" y="1172"/>
                      <a:pt x="17447" y="505"/>
                    </a:cubicBezTo>
                    <a:cubicBezTo>
                      <a:pt x="16388" y="240"/>
                      <a:pt x="13354" y="0"/>
                      <a:pt x="1018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Google Shape;1251;p50"/>
              <p:cNvSpPr/>
              <p:nvPr/>
            </p:nvSpPr>
            <p:spPr>
              <a:xfrm>
                <a:off x="7211850" y="2003956"/>
                <a:ext cx="320275" cy="377838"/>
              </a:xfrm>
              <a:custGeom>
                <a:avLst/>
                <a:gdLst/>
                <a:ahLst/>
                <a:cxnLst/>
                <a:rect l="l" t="t" r="r" b="b"/>
                <a:pathLst>
                  <a:path w="12811" h="15463" extrusionOk="0">
                    <a:moveTo>
                      <a:pt x="8240" y="0"/>
                    </a:moveTo>
                    <a:cubicBezTo>
                      <a:pt x="8073" y="734"/>
                      <a:pt x="7907" y="1501"/>
                      <a:pt x="7740" y="2269"/>
                    </a:cubicBezTo>
                    <a:cubicBezTo>
                      <a:pt x="7573" y="3036"/>
                      <a:pt x="7373" y="3770"/>
                      <a:pt x="7173" y="4537"/>
                    </a:cubicBezTo>
                    <a:cubicBezTo>
                      <a:pt x="6806" y="6005"/>
                      <a:pt x="6372" y="7439"/>
                      <a:pt x="5805" y="8873"/>
                    </a:cubicBezTo>
                    <a:cubicBezTo>
                      <a:pt x="5572" y="9474"/>
                      <a:pt x="5271" y="10074"/>
                      <a:pt x="4938" y="10675"/>
                    </a:cubicBezTo>
                    <a:cubicBezTo>
                      <a:pt x="4804" y="10875"/>
                      <a:pt x="4671" y="11075"/>
                      <a:pt x="4538" y="11242"/>
                    </a:cubicBezTo>
                    <a:lnTo>
                      <a:pt x="4404" y="11375"/>
                    </a:lnTo>
                    <a:lnTo>
                      <a:pt x="4304" y="11475"/>
                    </a:lnTo>
                    <a:cubicBezTo>
                      <a:pt x="4237" y="11542"/>
                      <a:pt x="4204" y="11609"/>
                      <a:pt x="4104" y="11642"/>
                    </a:cubicBezTo>
                    <a:cubicBezTo>
                      <a:pt x="4059" y="11651"/>
                      <a:pt x="4015" y="11655"/>
                      <a:pt x="3970" y="11655"/>
                    </a:cubicBezTo>
                    <a:cubicBezTo>
                      <a:pt x="3848" y="11655"/>
                      <a:pt x="3726" y="11624"/>
                      <a:pt x="3604" y="11575"/>
                    </a:cubicBezTo>
                    <a:cubicBezTo>
                      <a:pt x="3337" y="11475"/>
                      <a:pt x="3070" y="11342"/>
                      <a:pt x="2836" y="11175"/>
                    </a:cubicBezTo>
                    <a:cubicBezTo>
                      <a:pt x="2703" y="11075"/>
                      <a:pt x="2536" y="10975"/>
                      <a:pt x="2403" y="10875"/>
                    </a:cubicBezTo>
                    <a:cubicBezTo>
                      <a:pt x="2303" y="10775"/>
                      <a:pt x="2136" y="10641"/>
                      <a:pt x="2036" y="10575"/>
                    </a:cubicBezTo>
                    <a:lnTo>
                      <a:pt x="1" y="11642"/>
                    </a:lnTo>
                    <a:cubicBezTo>
                      <a:pt x="101" y="11942"/>
                      <a:pt x="168" y="12142"/>
                      <a:pt x="268" y="12376"/>
                    </a:cubicBezTo>
                    <a:cubicBezTo>
                      <a:pt x="368" y="12609"/>
                      <a:pt x="468" y="12809"/>
                      <a:pt x="601" y="13043"/>
                    </a:cubicBezTo>
                    <a:cubicBezTo>
                      <a:pt x="868" y="13510"/>
                      <a:pt x="1202" y="13944"/>
                      <a:pt x="1602" y="14311"/>
                    </a:cubicBezTo>
                    <a:cubicBezTo>
                      <a:pt x="2069" y="14744"/>
                      <a:pt x="2636" y="15078"/>
                      <a:pt x="3270" y="15278"/>
                    </a:cubicBezTo>
                    <a:cubicBezTo>
                      <a:pt x="3650" y="15404"/>
                      <a:pt x="4049" y="15462"/>
                      <a:pt x="4452" y="15462"/>
                    </a:cubicBezTo>
                    <a:cubicBezTo>
                      <a:pt x="4792" y="15462"/>
                      <a:pt x="5135" y="15421"/>
                      <a:pt x="5472" y="15345"/>
                    </a:cubicBezTo>
                    <a:cubicBezTo>
                      <a:pt x="5672" y="15311"/>
                      <a:pt x="5838" y="15245"/>
                      <a:pt x="6005" y="15178"/>
                    </a:cubicBezTo>
                    <a:cubicBezTo>
                      <a:pt x="6172" y="15111"/>
                      <a:pt x="6305" y="15044"/>
                      <a:pt x="6472" y="14978"/>
                    </a:cubicBezTo>
                    <a:cubicBezTo>
                      <a:pt x="6772" y="14811"/>
                      <a:pt x="7073" y="14611"/>
                      <a:pt x="7340" y="14377"/>
                    </a:cubicBezTo>
                    <a:cubicBezTo>
                      <a:pt x="7773" y="14010"/>
                      <a:pt x="8173" y="13577"/>
                      <a:pt x="8507" y="13110"/>
                    </a:cubicBezTo>
                    <a:cubicBezTo>
                      <a:pt x="9041" y="12342"/>
                      <a:pt x="9508" y="11509"/>
                      <a:pt x="9908" y="10641"/>
                    </a:cubicBezTo>
                    <a:cubicBezTo>
                      <a:pt x="10642" y="9040"/>
                      <a:pt x="11242" y="7406"/>
                      <a:pt x="11676" y="5738"/>
                    </a:cubicBezTo>
                    <a:cubicBezTo>
                      <a:pt x="11909" y="4937"/>
                      <a:pt x="12110" y="4137"/>
                      <a:pt x="12310" y="3303"/>
                    </a:cubicBezTo>
                    <a:cubicBezTo>
                      <a:pt x="12510" y="2469"/>
                      <a:pt x="12677" y="1668"/>
                      <a:pt x="12810" y="801"/>
                    </a:cubicBezTo>
                    <a:lnTo>
                      <a:pt x="8240" y="0"/>
                    </a:lnTo>
                    <a:close/>
                  </a:path>
                </a:pathLst>
              </a:custGeom>
              <a:solidFill>
                <a:srgbClr val="AC7E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Google Shape;1252;p50"/>
              <p:cNvSpPr/>
              <p:nvPr/>
            </p:nvSpPr>
            <p:spPr>
              <a:xfrm>
                <a:off x="7335275" y="1900547"/>
                <a:ext cx="313600" cy="334100"/>
              </a:xfrm>
              <a:custGeom>
                <a:avLst/>
                <a:gdLst/>
                <a:ahLst/>
                <a:cxnLst/>
                <a:rect l="l" t="t" r="r" b="b"/>
                <a:pathLst>
                  <a:path w="12544" h="13673" extrusionOk="0">
                    <a:moveTo>
                      <a:pt x="5608" y="1"/>
                    </a:moveTo>
                    <a:cubicBezTo>
                      <a:pt x="4328" y="1"/>
                      <a:pt x="3081" y="705"/>
                      <a:pt x="2269" y="2498"/>
                    </a:cubicBezTo>
                    <a:cubicBezTo>
                      <a:pt x="1235" y="5000"/>
                      <a:pt x="468" y="7568"/>
                      <a:pt x="1" y="10237"/>
                    </a:cubicBezTo>
                    <a:lnTo>
                      <a:pt x="6606" y="13672"/>
                    </a:lnTo>
                    <a:cubicBezTo>
                      <a:pt x="6606" y="13672"/>
                      <a:pt x="12543" y="8035"/>
                      <a:pt x="10041" y="3031"/>
                    </a:cubicBezTo>
                    <a:cubicBezTo>
                      <a:pt x="9209" y="1348"/>
                      <a:pt x="7377" y="1"/>
                      <a:pt x="560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Google Shape;1253;p50"/>
              <p:cNvSpPr/>
              <p:nvPr/>
            </p:nvSpPr>
            <p:spPr>
              <a:xfrm>
                <a:off x="7175175" y="2206913"/>
                <a:ext cx="98425" cy="104337"/>
              </a:xfrm>
              <a:custGeom>
                <a:avLst/>
                <a:gdLst/>
                <a:ahLst/>
                <a:cxnLst/>
                <a:rect l="l" t="t" r="r" b="b"/>
                <a:pathLst>
                  <a:path w="3937" h="4270" extrusionOk="0">
                    <a:moveTo>
                      <a:pt x="1268" y="0"/>
                    </a:moveTo>
                    <a:lnTo>
                      <a:pt x="0" y="3102"/>
                    </a:lnTo>
                    <a:lnTo>
                      <a:pt x="2402" y="4270"/>
                    </a:lnTo>
                    <a:lnTo>
                      <a:pt x="3770" y="3102"/>
                    </a:lnTo>
                    <a:cubicBezTo>
                      <a:pt x="3936" y="868"/>
                      <a:pt x="1268" y="0"/>
                      <a:pt x="1268" y="0"/>
                    </a:cubicBezTo>
                    <a:close/>
                  </a:path>
                </a:pathLst>
              </a:custGeom>
              <a:solidFill>
                <a:srgbClr val="AC7E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Google Shape;1254;p50"/>
              <p:cNvSpPr/>
              <p:nvPr/>
            </p:nvSpPr>
            <p:spPr>
              <a:xfrm>
                <a:off x="7156396" y="2196309"/>
                <a:ext cx="51725" cy="86427"/>
              </a:xfrm>
              <a:custGeom>
                <a:avLst/>
                <a:gdLst/>
                <a:ahLst/>
                <a:cxnLst/>
                <a:rect l="l" t="t" r="r" b="b"/>
                <a:pathLst>
                  <a:path w="2069" h="3537" extrusionOk="0">
                    <a:moveTo>
                      <a:pt x="1" y="1"/>
                    </a:moveTo>
                    <a:lnTo>
                      <a:pt x="234" y="2769"/>
                    </a:lnTo>
                    <a:lnTo>
                      <a:pt x="801" y="3536"/>
                    </a:lnTo>
                    <a:lnTo>
                      <a:pt x="2069" y="4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AC7E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55" name="Google Shape;1255;p50"/>
            <p:cNvGrpSpPr/>
            <p:nvPr/>
          </p:nvGrpSpPr>
          <p:grpSpPr>
            <a:xfrm rot="831085">
              <a:off x="5978361" y="1285680"/>
              <a:ext cx="1039288" cy="543665"/>
              <a:chOff x="3096335" y="1844024"/>
              <a:chExt cx="1039309" cy="543676"/>
            </a:xfrm>
          </p:grpSpPr>
          <p:sp>
            <p:nvSpPr>
              <p:cNvPr id="1256" name="Google Shape;1256;p50"/>
              <p:cNvSpPr/>
              <p:nvPr/>
            </p:nvSpPr>
            <p:spPr>
              <a:xfrm>
                <a:off x="3274803" y="2091969"/>
                <a:ext cx="358272" cy="159819"/>
              </a:xfrm>
              <a:custGeom>
                <a:avLst/>
                <a:gdLst/>
                <a:ahLst/>
                <a:cxnLst/>
                <a:rect l="l" t="t" r="r" b="b"/>
                <a:pathLst>
                  <a:path w="12603" h="5622" extrusionOk="0">
                    <a:moveTo>
                      <a:pt x="630" y="1"/>
                    </a:moveTo>
                    <a:cubicBezTo>
                      <a:pt x="187" y="1"/>
                      <a:pt x="0" y="608"/>
                      <a:pt x="427" y="852"/>
                    </a:cubicBezTo>
                    <a:lnTo>
                      <a:pt x="11869" y="5588"/>
                    </a:lnTo>
                    <a:cubicBezTo>
                      <a:pt x="11969" y="5622"/>
                      <a:pt x="12069" y="5622"/>
                      <a:pt x="12136" y="5622"/>
                    </a:cubicBezTo>
                    <a:cubicBezTo>
                      <a:pt x="12302" y="5588"/>
                      <a:pt x="12436" y="5488"/>
                      <a:pt x="12502" y="5355"/>
                    </a:cubicBezTo>
                    <a:cubicBezTo>
                      <a:pt x="12603" y="5088"/>
                      <a:pt x="12502" y="4821"/>
                      <a:pt x="12269" y="4721"/>
                    </a:cubicBezTo>
                    <a:lnTo>
                      <a:pt x="761" y="18"/>
                    </a:lnTo>
                    <a:cubicBezTo>
                      <a:pt x="715" y="6"/>
                      <a:pt x="671" y="1"/>
                      <a:pt x="63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Google Shape;1257;p50"/>
              <p:cNvSpPr/>
              <p:nvPr/>
            </p:nvSpPr>
            <p:spPr>
              <a:xfrm>
                <a:off x="3311588" y="2205764"/>
                <a:ext cx="319582" cy="124882"/>
              </a:xfrm>
              <a:custGeom>
                <a:avLst/>
                <a:gdLst/>
                <a:ahLst/>
                <a:cxnLst/>
                <a:rect l="l" t="t" r="r" b="b"/>
                <a:pathLst>
                  <a:path w="11242" h="4393" extrusionOk="0">
                    <a:moveTo>
                      <a:pt x="10647" y="0"/>
                    </a:moveTo>
                    <a:cubicBezTo>
                      <a:pt x="10601" y="0"/>
                      <a:pt x="10554" y="6"/>
                      <a:pt x="10508" y="18"/>
                    </a:cubicBezTo>
                    <a:lnTo>
                      <a:pt x="367" y="3553"/>
                    </a:lnTo>
                    <a:cubicBezTo>
                      <a:pt x="134" y="3620"/>
                      <a:pt x="0" y="3887"/>
                      <a:pt x="134" y="4120"/>
                    </a:cubicBezTo>
                    <a:cubicBezTo>
                      <a:pt x="194" y="4270"/>
                      <a:pt x="360" y="4392"/>
                      <a:pt x="538" y="4392"/>
                    </a:cubicBezTo>
                    <a:cubicBezTo>
                      <a:pt x="559" y="4392"/>
                      <a:pt x="580" y="4391"/>
                      <a:pt x="601" y="4387"/>
                    </a:cubicBezTo>
                    <a:lnTo>
                      <a:pt x="701" y="4387"/>
                    </a:lnTo>
                    <a:lnTo>
                      <a:pt x="10842" y="918"/>
                    </a:lnTo>
                    <a:cubicBezTo>
                      <a:pt x="11075" y="851"/>
                      <a:pt x="11242" y="585"/>
                      <a:pt x="11142" y="318"/>
                    </a:cubicBezTo>
                    <a:cubicBezTo>
                      <a:pt x="11059" y="125"/>
                      <a:pt x="10863" y="0"/>
                      <a:pt x="1064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Google Shape;1258;p50"/>
              <p:cNvSpPr/>
              <p:nvPr/>
            </p:nvSpPr>
            <p:spPr>
              <a:xfrm>
                <a:off x="3602714" y="1980533"/>
                <a:ext cx="334762" cy="271255"/>
              </a:xfrm>
              <a:custGeom>
                <a:avLst/>
                <a:gdLst/>
                <a:ahLst/>
                <a:cxnLst/>
                <a:rect l="l" t="t" r="r" b="b"/>
                <a:pathLst>
                  <a:path w="11776" h="9542" extrusionOk="0">
                    <a:moveTo>
                      <a:pt x="11170" y="0"/>
                    </a:moveTo>
                    <a:cubicBezTo>
                      <a:pt x="11043" y="0"/>
                      <a:pt x="10915" y="43"/>
                      <a:pt x="10808" y="135"/>
                    </a:cubicBezTo>
                    <a:lnTo>
                      <a:pt x="234" y="8708"/>
                    </a:lnTo>
                    <a:cubicBezTo>
                      <a:pt x="0" y="8875"/>
                      <a:pt x="0" y="9175"/>
                      <a:pt x="167" y="9375"/>
                    </a:cubicBezTo>
                    <a:cubicBezTo>
                      <a:pt x="267" y="9475"/>
                      <a:pt x="434" y="9542"/>
                      <a:pt x="601" y="9542"/>
                    </a:cubicBezTo>
                    <a:cubicBezTo>
                      <a:pt x="701" y="9508"/>
                      <a:pt x="767" y="9475"/>
                      <a:pt x="867" y="9408"/>
                    </a:cubicBezTo>
                    <a:lnTo>
                      <a:pt x="11508" y="902"/>
                    </a:lnTo>
                    <a:cubicBezTo>
                      <a:pt x="11742" y="702"/>
                      <a:pt x="11775" y="368"/>
                      <a:pt x="11575" y="168"/>
                    </a:cubicBezTo>
                    <a:cubicBezTo>
                      <a:pt x="11467" y="60"/>
                      <a:pt x="11319" y="0"/>
                      <a:pt x="1117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Google Shape;1259;p50"/>
              <p:cNvSpPr/>
              <p:nvPr/>
            </p:nvSpPr>
            <p:spPr>
              <a:xfrm>
                <a:off x="3600810" y="2205309"/>
                <a:ext cx="366999" cy="40793"/>
              </a:xfrm>
              <a:custGeom>
                <a:avLst/>
                <a:gdLst/>
                <a:ahLst/>
                <a:cxnLst/>
                <a:rect l="l" t="t" r="r" b="b"/>
                <a:pathLst>
                  <a:path w="12910" h="1435" extrusionOk="0">
                    <a:moveTo>
                      <a:pt x="534" y="0"/>
                    </a:moveTo>
                    <a:cubicBezTo>
                      <a:pt x="267" y="0"/>
                      <a:pt x="34" y="200"/>
                      <a:pt x="0" y="467"/>
                    </a:cubicBezTo>
                    <a:cubicBezTo>
                      <a:pt x="0" y="734"/>
                      <a:pt x="201" y="934"/>
                      <a:pt x="467" y="968"/>
                    </a:cubicBezTo>
                    <a:lnTo>
                      <a:pt x="12309" y="1435"/>
                    </a:lnTo>
                    <a:lnTo>
                      <a:pt x="12409" y="1435"/>
                    </a:lnTo>
                    <a:cubicBezTo>
                      <a:pt x="12676" y="1401"/>
                      <a:pt x="12876" y="1201"/>
                      <a:pt x="12910" y="968"/>
                    </a:cubicBezTo>
                    <a:cubicBezTo>
                      <a:pt x="12910" y="687"/>
                      <a:pt x="12705" y="464"/>
                      <a:pt x="12433" y="464"/>
                    </a:cubicBezTo>
                    <a:cubicBezTo>
                      <a:pt x="12414" y="464"/>
                      <a:pt x="12395" y="465"/>
                      <a:pt x="12376" y="467"/>
                    </a:cubicBezTo>
                    <a:lnTo>
                      <a:pt x="53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Google Shape;1260;p50"/>
              <p:cNvSpPr/>
              <p:nvPr/>
            </p:nvSpPr>
            <p:spPr>
              <a:xfrm>
                <a:off x="3252800" y="2022691"/>
                <a:ext cx="73997" cy="145009"/>
              </a:xfrm>
              <a:custGeom>
                <a:avLst/>
                <a:gdLst/>
                <a:ahLst/>
                <a:cxnLst/>
                <a:rect l="l" t="t" r="r" b="b"/>
                <a:pathLst>
                  <a:path w="2603" h="5101" extrusionOk="0">
                    <a:moveTo>
                      <a:pt x="1258" y="0"/>
                    </a:moveTo>
                    <a:cubicBezTo>
                      <a:pt x="1206" y="0"/>
                      <a:pt x="1154" y="6"/>
                      <a:pt x="1101" y="20"/>
                    </a:cubicBezTo>
                    <a:lnTo>
                      <a:pt x="667" y="86"/>
                    </a:lnTo>
                    <a:cubicBezTo>
                      <a:pt x="267" y="153"/>
                      <a:pt x="0" y="553"/>
                      <a:pt x="67" y="954"/>
                    </a:cubicBezTo>
                    <a:lnTo>
                      <a:pt x="667" y="4489"/>
                    </a:lnTo>
                    <a:cubicBezTo>
                      <a:pt x="727" y="4848"/>
                      <a:pt x="1029" y="5100"/>
                      <a:pt x="1379" y="5100"/>
                    </a:cubicBezTo>
                    <a:cubicBezTo>
                      <a:pt x="1419" y="5100"/>
                      <a:pt x="1460" y="5097"/>
                      <a:pt x="1501" y="5090"/>
                    </a:cubicBezTo>
                    <a:lnTo>
                      <a:pt x="1935" y="5023"/>
                    </a:lnTo>
                    <a:cubicBezTo>
                      <a:pt x="2335" y="4956"/>
                      <a:pt x="2602" y="4590"/>
                      <a:pt x="2535" y="4189"/>
                    </a:cubicBezTo>
                    <a:lnTo>
                      <a:pt x="1968" y="620"/>
                    </a:lnTo>
                    <a:cubicBezTo>
                      <a:pt x="1910" y="272"/>
                      <a:pt x="1601" y="0"/>
                      <a:pt x="125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Google Shape;1261;p50"/>
              <p:cNvSpPr/>
              <p:nvPr/>
            </p:nvSpPr>
            <p:spPr>
              <a:xfrm>
                <a:off x="3262266" y="2008648"/>
                <a:ext cx="30389" cy="28968"/>
              </a:xfrm>
              <a:custGeom>
                <a:avLst/>
                <a:gdLst/>
                <a:ahLst/>
                <a:cxnLst/>
                <a:rect l="l" t="t" r="r" b="b"/>
                <a:pathLst>
                  <a:path w="1069" h="1019" extrusionOk="0">
                    <a:moveTo>
                      <a:pt x="571" y="0"/>
                    </a:moveTo>
                    <a:cubicBezTo>
                      <a:pt x="538" y="0"/>
                      <a:pt x="503" y="4"/>
                      <a:pt x="468" y="13"/>
                    </a:cubicBezTo>
                    <a:cubicBezTo>
                      <a:pt x="168" y="47"/>
                      <a:pt x="1" y="313"/>
                      <a:pt x="34" y="580"/>
                    </a:cubicBezTo>
                    <a:cubicBezTo>
                      <a:pt x="65" y="855"/>
                      <a:pt x="291" y="1018"/>
                      <a:pt x="534" y="1018"/>
                    </a:cubicBezTo>
                    <a:cubicBezTo>
                      <a:pt x="556" y="1018"/>
                      <a:pt x="579" y="1017"/>
                      <a:pt x="601" y="1014"/>
                    </a:cubicBezTo>
                    <a:cubicBezTo>
                      <a:pt x="868" y="947"/>
                      <a:pt x="1068" y="714"/>
                      <a:pt x="1035" y="414"/>
                    </a:cubicBezTo>
                    <a:cubicBezTo>
                      <a:pt x="977" y="182"/>
                      <a:pt x="793" y="0"/>
                      <a:pt x="57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Google Shape;1262;p50"/>
              <p:cNvSpPr/>
              <p:nvPr/>
            </p:nvSpPr>
            <p:spPr>
              <a:xfrm>
                <a:off x="3096335" y="1992899"/>
                <a:ext cx="177359" cy="32265"/>
              </a:xfrm>
              <a:custGeom>
                <a:avLst/>
                <a:gdLst/>
                <a:ahLst/>
                <a:cxnLst/>
                <a:rect l="l" t="t" r="r" b="b"/>
                <a:pathLst>
                  <a:path w="6239" h="1135" extrusionOk="0">
                    <a:moveTo>
                      <a:pt x="4237" y="0"/>
                    </a:moveTo>
                    <a:lnTo>
                      <a:pt x="0" y="1134"/>
                    </a:lnTo>
                    <a:lnTo>
                      <a:pt x="6238" y="167"/>
                    </a:lnTo>
                    <a:lnTo>
                      <a:pt x="42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Google Shape;1263;p50"/>
              <p:cNvSpPr/>
              <p:nvPr/>
            </p:nvSpPr>
            <p:spPr>
              <a:xfrm>
                <a:off x="3273666" y="1968224"/>
                <a:ext cx="187764" cy="34170"/>
              </a:xfrm>
              <a:custGeom>
                <a:avLst/>
                <a:gdLst/>
                <a:ahLst/>
                <a:cxnLst/>
                <a:rect l="l" t="t" r="r" b="b"/>
                <a:pathLst>
                  <a:path w="6605" h="1202" extrusionOk="0">
                    <a:moveTo>
                      <a:pt x="6605" y="1"/>
                    </a:moveTo>
                    <a:lnTo>
                      <a:pt x="0" y="1035"/>
                    </a:lnTo>
                    <a:lnTo>
                      <a:pt x="2035" y="1202"/>
                    </a:lnTo>
                    <a:lnTo>
                      <a:pt x="660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Google Shape;1264;p50"/>
              <p:cNvSpPr/>
              <p:nvPr/>
            </p:nvSpPr>
            <p:spPr>
              <a:xfrm>
                <a:off x="3878660" y="1903807"/>
                <a:ext cx="82525" cy="162634"/>
              </a:xfrm>
              <a:custGeom>
                <a:avLst/>
                <a:gdLst/>
                <a:ahLst/>
                <a:cxnLst/>
                <a:rect l="l" t="t" r="r" b="b"/>
                <a:pathLst>
                  <a:path w="2903" h="5721" extrusionOk="0">
                    <a:moveTo>
                      <a:pt x="1526" y="0"/>
                    </a:moveTo>
                    <a:cubicBezTo>
                      <a:pt x="1452" y="0"/>
                      <a:pt x="1377" y="10"/>
                      <a:pt x="1301" y="32"/>
                    </a:cubicBezTo>
                    <a:lnTo>
                      <a:pt x="801" y="99"/>
                    </a:lnTo>
                    <a:cubicBezTo>
                      <a:pt x="334" y="199"/>
                      <a:pt x="0" y="632"/>
                      <a:pt x="33" y="1099"/>
                    </a:cubicBezTo>
                    <a:lnTo>
                      <a:pt x="567" y="5036"/>
                    </a:lnTo>
                    <a:cubicBezTo>
                      <a:pt x="655" y="5417"/>
                      <a:pt x="1001" y="5721"/>
                      <a:pt x="1400" y="5721"/>
                    </a:cubicBezTo>
                    <a:cubicBezTo>
                      <a:pt x="1455" y="5721"/>
                      <a:pt x="1511" y="5715"/>
                      <a:pt x="1568" y="5703"/>
                    </a:cubicBezTo>
                    <a:lnTo>
                      <a:pt x="2068" y="5603"/>
                    </a:lnTo>
                    <a:cubicBezTo>
                      <a:pt x="2535" y="5536"/>
                      <a:pt x="2902" y="5136"/>
                      <a:pt x="2869" y="4635"/>
                    </a:cubicBezTo>
                    <a:lnTo>
                      <a:pt x="2335" y="666"/>
                    </a:lnTo>
                    <a:cubicBezTo>
                      <a:pt x="2251" y="274"/>
                      <a:pt x="1910" y="0"/>
                      <a:pt x="152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Google Shape;1265;p50"/>
              <p:cNvSpPr/>
              <p:nvPr/>
            </p:nvSpPr>
            <p:spPr>
              <a:xfrm>
                <a:off x="3890969" y="1889167"/>
                <a:ext cx="35108" cy="32038"/>
              </a:xfrm>
              <a:custGeom>
                <a:avLst/>
                <a:gdLst/>
                <a:ahLst/>
                <a:cxnLst/>
                <a:rect l="l" t="t" r="r" b="b"/>
                <a:pathLst>
                  <a:path w="1235" h="1127" extrusionOk="0">
                    <a:moveTo>
                      <a:pt x="653" y="0"/>
                    </a:moveTo>
                    <a:cubicBezTo>
                      <a:pt x="613" y="0"/>
                      <a:pt x="574" y="5"/>
                      <a:pt x="534" y="13"/>
                    </a:cubicBezTo>
                    <a:cubicBezTo>
                      <a:pt x="234" y="80"/>
                      <a:pt x="1" y="347"/>
                      <a:pt x="34" y="680"/>
                    </a:cubicBezTo>
                    <a:cubicBezTo>
                      <a:pt x="92" y="941"/>
                      <a:pt x="327" y="1127"/>
                      <a:pt x="584" y="1127"/>
                    </a:cubicBezTo>
                    <a:cubicBezTo>
                      <a:pt x="623" y="1127"/>
                      <a:pt x="662" y="1123"/>
                      <a:pt x="701" y="1114"/>
                    </a:cubicBezTo>
                    <a:cubicBezTo>
                      <a:pt x="1001" y="1047"/>
                      <a:pt x="1235" y="747"/>
                      <a:pt x="1202" y="447"/>
                    </a:cubicBezTo>
                    <a:cubicBezTo>
                      <a:pt x="1173" y="186"/>
                      <a:pt x="916" y="0"/>
                      <a:pt x="65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Google Shape;1266;p50"/>
              <p:cNvSpPr/>
              <p:nvPr/>
            </p:nvSpPr>
            <p:spPr>
              <a:xfrm>
                <a:off x="3689930" y="1876261"/>
                <a:ext cx="215310" cy="38889"/>
              </a:xfrm>
              <a:custGeom>
                <a:avLst/>
                <a:gdLst/>
                <a:ahLst/>
                <a:cxnLst/>
                <a:rect l="l" t="t" r="r" b="b"/>
                <a:pathLst>
                  <a:path w="7574" h="1368" extrusionOk="0">
                    <a:moveTo>
                      <a:pt x="5205" y="0"/>
                    </a:moveTo>
                    <a:lnTo>
                      <a:pt x="1" y="1368"/>
                    </a:lnTo>
                    <a:lnTo>
                      <a:pt x="7573" y="167"/>
                    </a:lnTo>
                    <a:lnTo>
                      <a:pt x="520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Google Shape;1267;p50"/>
              <p:cNvSpPr/>
              <p:nvPr/>
            </p:nvSpPr>
            <p:spPr>
              <a:xfrm>
                <a:off x="3905211" y="1844024"/>
                <a:ext cx="230433" cy="40793"/>
              </a:xfrm>
              <a:custGeom>
                <a:avLst/>
                <a:gdLst/>
                <a:ahLst/>
                <a:cxnLst/>
                <a:rect l="l" t="t" r="r" b="b"/>
                <a:pathLst>
                  <a:path w="8106" h="1435" extrusionOk="0">
                    <a:moveTo>
                      <a:pt x="8106" y="0"/>
                    </a:moveTo>
                    <a:lnTo>
                      <a:pt x="0" y="1301"/>
                    </a:lnTo>
                    <a:lnTo>
                      <a:pt x="2435" y="1434"/>
                    </a:lnTo>
                    <a:lnTo>
                      <a:pt x="810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Google Shape;1268;p50"/>
              <p:cNvSpPr/>
              <p:nvPr/>
            </p:nvSpPr>
            <p:spPr>
              <a:xfrm>
                <a:off x="3297374" y="2265888"/>
                <a:ext cx="62597" cy="121812"/>
              </a:xfrm>
              <a:custGeom>
                <a:avLst/>
                <a:gdLst/>
                <a:ahLst/>
                <a:cxnLst/>
                <a:rect l="l" t="t" r="r" b="b"/>
                <a:pathLst>
                  <a:path w="2202" h="4285" extrusionOk="0">
                    <a:moveTo>
                      <a:pt x="970" y="1"/>
                    </a:moveTo>
                    <a:cubicBezTo>
                      <a:pt x="947" y="1"/>
                      <a:pt x="924" y="2"/>
                      <a:pt x="901" y="4"/>
                    </a:cubicBezTo>
                    <a:lnTo>
                      <a:pt x="567" y="71"/>
                    </a:lnTo>
                    <a:cubicBezTo>
                      <a:pt x="234" y="104"/>
                      <a:pt x="0" y="438"/>
                      <a:pt x="33" y="771"/>
                    </a:cubicBezTo>
                    <a:lnTo>
                      <a:pt x="534" y="3740"/>
                    </a:lnTo>
                    <a:cubicBezTo>
                      <a:pt x="594" y="4039"/>
                      <a:pt x="841" y="4284"/>
                      <a:pt x="1155" y="4284"/>
                    </a:cubicBezTo>
                    <a:cubicBezTo>
                      <a:pt x="1192" y="4284"/>
                      <a:pt x="1229" y="4281"/>
                      <a:pt x="1268" y="4274"/>
                    </a:cubicBezTo>
                    <a:lnTo>
                      <a:pt x="1601" y="4240"/>
                    </a:lnTo>
                    <a:cubicBezTo>
                      <a:pt x="1968" y="4207"/>
                      <a:pt x="2202" y="3873"/>
                      <a:pt x="2135" y="3540"/>
                    </a:cubicBezTo>
                    <a:lnTo>
                      <a:pt x="1635" y="538"/>
                    </a:lnTo>
                    <a:cubicBezTo>
                      <a:pt x="1603" y="225"/>
                      <a:pt x="1309" y="1"/>
                      <a:pt x="97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Google Shape;1269;p50"/>
              <p:cNvSpPr/>
              <p:nvPr/>
            </p:nvSpPr>
            <p:spPr>
              <a:xfrm>
                <a:off x="3305903" y="2254489"/>
                <a:ext cx="24675" cy="23964"/>
              </a:xfrm>
              <a:custGeom>
                <a:avLst/>
                <a:gdLst/>
                <a:ahLst/>
                <a:cxnLst/>
                <a:rect l="l" t="t" r="r" b="b"/>
                <a:pathLst>
                  <a:path w="868" h="843" extrusionOk="0">
                    <a:moveTo>
                      <a:pt x="427" y="1"/>
                    </a:moveTo>
                    <a:cubicBezTo>
                      <a:pt x="407" y="1"/>
                      <a:pt x="387" y="2"/>
                      <a:pt x="367" y="5"/>
                    </a:cubicBezTo>
                    <a:cubicBezTo>
                      <a:pt x="134" y="38"/>
                      <a:pt x="0" y="238"/>
                      <a:pt x="34" y="472"/>
                    </a:cubicBezTo>
                    <a:cubicBezTo>
                      <a:pt x="64" y="685"/>
                      <a:pt x="234" y="843"/>
                      <a:pt x="441" y="843"/>
                    </a:cubicBezTo>
                    <a:cubicBezTo>
                      <a:pt x="461" y="843"/>
                      <a:pt x="481" y="842"/>
                      <a:pt x="501" y="839"/>
                    </a:cubicBezTo>
                    <a:cubicBezTo>
                      <a:pt x="734" y="805"/>
                      <a:pt x="868" y="572"/>
                      <a:pt x="834" y="372"/>
                    </a:cubicBezTo>
                    <a:cubicBezTo>
                      <a:pt x="804" y="158"/>
                      <a:pt x="634" y="1"/>
                      <a:pt x="42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Google Shape;1270;p50"/>
              <p:cNvSpPr/>
              <p:nvPr/>
            </p:nvSpPr>
            <p:spPr>
              <a:xfrm>
                <a:off x="3193046" y="2248917"/>
                <a:ext cx="123318" cy="21832"/>
              </a:xfrm>
              <a:custGeom>
                <a:avLst/>
                <a:gdLst/>
                <a:ahLst/>
                <a:cxnLst/>
                <a:rect l="l" t="t" r="r" b="b"/>
                <a:pathLst>
                  <a:path w="4338" h="768" extrusionOk="0">
                    <a:moveTo>
                      <a:pt x="2936" y="1"/>
                    </a:moveTo>
                    <a:lnTo>
                      <a:pt x="1" y="768"/>
                    </a:lnTo>
                    <a:lnTo>
                      <a:pt x="1" y="768"/>
                    </a:lnTo>
                    <a:lnTo>
                      <a:pt x="4337" y="167"/>
                    </a:lnTo>
                    <a:lnTo>
                      <a:pt x="293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Google Shape;1271;p50"/>
              <p:cNvSpPr/>
              <p:nvPr/>
            </p:nvSpPr>
            <p:spPr>
              <a:xfrm>
                <a:off x="3316336" y="2236580"/>
                <a:ext cx="128976" cy="22799"/>
              </a:xfrm>
              <a:custGeom>
                <a:avLst/>
                <a:gdLst/>
                <a:ahLst/>
                <a:cxnLst/>
                <a:rect l="l" t="t" r="r" b="b"/>
                <a:pathLst>
                  <a:path w="4537" h="802" extrusionOk="0">
                    <a:moveTo>
                      <a:pt x="4537" y="1"/>
                    </a:moveTo>
                    <a:lnTo>
                      <a:pt x="0" y="601"/>
                    </a:lnTo>
                    <a:lnTo>
                      <a:pt x="1401" y="802"/>
                    </a:lnTo>
                    <a:lnTo>
                      <a:pt x="453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Google Shape;1272;p50"/>
              <p:cNvSpPr/>
              <p:nvPr/>
            </p:nvSpPr>
            <p:spPr>
              <a:xfrm>
                <a:off x="3919425" y="2174636"/>
                <a:ext cx="69249" cy="135286"/>
              </a:xfrm>
              <a:custGeom>
                <a:avLst/>
                <a:gdLst/>
                <a:ahLst/>
                <a:cxnLst/>
                <a:rect l="l" t="t" r="r" b="b"/>
                <a:pathLst>
                  <a:path w="2436" h="4759" extrusionOk="0">
                    <a:moveTo>
                      <a:pt x="1270" y="0"/>
                    </a:moveTo>
                    <a:cubicBezTo>
                      <a:pt x="1225" y="0"/>
                      <a:pt x="1180" y="4"/>
                      <a:pt x="1135" y="12"/>
                    </a:cubicBezTo>
                    <a:lnTo>
                      <a:pt x="701" y="78"/>
                    </a:lnTo>
                    <a:cubicBezTo>
                      <a:pt x="301" y="112"/>
                      <a:pt x="0" y="445"/>
                      <a:pt x="34" y="879"/>
                    </a:cubicBezTo>
                    <a:lnTo>
                      <a:pt x="501" y="4148"/>
                    </a:lnTo>
                    <a:cubicBezTo>
                      <a:pt x="561" y="4507"/>
                      <a:pt x="862" y="4759"/>
                      <a:pt x="1212" y="4759"/>
                    </a:cubicBezTo>
                    <a:cubicBezTo>
                      <a:pt x="1252" y="4759"/>
                      <a:pt x="1293" y="4755"/>
                      <a:pt x="1335" y="4748"/>
                    </a:cubicBezTo>
                    <a:lnTo>
                      <a:pt x="1768" y="4682"/>
                    </a:lnTo>
                    <a:cubicBezTo>
                      <a:pt x="2169" y="4648"/>
                      <a:pt x="2435" y="4315"/>
                      <a:pt x="2435" y="3915"/>
                    </a:cubicBezTo>
                    <a:lnTo>
                      <a:pt x="1968" y="579"/>
                    </a:lnTo>
                    <a:cubicBezTo>
                      <a:pt x="1909" y="224"/>
                      <a:pt x="1615" y="0"/>
                      <a:pt x="127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Google Shape;1273;p50"/>
              <p:cNvSpPr/>
              <p:nvPr/>
            </p:nvSpPr>
            <p:spPr>
              <a:xfrm>
                <a:off x="3930796" y="2161304"/>
                <a:ext cx="29422" cy="27063"/>
              </a:xfrm>
              <a:custGeom>
                <a:avLst/>
                <a:gdLst/>
                <a:ahLst/>
                <a:cxnLst/>
                <a:rect l="l" t="t" r="r" b="b"/>
                <a:pathLst>
                  <a:path w="1035" h="952" extrusionOk="0">
                    <a:moveTo>
                      <a:pt x="539" y="1"/>
                    </a:moveTo>
                    <a:cubicBezTo>
                      <a:pt x="505" y="1"/>
                      <a:pt x="469" y="5"/>
                      <a:pt x="434" y="14"/>
                    </a:cubicBezTo>
                    <a:cubicBezTo>
                      <a:pt x="167" y="47"/>
                      <a:pt x="1" y="281"/>
                      <a:pt x="1" y="547"/>
                    </a:cubicBezTo>
                    <a:cubicBezTo>
                      <a:pt x="62" y="792"/>
                      <a:pt x="262" y="952"/>
                      <a:pt x="500" y="952"/>
                    </a:cubicBezTo>
                    <a:cubicBezTo>
                      <a:pt x="523" y="952"/>
                      <a:pt x="545" y="951"/>
                      <a:pt x="568" y="948"/>
                    </a:cubicBezTo>
                    <a:cubicBezTo>
                      <a:pt x="835" y="914"/>
                      <a:pt x="1035" y="681"/>
                      <a:pt x="1001" y="414"/>
                    </a:cubicBezTo>
                    <a:cubicBezTo>
                      <a:pt x="972" y="182"/>
                      <a:pt x="767" y="1"/>
                      <a:pt x="53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Google Shape;1274;p50"/>
              <p:cNvSpPr/>
              <p:nvPr/>
            </p:nvSpPr>
            <p:spPr>
              <a:xfrm>
                <a:off x="3791416" y="2144617"/>
                <a:ext cx="149841" cy="25613"/>
              </a:xfrm>
              <a:custGeom>
                <a:avLst/>
                <a:gdLst/>
                <a:ahLst/>
                <a:cxnLst/>
                <a:rect l="l" t="t" r="r" b="b"/>
                <a:pathLst>
                  <a:path w="5271" h="901" extrusionOk="0">
                    <a:moveTo>
                      <a:pt x="3636" y="0"/>
                    </a:moveTo>
                    <a:lnTo>
                      <a:pt x="0" y="901"/>
                    </a:lnTo>
                    <a:lnTo>
                      <a:pt x="5271" y="167"/>
                    </a:lnTo>
                    <a:lnTo>
                      <a:pt x="363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Google Shape;1275;p50"/>
              <p:cNvSpPr/>
              <p:nvPr/>
            </p:nvSpPr>
            <p:spPr>
              <a:xfrm>
                <a:off x="3941229" y="2127532"/>
                <a:ext cx="157431" cy="26580"/>
              </a:xfrm>
              <a:custGeom>
                <a:avLst/>
                <a:gdLst/>
                <a:ahLst/>
                <a:cxnLst/>
                <a:rect l="l" t="t" r="r" b="b"/>
                <a:pathLst>
                  <a:path w="5538" h="935" extrusionOk="0">
                    <a:moveTo>
                      <a:pt x="5538" y="1"/>
                    </a:moveTo>
                    <a:lnTo>
                      <a:pt x="1" y="768"/>
                    </a:lnTo>
                    <a:lnTo>
                      <a:pt x="1702" y="935"/>
                    </a:lnTo>
                    <a:lnTo>
                      <a:pt x="553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Google Shape;1276;p50"/>
              <p:cNvSpPr/>
              <p:nvPr/>
            </p:nvSpPr>
            <p:spPr>
              <a:xfrm>
                <a:off x="3427288" y="2106694"/>
                <a:ext cx="367027" cy="169485"/>
              </a:xfrm>
              <a:custGeom>
                <a:avLst/>
                <a:gdLst/>
                <a:ahLst/>
                <a:cxnLst/>
                <a:rect l="l" t="t" r="r" b="b"/>
                <a:pathLst>
                  <a:path w="12911" h="5962" extrusionOk="0">
                    <a:moveTo>
                      <a:pt x="11221" y="0"/>
                    </a:moveTo>
                    <a:cubicBezTo>
                      <a:pt x="11119" y="0"/>
                      <a:pt x="11014" y="11"/>
                      <a:pt x="10908" y="33"/>
                    </a:cubicBezTo>
                    <a:lnTo>
                      <a:pt x="1568" y="1534"/>
                    </a:lnTo>
                    <a:cubicBezTo>
                      <a:pt x="534" y="1701"/>
                      <a:pt x="0" y="2869"/>
                      <a:pt x="600" y="3736"/>
                    </a:cubicBezTo>
                    <a:lnTo>
                      <a:pt x="1334" y="4837"/>
                    </a:lnTo>
                    <a:cubicBezTo>
                      <a:pt x="1833" y="5541"/>
                      <a:pt x="2668" y="5962"/>
                      <a:pt x="3520" y="5962"/>
                    </a:cubicBezTo>
                    <a:cubicBezTo>
                      <a:pt x="3636" y="5962"/>
                      <a:pt x="3753" y="5954"/>
                      <a:pt x="3869" y="5938"/>
                    </a:cubicBezTo>
                    <a:lnTo>
                      <a:pt x="9907" y="5104"/>
                    </a:lnTo>
                    <a:cubicBezTo>
                      <a:pt x="10941" y="4937"/>
                      <a:pt x="11808" y="4236"/>
                      <a:pt x="12175" y="3236"/>
                    </a:cubicBezTo>
                    <a:lnTo>
                      <a:pt x="12609" y="1901"/>
                    </a:lnTo>
                    <a:cubicBezTo>
                      <a:pt x="12910" y="937"/>
                      <a:pt x="12177" y="0"/>
                      <a:pt x="112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Google Shape;1277;p50"/>
              <p:cNvSpPr/>
              <p:nvPr/>
            </p:nvSpPr>
            <p:spPr>
              <a:xfrm>
                <a:off x="3652434" y="2208891"/>
                <a:ext cx="77351" cy="151945"/>
              </a:xfrm>
              <a:custGeom>
                <a:avLst/>
                <a:gdLst/>
                <a:ahLst/>
                <a:cxnLst/>
                <a:rect l="l" t="t" r="r" b="b"/>
                <a:pathLst>
                  <a:path w="2721" h="5345" extrusionOk="0">
                    <a:moveTo>
                      <a:pt x="451" y="1"/>
                    </a:moveTo>
                    <a:cubicBezTo>
                      <a:pt x="224" y="1"/>
                      <a:pt x="1" y="290"/>
                      <a:pt x="219" y="508"/>
                    </a:cubicBezTo>
                    <a:lnTo>
                      <a:pt x="2121" y="2776"/>
                    </a:lnTo>
                    <a:lnTo>
                      <a:pt x="1954" y="5045"/>
                    </a:lnTo>
                    <a:cubicBezTo>
                      <a:pt x="1920" y="5211"/>
                      <a:pt x="2054" y="5345"/>
                      <a:pt x="2221" y="5345"/>
                    </a:cubicBezTo>
                    <a:lnTo>
                      <a:pt x="2287" y="5345"/>
                    </a:lnTo>
                    <a:cubicBezTo>
                      <a:pt x="2421" y="5345"/>
                      <a:pt x="2521" y="5211"/>
                      <a:pt x="2554" y="5078"/>
                    </a:cubicBezTo>
                    <a:lnTo>
                      <a:pt x="2721" y="2710"/>
                    </a:lnTo>
                    <a:cubicBezTo>
                      <a:pt x="2721" y="2643"/>
                      <a:pt x="2721" y="2543"/>
                      <a:pt x="2654" y="2509"/>
                    </a:cubicBezTo>
                    <a:lnTo>
                      <a:pt x="686" y="141"/>
                    </a:lnTo>
                    <a:cubicBezTo>
                      <a:pt x="623" y="41"/>
                      <a:pt x="537" y="1"/>
                      <a:pt x="45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Google Shape;1278;p50"/>
              <p:cNvSpPr/>
              <p:nvPr/>
            </p:nvSpPr>
            <p:spPr>
              <a:xfrm>
                <a:off x="3533493" y="2226374"/>
                <a:ext cx="53131" cy="159137"/>
              </a:xfrm>
              <a:custGeom>
                <a:avLst/>
                <a:gdLst/>
                <a:ahLst/>
                <a:cxnLst/>
                <a:rect l="l" t="t" r="r" b="b"/>
                <a:pathLst>
                  <a:path w="1869" h="5598" extrusionOk="0">
                    <a:moveTo>
                      <a:pt x="1502" y="0"/>
                    </a:moveTo>
                    <a:cubicBezTo>
                      <a:pt x="1386" y="0"/>
                      <a:pt x="1283" y="62"/>
                      <a:pt x="1234" y="160"/>
                    </a:cubicBezTo>
                    <a:lnTo>
                      <a:pt x="33" y="2962"/>
                    </a:lnTo>
                    <a:cubicBezTo>
                      <a:pt x="0" y="3029"/>
                      <a:pt x="0" y="3095"/>
                      <a:pt x="33" y="3162"/>
                    </a:cubicBezTo>
                    <a:lnTo>
                      <a:pt x="734" y="5397"/>
                    </a:lnTo>
                    <a:cubicBezTo>
                      <a:pt x="801" y="5530"/>
                      <a:pt x="901" y="5597"/>
                      <a:pt x="1034" y="5597"/>
                    </a:cubicBezTo>
                    <a:lnTo>
                      <a:pt x="1101" y="5597"/>
                    </a:lnTo>
                    <a:cubicBezTo>
                      <a:pt x="1268" y="5564"/>
                      <a:pt x="1368" y="5397"/>
                      <a:pt x="1301" y="5230"/>
                    </a:cubicBezTo>
                    <a:lnTo>
                      <a:pt x="634" y="3095"/>
                    </a:lnTo>
                    <a:lnTo>
                      <a:pt x="1801" y="427"/>
                    </a:lnTo>
                    <a:cubicBezTo>
                      <a:pt x="1868" y="260"/>
                      <a:pt x="1801" y="93"/>
                      <a:pt x="1635" y="26"/>
                    </a:cubicBezTo>
                    <a:cubicBezTo>
                      <a:pt x="1590" y="9"/>
                      <a:pt x="1545" y="0"/>
                      <a:pt x="15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Google Shape;1279;p50"/>
              <p:cNvSpPr/>
              <p:nvPr/>
            </p:nvSpPr>
            <p:spPr>
              <a:xfrm>
                <a:off x="3515470" y="2085431"/>
                <a:ext cx="189668" cy="118372"/>
              </a:xfrm>
              <a:custGeom>
                <a:avLst/>
                <a:gdLst/>
                <a:ahLst/>
                <a:cxnLst/>
                <a:rect l="l" t="t" r="r" b="b"/>
                <a:pathLst>
                  <a:path w="6672" h="4164" extrusionOk="0">
                    <a:moveTo>
                      <a:pt x="3644" y="1"/>
                    </a:moveTo>
                    <a:cubicBezTo>
                      <a:pt x="3446" y="1"/>
                      <a:pt x="3242" y="16"/>
                      <a:pt x="3036" y="48"/>
                    </a:cubicBezTo>
                    <a:cubicBezTo>
                      <a:pt x="1268" y="314"/>
                      <a:pt x="0" y="1615"/>
                      <a:pt x="167" y="2950"/>
                    </a:cubicBezTo>
                    <a:cubicBezTo>
                      <a:pt x="303" y="3882"/>
                      <a:pt x="1045" y="4163"/>
                      <a:pt x="2052" y="4163"/>
                    </a:cubicBezTo>
                    <a:cubicBezTo>
                      <a:pt x="2522" y="4163"/>
                      <a:pt x="3051" y="4102"/>
                      <a:pt x="3603" y="4017"/>
                    </a:cubicBezTo>
                    <a:cubicBezTo>
                      <a:pt x="5337" y="3750"/>
                      <a:pt x="6672" y="3317"/>
                      <a:pt x="6472" y="1982"/>
                    </a:cubicBezTo>
                    <a:cubicBezTo>
                      <a:pt x="6325" y="836"/>
                      <a:pt x="5116" y="1"/>
                      <a:pt x="36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Google Shape;1280;p50"/>
              <p:cNvSpPr/>
              <p:nvPr/>
            </p:nvSpPr>
            <p:spPr>
              <a:xfrm>
                <a:off x="3595124" y="2140722"/>
                <a:ext cx="34170" cy="31782"/>
              </a:xfrm>
              <a:custGeom>
                <a:avLst/>
                <a:gdLst/>
                <a:ahLst/>
                <a:cxnLst/>
                <a:rect l="l" t="t" r="r" b="b"/>
                <a:pathLst>
                  <a:path w="1202" h="1118" extrusionOk="0">
                    <a:moveTo>
                      <a:pt x="600" y="0"/>
                    </a:moveTo>
                    <a:cubicBezTo>
                      <a:pt x="578" y="0"/>
                      <a:pt x="556" y="1"/>
                      <a:pt x="534" y="4"/>
                    </a:cubicBezTo>
                    <a:cubicBezTo>
                      <a:pt x="234" y="71"/>
                      <a:pt x="0" y="337"/>
                      <a:pt x="34" y="638"/>
                    </a:cubicBezTo>
                    <a:cubicBezTo>
                      <a:pt x="92" y="928"/>
                      <a:pt x="302" y="1117"/>
                      <a:pt x="575" y="1117"/>
                    </a:cubicBezTo>
                    <a:cubicBezTo>
                      <a:pt x="616" y="1117"/>
                      <a:pt x="658" y="1113"/>
                      <a:pt x="701" y="1105"/>
                    </a:cubicBezTo>
                    <a:cubicBezTo>
                      <a:pt x="1001" y="1071"/>
                      <a:pt x="1201" y="771"/>
                      <a:pt x="1168" y="471"/>
                    </a:cubicBezTo>
                    <a:cubicBezTo>
                      <a:pt x="1137" y="193"/>
                      <a:pt x="877" y="0"/>
                      <a:pt x="60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Google Shape;1281;p50"/>
              <p:cNvSpPr/>
              <p:nvPr/>
            </p:nvSpPr>
            <p:spPr>
              <a:xfrm>
                <a:off x="3655817" y="2130972"/>
                <a:ext cx="34141" cy="31782"/>
              </a:xfrm>
              <a:custGeom>
                <a:avLst/>
                <a:gdLst/>
                <a:ahLst/>
                <a:cxnLst/>
                <a:rect l="l" t="t" r="r" b="b"/>
                <a:pathLst>
                  <a:path w="1201" h="1118" extrusionOk="0">
                    <a:moveTo>
                      <a:pt x="651" y="0"/>
                    </a:moveTo>
                    <a:cubicBezTo>
                      <a:pt x="612" y="0"/>
                      <a:pt x="573" y="5"/>
                      <a:pt x="534" y="13"/>
                    </a:cubicBezTo>
                    <a:cubicBezTo>
                      <a:pt x="200" y="47"/>
                      <a:pt x="0" y="347"/>
                      <a:pt x="33" y="647"/>
                    </a:cubicBezTo>
                    <a:cubicBezTo>
                      <a:pt x="95" y="925"/>
                      <a:pt x="329" y="1118"/>
                      <a:pt x="629" y="1118"/>
                    </a:cubicBezTo>
                    <a:cubicBezTo>
                      <a:pt x="652" y="1118"/>
                      <a:pt x="676" y="1117"/>
                      <a:pt x="701" y="1114"/>
                    </a:cubicBezTo>
                    <a:cubicBezTo>
                      <a:pt x="1001" y="1047"/>
                      <a:pt x="1201" y="781"/>
                      <a:pt x="1168" y="447"/>
                    </a:cubicBezTo>
                    <a:cubicBezTo>
                      <a:pt x="1139" y="186"/>
                      <a:pt x="908" y="0"/>
                      <a:pt x="65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Google Shape;1282;p50"/>
              <p:cNvSpPr/>
              <p:nvPr/>
            </p:nvSpPr>
            <p:spPr>
              <a:xfrm>
                <a:off x="3534431" y="2150871"/>
                <a:ext cx="34170" cy="31810"/>
              </a:xfrm>
              <a:custGeom>
                <a:avLst/>
                <a:gdLst/>
                <a:ahLst/>
                <a:cxnLst/>
                <a:rect l="l" t="t" r="r" b="b"/>
                <a:pathLst>
                  <a:path w="1202" h="1119" extrusionOk="0">
                    <a:moveTo>
                      <a:pt x="651" y="1"/>
                    </a:moveTo>
                    <a:cubicBezTo>
                      <a:pt x="612" y="1"/>
                      <a:pt x="573" y="5"/>
                      <a:pt x="534" y="14"/>
                    </a:cubicBezTo>
                    <a:cubicBezTo>
                      <a:pt x="234" y="47"/>
                      <a:pt x="0" y="347"/>
                      <a:pt x="34" y="648"/>
                    </a:cubicBezTo>
                    <a:cubicBezTo>
                      <a:pt x="96" y="926"/>
                      <a:pt x="358" y="1118"/>
                      <a:pt x="635" y="1118"/>
                    </a:cubicBezTo>
                    <a:cubicBezTo>
                      <a:pt x="657" y="1118"/>
                      <a:pt x="679" y="1117"/>
                      <a:pt x="701" y="1115"/>
                    </a:cubicBezTo>
                    <a:cubicBezTo>
                      <a:pt x="1001" y="1048"/>
                      <a:pt x="1201" y="781"/>
                      <a:pt x="1168" y="447"/>
                    </a:cubicBezTo>
                    <a:cubicBezTo>
                      <a:pt x="1139" y="186"/>
                      <a:pt x="908" y="1"/>
                      <a:pt x="6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83" name="Google Shape;1283;p50"/>
          <p:cNvGrpSpPr/>
          <p:nvPr/>
        </p:nvGrpSpPr>
        <p:grpSpPr>
          <a:xfrm flipH="1">
            <a:off x="4472325" y="1781356"/>
            <a:ext cx="1923612" cy="2453686"/>
            <a:chOff x="2153550" y="1781356"/>
            <a:chExt cx="1923612" cy="2453686"/>
          </a:xfrm>
        </p:grpSpPr>
        <p:sp>
          <p:nvSpPr>
            <p:cNvPr id="1284" name="Google Shape;1284;p50"/>
            <p:cNvSpPr/>
            <p:nvPr/>
          </p:nvSpPr>
          <p:spPr>
            <a:xfrm>
              <a:off x="2153550" y="3866716"/>
              <a:ext cx="1923612" cy="262224"/>
            </a:xfrm>
            <a:custGeom>
              <a:avLst/>
              <a:gdLst/>
              <a:ahLst/>
              <a:cxnLst/>
              <a:rect l="l" t="t" r="r" b="b"/>
              <a:pathLst>
                <a:path w="161716" h="9441" extrusionOk="0">
                  <a:moveTo>
                    <a:pt x="80858" y="1"/>
                  </a:moveTo>
                  <a:cubicBezTo>
                    <a:pt x="36193" y="1"/>
                    <a:pt x="0" y="2136"/>
                    <a:pt x="0" y="4738"/>
                  </a:cubicBezTo>
                  <a:cubicBezTo>
                    <a:pt x="0" y="7339"/>
                    <a:pt x="36193" y="9441"/>
                    <a:pt x="80858" y="9441"/>
                  </a:cubicBezTo>
                  <a:cubicBezTo>
                    <a:pt x="125523" y="9441"/>
                    <a:pt x="161716" y="7339"/>
                    <a:pt x="161716" y="4738"/>
                  </a:cubicBezTo>
                  <a:cubicBezTo>
                    <a:pt x="161716" y="2136"/>
                    <a:pt x="125523" y="1"/>
                    <a:pt x="808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85" name="Google Shape;1285;p50"/>
            <p:cNvGrpSpPr/>
            <p:nvPr/>
          </p:nvGrpSpPr>
          <p:grpSpPr>
            <a:xfrm>
              <a:off x="3024421" y="1781356"/>
              <a:ext cx="779529" cy="526269"/>
              <a:chOff x="2573671" y="2159869"/>
              <a:chExt cx="779529" cy="526269"/>
            </a:xfrm>
          </p:grpSpPr>
          <p:sp>
            <p:nvSpPr>
              <p:cNvPr id="1286" name="Google Shape;1286;p50"/>
              <p:cNvSpPr/>
              <p:nvPr/>
            </p:nvSpPr>
            <p:spPr>
              <a:xfrm>
                <a:off x="2573671" y="2159869"/>
                <a:ext cx="779529" cy="526269"/>
              </a:xfrm>
              <a:custGeom>
                <a:avLst/>
                <a:gdLst/>
                <a:ahLst/>
                <a:cxnLst/>
                <a:rect l="l" t="t" r="r" b="b"/>
                <a:pathLst>
                  <a:path w="35526" h="23984" extrusionOk="0">
                    <a:moveTo>
                      <a:pt x="0" y="0"/>
                    </a:moveTo>
                    <a:lnTo>
                      <a:pt x="0" y="23984"/>
                    </a:lnTo>
                    <a:lnTo>
                      <a:pt x="35526" y="23984"/>
                    </a:lnTo>
                    <a:lnTo>
                      <a:pt x="355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Google Shape;1287;p50"/>
              <p:cNvSpPr/>
              <p:nvPr/>
            </p:nvSpPr>
            <p:spPr>
              <a:xfrm>
                <a:off x="2588307" y="2200112"/>
                <a:ext cx="748788" cy="468472"/>
              </a:xfrm>
              <a:custGeom>
                <a:avLst/>
                <a:gdLst/>
                <a:ahLst/>
                <a:cxnLst/>
                <a:rect l="l" t="t" r="r" b="b"/>
                <a:pathLst>
                  <a:path w="34125" h="21350" extrusionOk="0">
                    <a:moveTo>
                      <a:pt x="1" y="1"/>
                    </a:moveTo>
                    <a:lnTo>
                      <a:pt x="1" y="21349"/>
                    </a:lnTo>
                    <a:lnTo>
                      <a:pt x="34125" y="21349"/>
                    </a:lnTo>
                    <a:lnTo>
                      <a:pt x="3412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Google Shape;1288;p50"/>
              <p:cNvSpPr/>
              <p:nvPr/>
            </p:nvSpPr>
            <p:spPr>
              <a:xfrm>
                <a:off x="2621967" y="2272588"/>
                <a:ext cx="616321" cy="13912"/>
              </a:xfrm>
              <a:custGeom>
                <a:avLst/>
                <a:gdLst/>
                <a:ahLst/>
                <a:cxnLst/>
                <a:rect l="l" t="t" r="r" b="b"/>
                <a:pathLst>
                  <a:path w="28088" h="634" extrusionOk="0">
                    <a:moveTo>
                      <a:pt x="1" y="0"/>
                    </a:moveTo>
                    <a:lnTo>
                      <a:pt x="1" y="634"/>
                    </a:lnTo>
                    <a:lnTo>
                      <a:pt x="28088" y="634"/>
                    </a:lnTo>
                    <a:lnTo>
                      <a:pt x="2808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Google Shape;1289;p50"/>
              <p:cNvSpPr/>
              <p:nvPr/>
            </p:nvSpPr>
            <p:spPr>
              <a:xfrm>
                <a:off x="2621967" y="2311360"/>
                <a:ext cx="524843" cy="13933"/>
              </a:xfrm>
              <a:custGeom>
                <a:avLst/>
                <a:gdLst/>
                <a:ahLst/>
                <a:cxnLst/>
                <a:rect l="l" t="t" r="r" b="b"/>
                <a:pathLst>
                  <a:path w="23919" h="635" extrusionOk="0">
                    <a:moveTo>
                      <a:pt x="1" y="1"/>
                    </a:moveTo>
                    <a:lnTo>
                      <a:pt x="1" y="635"/>
                    </a:lnTo>
                    <a:lnTo>
                      <a:pt x="23918" y="635"/>
                    </a:lnTo>
                    <a:lnTo>
                      <a:pt x="2391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Google Shape;1290;p50"/>
              <p:cNvSpPr/>
              <p:nvPr/>
            </p:nvSpPr>
            <p:spPr>
              <a:xfrm>
                <a:off x="2621967" y="2350155"/>
                <a:ext cx="616321" cy="13933"/>
              </a:xfrm>
              <a:custGeom>
                <a:avLst/>
                <a:gdLst/>
                <a:ahLst/>
                <a:cxnLst/>
                <a:rect l="l" t="t" r="r" b="b"/>
                <a:pathLst>
                  <a:path w="28088" h="635" extrusionOk="0">
                    <a:moveTo>
                      <a:pt x="1" y="1"/>
                    </a:moveTo>
                    <a:lnTo>
                      <a:pt x="1" y="635"/>
                    </a:lnTo>
                    <a:lnTo>
                      <a:pt x="28088" y="635"/>
                    </a:lnTo>
                    <a:lnTo>
                      <a:pt x="2808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Google Shape;1291;p50"/>
              <p:cNvSpPr/>
              <p:nvPr/>
            </p:nvSpPr>
            <p:spPr>
              <a:xfrm>
                <a:off x="2621967" y="2388949"/>
                <a:ext cx="524843" cy="13933"/>
              </a:xfrm>
              <a:custGeom>
                <a:avLst/>
                <a:gdLst/>
                <a:ahLst/>
                <a:cxnLst/>
                <a:rect l="l" t="t" r="r" b="b"/>
                <a:pathLst>
                  <a:path w="23919" h="635" extrusionOk="0">
                    <a:moveTo>
                      <a:pt x="1" y="1"/>
                    </a:moveTo>
                    <a:lnTo>
                      <a:pt x="1" y="635"/>
                    </a:lnTo>
                    <a:lnTo>
                      <a:pt x="23918" y="635"/>
                    </a:lnTo>
                    <a:lnTo>
                      <a:pt x="2391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Google Shape;1292;p50"/>
              <p:cNvSpPr/>
              <p:nvPr/>
            </p:nvSpPr>
            <p:spPr>
              <a:xfrm>
                <a:off x="2621967" y="2428489"/>
                <a:ext cx="66639" cy="13187"/>
              </a:xfrm>
              <a:custGeom>
                <a:avLst/>
                <a:gdLst/>
                <a:ahLst/>
                <a:cxnLst/>
                <a:rect l="l" t="t" r="r" b="b"/>
                <a:pathLst>
                  <a:path w="3037" h="601" extrusionOk="0">
                    <a:moveTo>
                      <a:pt x="1" y="0"/>
                    </a:moveTo>
                    <a:lnTo>
                      <a:pt x="1" y="601"/>
                    </a:lnTo>
                    <a:lnTo>
                      <a:pt x="3036" y="601"/>
                    </a:lnTo>
                    <a:lnTo>
                      <a:pt x="303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Google Shape;1293;p50"/>
              <p:cNvSpPr/>
              <p:nvPr/>
            </p:nvSpPr>
            <p:spPr>
              <a:xfrm>
                <a:off x="2621967" y="2467284"/>
                <a:ext cx="341842" cy="13187"/>
              </a:xfrm>
              <a:custGeom>
                <a:avLst/>
                <a:gdLst/>
                <a:ahLst/>
                <a:cxnLst/>
                <a:rect l="l" t="t" r="r" b="b"/>
                <a:pathLst>
                  <a:path w="15579" h="601" extrusionOk="0">
                    <a:moveTo>
                      <a:pt x="1" y="0"/>
                    </a:moveTo>
                    <a:lnTo>
                      <a:pt x="1" y="600"/>
                    </a:lnTo>
                    <a:lnTo>
                      <a:pt x="15579" y="600"/>
                    </a:lnTo>
                    <a:lnTo>
                      <a:pt x="1557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Google Shape;1294;p50"/>
              <p:cNvSpPr/>
              <p:nvPr/>
            </p:nvSpPr>
            <p:spPr>
              <a:xfrm>
                <a:off x="2621967" y="2506056"/>
                <a:ext cx="524843" cy="13933"/>
              </a:xfrm>
              <a:custGeom>
                <a:avLst/>
                <a:gdLst/>
                <a:ahLst/>
                <a:cxnLst/>
                <a:rect l="l" t="t" r="r" b="b"/>
                <a:pathLst>
                  <a:path w="23919" h="635" extrusionOk="0">
                    <a:moveTo>
                      <a:pt x="1" y="1"/>
                    </a:moveTo>
                    <a:lnTo>
                      <a:pt x="1" y="635"/>
                    </a:lnTo>
                    <a:lnTo>
                      <a:pt x="23918" y="635"/>
                    </a:lnTo>
                    <a:lnTo>
                      <a:pt x="2391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Google Shape;1295;p50"/>
              <p:cNvSpPr/>
              <p:nvPr/>
            </p:nvSpPr>
            <p:spPr>
              <a:xfrm>
                <a:off x="2621967" y="2544850"/>
                <a:ext cx="66639" cy="13933"/>
              </a:xfrm>
              <a:custGeom>
                <a:avLst/>
                <a:gdLst/>
                <a:ahLst/>
                <a:cxnLst/>
                <a:rect l="l" t="t" r="r" b="b"/>
                <a:pathLst>
                  <a:path w="3037" h="635" extrusionOk="0">
                    <a:moveTo>
                      <a:pt x="1" y="1"/>
                    </a:moveTo>
                    <a:lnTo>
                      <a:pt x="1" y="635"/>
                    </a:lnTo>
                    <a:lnTo>
                      <a:pt x="3036" y="635"/>
                    </a:lnTo>
                    <a:lnTo>
                      <a:pt x="303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Google Shape;1296;p50"/>
              <p:cNvSpPr/>
              <p:nvPr/>
            </p:nvSpPr>
            <p:spPr>
              <a:xfrm>
                <a:off x="2621967" y="2583645"/>
                <a:ext cx="66639" cy="13933"/>
              </a:xfrm>
              <a:custGeom>
                <a:avLst/>
                <a:gdLst/>
                <a:ahLst/>
                <a:cxnLst/>
                <a:rect l="l" t="t" r="r" b="b"/>
                <a:pathLst>
                  <a:path w="3037" h="635" extrusionOk="0">
                    <a:moveTo>
                      <a:pt x="1" y="1"/>
                    </a:moveTo>
                    <a:lnTo>
                      <a:pt x="1" y="635"/>
                    </a:lnTo>
                    <a:lnTo>
                      <a:pt x="3036" y="635"/>
                    </a:lnTo>
                    <a:lnTo>
                      <a:pt x="303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97" name="Google Shape;1297;p50"/>
            <p:cNvGrpSpPr/>
            <p:nvPr/>
          </p:nvGrpSpPr>
          <p:grpSpPr>
            <a:xfrm>
              <a:off x="2363594" y="2487146"/>
              <a:ext cx="1440350" cy="1747896"/>
              <a:chOff x="2363594" y="2856675"/>
              <a:chExt cx="1440350" cy="1747896"/>
            </a:xfrm>
          </p:grpSpPr>
          <p:sp>
            <p:nvSpPr>
              <p:cNvPr id="1298" name="Google Shape;1298;p50"/>
              <p:cNvSpPr/>
              <p:nvPr/>
            </p:nvSpPr>
            <p:spPr>
              <a:xfrm>
                <a:off x="2962339" y="3276062"/>
                <a:ext cx="297913" cy="649257"/>
              </a:xfrm>
              <a:custGeom>
                <a:avLst/>
                <a:gdLst/>
                <a:ahLst/>
                <a:cxnLst/>
                <a:rect l="l" t="t" r="r" b="b"/>
                <a:pathLst>
                  <a:path w="13577" h="29589" extrusionOk="0">
                    <a:moveTo>
                      <a:pt x="6438" y="1"/>
                    </a:moveTo>
                    <a:cubicBezTo>
                      <a:pt x="6438" y="1"/>
                      <a:pt x="0" y="17080"/>
                      <a:pt x="2769" y="23017"/>
                    </a:cubicBezTo>
                    <a:cubicBezTo>
                      <a:pt x="5537" y="28955"/>
                      <a:pt x="9207" y="29589"/>
                      <a:pt x="9207" y="29589"/>
                    </a:cubicBezTo>
                    <a:lnTo>
                      <a:pt x="13576" y="24485"/>
                    </a:lnTo>
                    <a:cubicBezTo>
                      <a:pt x="13576" y="24485"/>
                      <a:pt x="10441" y="22617"/>
                      <a:pt x="9707" y="20315"/>
                    </a:cubicBezTo>
                    <a:cubicBezTo>
                      <a:pt x="8973" y="18014"/>
                      <a:pt x="10341" y="3103"/>
                      <a:pt x="643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Google Shape;1299;p50"/>
              <p:cNvSpPr/>
              <p:nvPr/>
            </p:nvSpPr>
            <p:spPr>
              <a:xfrm>
                <a:off x="2484387" y="3929488"/>
                <a:ext cx="1294805" cy="506389"/>
              </a:xfrm>
              <a:custGeom>
                <a:avLst/>
                <a:gdLst/>
                <a:ahLst/>
                <a:cxnLst/>
                <a:rect l="l" t="t" r="r" b="b"/>
                <a:pathLst>
                  <a:path w="59009" h="23078" extrusionOk="0">
                    <a:moveTo>
                      <a:pt x="43568" y="1"/>
                    </a:moveTo>
                    <a:cubicBezTo>
                      <a:pt x="34628" y="1"/>
                      <a:pt x="24084" y="2945"/>
                      <a:pt x="24084" y="2945"/>
                    </a:cubicBezTo>
                    <a:lnTo>
                      <a:pt x="4036" y="4346"/>
                    </a:lnTo>
                    <a:cubicBezTo>
                      <a:pt x="1" y="13458"/>
                      <a:pt x="5363" y="23078"/>
                      <a:pt x="18635" y="23078"/>
                    </a:cubicBezTo>
                    <a:cubicBezTo>
                      <a:pt x="18968" y="23078"/>
                      <a:pt x="19305" y="23072"/>
                      <a:pt x="19647" y="23060"/>
                    </a:cubicBezTo>
                    <a:cubicBezTo>
                      <a:pt x="33691" y="22559"/>
                      <a:pt x="59009" y="14754"/>
                      <a:pt x="55506" y="4947"/>
                    </a:cubicBezTo>
                    <a:cubicBezTo>
                      <a:pt x="54168" y="1163"/>
                      <a:pt x="49184" y="1"/>
                      <a:pt x="4356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Google Shape;1300;p50"/>
              <p:cNvSpPr/>
              <p:nvPr/>
            </p:nvSpPr>
            <p:spPr>
              <a:xfrm>
                <a:off x="2484387" y="3929488"/>
                <a:ext cx="1294805" cy="506389"/>
              </a:xfrm>
              <a:custGeom>
                <a:avLst/>
                <a:gdLst/>
                <a:ahLst/>
                <a:cxnLst/>
                <a:rect l="l" t="t" r="r" b="b"/>
                <a:pathLst>
                  <a:path w="59009" h="23078" extrusionOk="0">
                    <a:moveTo>
                      <a:pt x="43568" y="1"/>
                    </a:moveTo>
                    <a:cubicBezTo>
                      <a:pt x="34628" y="1"/>
                      <a:pt x="24084" y="2945"/>
                      <a:pt x="24084" y="2945"/>
                    </a:cubicBezTo>
                    <a:lnTo>
                      <a:pt x="4036" y="4346"/>
                    </a:lnTo>
                    <a:cubicBezTo>
                      <a:pt x="1" y="13458"/>
                      <a:pt x="5363" y="23078"/>
                      <a:pt x="18635" y="23078"/>
                    </a:cubicBezTo>
                    <a:cubicBezTo>
                      <a:pt x="18968" y="23078"/>
                      <a:pt x="19305" y="23072"/>
                      <a:pt x="19647" y="23060"/>
                    </a:cubicBezTo>
                    <a:cubicBezTo>
                      <a:pt x="33691" y="22559"/>
                      <a:pt x="59009" y="14754"/>
                      <a:pt x="55506" y="4947"/>
                    </a:cubicBezTo>
                    <a:cubicBezTo>
                      <a:pt x="54168" y="1163"/>
                      <a:pt x="49184" y="1"/>
                      <a:pt x="435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Google Shape;1301;p50"/>
              <p:cNvSpPr/>
              <p:nvPr/>
            </p:nvSpPr>
            <p:spPr>
              <a:xfrm>
                <a:off x="2976974" y="4243683"/>
                <a:ext cx="215936" cy="177164"/>
              </a:xfrm>
              <a:custGeom>
                <a:avLst/>
                <a:gdLst/>
                <a:ahLst/>
                <a:cxnLst/>
                <a:rect l="l" t="t" r="r" b="b"/>
                <a:pathLst>
                  <a:path w="9841" h="8074" extrusionOk="0">
                    <a:moveTo>
                      <a:pt x="7305" y="1"/>
                    </a:moveTo>
                    <a:lnTo>
                      <a:pt x="2369" y="3637"/>
                    </a:lnTo>
                    <a:lnTo>
                      <a:pt x="0" y="5371"/>
                    </a:lnTo>
                    <a:lnTo>
                      <a:pt x="1568" y="8073"/>
                    </a:lnTo>
                    <a:lnTo>
                      <a:pt x="3970" y="6772"/>
                    </a:lnTo>
                    <a:lnTo>
                      <a:pt x="9841" y="3537"/>
                    </a:lnTo>
                    <a:lnTo>
                      <a:pt x="7305" y="1"/>
                    </a:lnTo>
                    <a:close/>
                  </a:path>
                </a:pathLst>
              </a:custGeom>
              <a:solidFill>
                <a:srgbClr val="EBB37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Google Shape;1302;p50"/>
              <p:cNvSpPr/>
              <p:nvPr/>
            </p:nvSpPr>
            <p:spPr>
              <a:xfrm>
                <a:off x="2875951" y="4342358"/>
                <a:ext cx="153729" cy="262213"/>
              </a:xfrm>
              <a:custGeom>
                <a:avLst/>
                <a:gdLst/>
                <a:ahLst/>
                <a:cxnLst/>
                <a:rect l="l" t="t" r="r" b="b"/>
                <a:pathLst>
                  <a:path w="7006" h="11950" extrusionOk="0">
                    <a:moveTo>
                      <a:pt x="5101" y="1"/>
                    </a:moveTo>
                    <a:cubicBezTo>
                      <a:pt x="5048" y="1"/>
                      <a:pt x="4993" y="13"/>
                      <a:pt x="4938" y="41"/>
                    </a:cubicBezTo>
                    <a:lnTo>
                      <a:pt x="3337" y="841"/>
                    </a:lnTo>
                    <a:cubicBezTo>
                      <a:pt x="3337" y="841"/>
                      <a:pt x="1102" y="1742"/>
                      <a:pt x="835" y="2476"/>
                    </a:cubicBezTo>
                    <a:cubicBezTo>
                      <a:pt x="1" y="4577"/>
                      <a:pt x="3136" y="11949"/>
                      <a:pt x="4104" y="11949"/>
                    </a:cubicBezTo>
                    <a:cubicBezTo>
                      <a:pt x="4437" y="11949"/>
                      <a:pt x="4671" y="11415"/>
                      <a:pt x="4704" y="11048"/>
                    </a:cubicBezTo>
                    <a:cubicBezTo>
                      <a:pt x="4871" y="9948"/>
                      <a:pt x="4904" y="7146"/>
                      <a:pt x="5038" y="6212"/>
                    </a:cubicBezTo>
                    <a:cubicBezTo>
                      <a:pt x="5205" y="5111"/>
                      <a:pt x="6305" y="4277"/>
                      <a:pt x="6806" y="3943"/>
                    </a:cubicBezTo>
                    <a:cubicBezTo>
                      <a:pt x="6939" y="3843"/>
                      <a:pt x="7006" y="3643"/>
                      <a:pt x="6906" y="3510"/>
                    </a:cubicBezTo>
                    <a:lnTo>
                      <a:pt x="5438" y="207"/>
                    </a:lnTo>
                    <a:cubicBezTo>
                      <a:pt x="5366" y="86"/>
                      <a:pt x="5240" y="1"/>
                      <a:pt x="510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Google Shape;1303;p50"/>
              <p:cNvSpPr/>
              <p:nvPr/>
            </p:nvSpPr>
            <p:spPr>
              <a:xfrm>
                <a:off x="3361978" y="4286887"/>
                <a:ext cx="215212" cy="126630"/>
              </a:xfrm>
              <a:custGeom>
                <a:avLst/>
                <a:gdLst/>
                <a:ahLst/>
                <a:cxnLst/>
                <a:rect l="l" t="t" r="r" b="b"/>
                <a:pathLst>
                  <a:path w="9808" h="5771" extrusionOk="0">
                    <a:moveTo>
                      <a:pt x="767" y="0"/>
                    </a:moveTo>
                    <a:lnTo>
                      <a:pt x="0" y="4270"/>
                    </a:lnTo>
                    <a:lnTo>
                      <a:pt x="6038" y="5271"/>
                    </a:lnTo>
                    <a:lnTo>
                      <a:pt x="8940" y="5771"/>
                    </a:lnTo>
                    <a:lnTo>
                      <a:pt x="9807" y="2769"/>
                    </a:lnTo>
                    <a:lnTo>
                      <a:pt x="7172" y="1968"/>
                    </a:lnTo>
                    <a:lnTo>
                      <a:pt x="767" y="0"/>
                    </a:lnTo>
                    <a:close/>
                  </a:path>
                </a:pathLst>
              </a:custGeom>
              <a:solidFill>
                <a:srgbClr val="EBB37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Google Shape;1304;p50"/>
              <p:cNvSpPr/>
              <p:nvPr/>
            </p:nvSpPr>
            <p:spPr>
              <a:xfrm>
                <a:off x="3533963" y="4249102"/>
                <a:ext cx="220347" cy="200818"/>
              </a:xfrm>
              <a:custGeom>
                <a:avLst/>
                <a:gdLst/>
                <a:ahLst/>
                <a:cxnLst/>
                <a:rect l="l" t="t" r="r" b="b"/>
                <a:pathLst>
                  <a:path w="10042" h="9152" extrusionOk="0">
                    <a:moveTo>
                      <a:pt x="9066" y="1"/>
                    </a:moveTo>
                    <a:cubicBezTo>
                      <a:pt x="8807" y="1"/>
                      <a:pt x="8488" y="152"/>
                      <a:pt x="8307" y="288"/>
                    </a:cubicBezTo>
                    <a:cubicBezTo>
                      <a:pt x="7406" y="955"/>
                      <a:pt x="5371" y="2923"/>
                      <a:pt x="4604" y="3457"/>
                    </a:cubicBezTo>
                    <a:cubicBezTo>
                      <a:pt x="4123" y="3795"/>
                      <a:pt x="3519" y="3896"/>
                      <a:pt x="2968" y="3896"/>
                    </a:cubicBezTo>
                    <a:cubicBezTo>
                      <a:pt x="2488" y="3896"/>
                      <a:pt x="2049" y="3819"/>
                      <a:pt x="1769" y="3757"/>
                    </a:cubicBezTo>
                    <a:cubicBezTo>
                      <a:pt x="1747" y="3753"/>
                      <a:pt x="1726" y="3750"/>
                      <a:pt x="1704" y="3750"/>
                    </a:cubicBezTo>
                    <a:cubicBezTo>
                      <a:pt x="1561" y="3750"/>
                      <a:pt x="1427" y="3845"/>
                      <a:pt x="1369" y="3990"/>
                    </a:cubicBezTo>
                    <a:lnTo>
                      <a:pt x="68" y="7359"/>
                    </a:lnTo>
                    <a:cubicBezTo>
                      <a:pt x="1" y="7560"/>
                      <a:pt x="68" y="7760"/>
                      <a:pt x="268" y="7826"/>
                    </a:cubicBezTo>
                    <a:lnTo>
                      <a:pt x="1969" y="8427"/>
                    </a:lnTo>
                    <a:cubicBezTo>
                      <a:pt x="1969" y="8427"/>
                      <a:pt x="3619" y="9152"/>
                      <a:pt x="4517" y="9152"/>
                    </a:cubicBezTo>
                    <a:cubicBezTo>
                      <a:pt x="4656" y="9152"/>
                      <a:pt x="4777" y="9134"/>
                      <a:pt x="4871" y="9094"/>
                    </a:cubicBezTo>
                    <a:cubicBezTo>
                      <a:pt x="6973" y="8160"/>
                      <a:pt x="10041" y="821"/>
                      <a:pt x="9374" y="121"/>
                    </a:cubicBezTo>
                    <a:cubicBezTo>
                      <a:pt x="9299" y="35"/>
                      <a:pt x="9189" y="1"/>
                      <a:pt x="906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Google Shape;1305;p50"/>
              <p:cNvSpPr/>
              <p:nvPr/>
            </p:nvSpPr>
            <p:spPr>
              <a:xfrm>
                <a:off x="2555371" y="3999792"/>
                <a:ext cx="941289" cy="425443"/>
              </a:xfrm>
              <a:custGeom>
                <a:avLst/>
                <a:gdLst/>
                <a:ahLst/>
                <a:cxnLst/>
                <a:rect l="l" t="t" r="r" b="b"/>
                <a:pathLst>
                  <a:path w="42898" h="19389" extrusionOk="0">
                    <a:moveTo>
                      <a:pt x="9589" y="0"/>
                    </a:moveTo>
                    <a:cubicBezTo>
                      <a:pt x="9470" y="0"/>
                      <a:pt x="9354" y="3"/>
                      <a:pt x="9240" y="8"/>
                    </a:cubicBezTo>
                    <a:cubicBezTo>
                      <a:pt x="734" y="408"/>
                      <a:pt x="0" y="8848"/>
                      <a:pt x="3503" y="13551"/>
                    </a:cubicBezTo>
                    <a:cubicBezTo>
                      <a:pt x="7005" y="18221"/>
                      <a:pt x="13510" y="19389"/>
                      <a:pt x="13510" y="19389"/>
                    </a:cubicBezTo>
                    <a:cubicBezTo>
                      <a:pt x="13510" y="19389"/>
                      <a:pt x="9107" y="13117"/>
                      <a:pt x="9741" y="11383"/>
                    </a:cubicBezTo>
                    <a:cubicBezTo>
                      <a:pt x="9822" y="11160"/>
                      <a:pt x="9934" y="11062"/>
                      <a:pt x="10066" y="11062"/>
                    </a:cubicBezTo>
                    <a:cubicBezTo>
                      <a:pt x="10961" y="11062"/>
                      <a:pt x="12810" y="15519"/>
                      <a:pt x="12810" y="15519"/>
                    </a:cubicBezTo>
                    <a:cubicBezTo>
                      <a:pt x="12810" y="15519"/>
                      <a:pt x="28387" y="17587"/>
                      <a:pt x="41964" y="18721"/>
                    </a:cubicBezTo>
                    <a:lnTo>
                      <a:pt x="42898" y="14452"/>
                    </a:lnTo>
                    <a:cubicBezTo>
                      <a:pt x="42898" y="14452"/>
                      <a:pt x="18411" y="0"/>
                      <a:pt x="95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Google Shape;1306;p50"/>
              <p:cNvSpPr/>
              <p:nvPr/>
            </p:nvSpPr>
            <p:spPr>
              <a:xfrm>
                <a:off x="2501941" y="3217695"/>
                <a:ext cx="601663" cy="930867"/>
              </a:xfrm>
              <a:custGeom>
                <a:avLst/>
                <a:gdLst/>
                <a:ahLst/>
                <a:cxnLst/>
                <a:rect l="l" t="t" r="r" b="b"/>
                <a:pathLst>
                  <a:path w="27420" h="42423" extrusionOk="0">
                    <a:moveTo>
                      <a:pt x="14745" y="0"/>
                    </a:moveTo>
                    <a:cubicBezTo>
                      <a:pt x="11593" y="0"/>
                      <a:pt x="8284" y="360"/>
                      <a:pt x="5304" y="1226"/>
                    </a:cubicBezTo>
                    <a:cubicBezTo>
                      <a:pt x="5304" y="1226"/>
                      <a:pt x="0" y="20941"/>
                      <a:pt x="634" y="42423"/>
                    </a:cubicBezTo>
                    <a:lnTo>
                      <a:pt x="26586" y="37986"/>
                    </a:lnTo>
                    <a:cubicBezTo>
                      <a:pt x="22016" y="29246"/>
                      <a:pt x="23484" y="15904"/>
                      <a:pt x="27420" y="2661"/>
                    </a:cubicBezTo>
                    <a:cubicBezTo>
                      <a:pt x="25637" y="1178"/>
                      <a:pt x="20449" y="0"/>
                      <a:pt x="1474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Google Shape;1307;p50"/>
              <p:cNvSpPr/>
              <p:nvPr/>
            </p:nvSpPr>
            <p:spPr>
              <a:xfrm>
                <a:off x="2740544" y="3090890"/>
                <a:ext cx="213018" cy="232042"/>
              </a:xfrm>
              <a:custGeom>
                <a:avLst/>
                <a:gdLst/>
                <a:ahLst/>
                <a:cxnLst/>
                <a:rect l="l" t="t" r="r" b="b"/>
                <a:pathLst>
                  <a:path w="9708" h="10575" extrusionOk="0">
                    <a:moveTo>
                      <a:pt x="4804" y="0"/>
                    </a:moveTo>
                    <a:cubicBezTo>
                      <a:pt x="4804" y="0"/>
                      <a:pt x="4804" y="5071"/>
                      <a:pt x="1" y="6739"/>
                    </a:cubicBezTo>
                    <a:cubicBezTo>
                      <a:pt x="1" y="6739"/>
                      <a:pt x="2403" y="10575"/>
                      <a:pt x="6038" y="10575"/>
                    </a:cubicBezTo>
                    <a:cubicBezTo>
                      <a:pt x="9708" y="10575"/>
                      <a:pt x="9307" y="8206"/>
                      <a:pt x="9307" y="8206"/>
                    </a:cubicBezTo>
                    <a:cubicBezTo>
                      <a:pt x="9141" y="8106"/>
                      <a:pt x="8974" y="8006"/>
                      <a:pt x="8840" y="7873"/>
                    </a:cubicBezTo>
                    <a:cubicBezTo>
                      <a:pt x="8140" y="7272"/>
                      <a:pt x="7106" y="5938"/>
                      <a:pt x="9307" y="4404"/>
                    </a:cubicBezTo>
                    <a:lnTo>
                      <a:pt x="6672" y="1802"/>
                    </a:lnTo>
                    <a:lnTo>
                      <a:pt x="4804" y="0"/>
                    </a:lnTo>
                    <a:close/>
                  </a:path>
                </a:pathLst>
              </a:custGeom>
              <a:solidFill>
                <a:srgbClr val="EBB37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Google Shape;1308;p50"/>
              <p:cNvSpPr/>
              <p:nvPr/>
            </p:nvSpPr>
            <p:spPr>
              <a:xfrm>
                <a:off x="2836213" y="3127490"/>
                <a:ext cx="108571" cy="136746"/>
              </a:xfrm>
              <a:custGeom>
                <a:avLst/>
                <a:gdLst/>
                <a:ahLst/>
                <a:cxnLst/>
                <a:rect l="l" t="t" r="r" b="b"/>
                <a:pathLst>
                  <a:path w="4948" h="6232" extrusionOk="0">
                    <a:moveTo>
                      <a:pt x="311" y="0"/>
                    </a:moveTo>
                    <a:cubicBezTo>
                      <a:pt x="311" y="0"/>
                      <a:pt x="1" y="6231"/>
                      <a:pt x="4013" y="6231"/>
                    </a:cubicBezTo>
                    <a:cubicBezTo>
                      <a:pt x="4163" y="6231"/>
                      <a:pt x="4318" y="6223"/>
                      <a:pt x="4480" y="6205"/>
                    </a:cubicBezTo>
                    <a:cubicBezTo>
                      <a:pt x="3780" y="5604"/>
                      <a:pt x="2746" y="4270"/>
                      <a:pt x="4947" y="2736"/>
                    </a:cubicBezTo>
                    <a:lnTo>
                      <a:pt x="2312" y="134"/>
                    </a:lnTo>
                    <a:cubicBezTo>
                      <a:pt x="1645" y="34"/>
                      <a:pt x="978" y="0"/>
                      <a:pt x="311" y="0"/>
                    </a:cubicBezTo>
                    <a:close/>
                  </a:path>
                </a:pathLst>
              </a:custGeom>
              <a:solidFill>
                <a:srgbClr val="DD9E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Google Shape;1309;p50"/>
              <p:cNvSpPr/>
              <p:nvPr/>
            </p:nvSpPr>
            <p:spPr>
              <a:xfrm>
                <a:off x="2974034" y="2965686"/>
                <a:ext cx="128122" cy="145720"/>
              </a:xfrm>
              <a:custGeom>
                <a:avLst/>
                <a:gdLst/>
                <a:ahLst/>
                <a:cxnLst/>
                <a:rect l="l" t="t" r="r" b="b"/>
                <a:pathLst>
                  <a:path w="5839" h="6641" extrusionOk="0">
                    <a:moveTo>
                      <a:pt x="3755" y="0"/>
                    </a:moveTo>
                    <a:cubicBezTo>
                      <a:pt x="3193" y="0"/>
                      <a:pt x="2554" y="335"/>
                      <a:pt x="1702" y="703"/>
                    </a:cubicBezTo>
                    <a:cubicBezTo>
                      <a:pt x="1" y="1403"/>
                      <a:pt x="334" y="3238"/>
                      <a:pt x="3136" y="6640"/>
                    </a:cubicBezTo>
                    <a:cubicBezTo>
                      <a:pt x="4871" y="5139"/>
                      <a:pt x="5838" y="1737"/>
                      <a:pt x="4904" y="636"/>
                    </a:cubicBezTo>
                    <a:cubicBezTo>
                      <a:pt x="4527" y="175"/>
                      <a:pt x="4161" y="0"/>
                      <a:pt x="3755" y="0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Google Shape;1310;p50"/>
              <p:cNvSpPr/>
              <p:nvPr/>
            </p:nvSpPr>
            <p:spPr>
              <a:xfrm>
                <a:off x="2833514" y="2917281"/>
                <a:ext cx="259843" cy="321282"/>
              </a:xfrm>
              <a:custGeom>
                <a:avLst/>
                <a:gdLst/>
                <a:ahLst/>
                <a:cxnLst/>
                <a:rect l="l" t="t" r="r" b="b"/>
                <a:pathLst>
                  <a:path w="11842" h="14642" extrusionOk="0">
                    <a:moveTo>
                      <a:pt x="6158" y="0"/>
                    </a:moveTo>
                    <a:cubicBezTo>
                      <a:pt x="3780" y="0"/>
                      <a:pt x="1536" y="1686"/>
                      <a:pt x="1134" y="4310"/>
                    </a:cubicBezTo>
                    <a:cubicBezTo>
                      <a:pt x="534" y="8012"/>
                      <a:pt x="0" y="10114"/>
                      <a:pt x="1401" y="12382"/>
                    </a:cubicBezTo>
                    <a:lnTo>
                      <a:pt x="1435" y="12416"/>
                    </a:lnTo>
                    <a:cubicBezTo>
                      <a:pt x="2398" y="13936"/>
                      <a:pt x="3912" y="14642"/>
                      <a:pt x="5437" y="14642"/>
                    </a:cubicBezTo>
                    <a:cubicBezTo>
                      <a:pt x="7290" y="14642"/>
                      <a:pt x="9159" y="13600"/>
                      <a:pt x="10074" y="11715"/>
                    </a:cubicBezTo>
                    <a:cubicBezTo>
                      <a:pt x="10274" y="11281"/>
                      <a:pt x="10474" y="10848"/>
                      <a:pt x="10608" y="10414"/>
                    </a:cubicBezTo>
                    <a:cubicBezTo>
                      <a:pt x="11675" y="7245"/>
                      <a:pt x="11842" y="2875"/>
                      <a:pt x="9040" y="907"/>
                    </a:cubicBezTo>
                    <a:cubicBezTo>
                      <a:pt x="8136" y="285"/>
                      <a:pt x="7136" y="0"/>
                      <a:pt x="6158" y="0"/>
                    </a:cubicBezTo>
                    <a:close/>
                  </a:path>
                </a:pathLst>
              </a:custGeom>
              <a:solidFill>
                <a:srgbClr val="EBB37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Google Shape;1311;p50"/>
              <p:cNvSpPr/>
              <p:nvPr/>
            </p:nvSpPr>
            <p:spPr>
              <a:xfrm>
                <a:off x="2970370" y="3050559"/>
                <a:ext cx="18322" cy="23808"/>
              </a:xfrm>
              <a:custGeom>
                <a:avLst/>
                <a:gdLst/>
                <a:ahLst/>
                <a:cxnLst/>
                <a:rect l="l" t="t" r="r" b="b"/>
                <a:pathLst>
                  <a:path w="835" h="1085" extrusionOk="0">
                    <a:moveTo>
                      <a:pt x="498" y="0"/>
                    </a:moveTo>
                    <a:cubicBezTo>
                      <a:pt x="339" y="0"/>
                      <a:pt x="160" y="192"/>
                      <a:pt x="68" y="471"/>
                    </a:cubicBezTo>
                    <a:cubicBezTo>
                      <a:pt x="1" y="771"/>
                      <a:pt x="101" y="1038"/>
                      <a:pt x="301" y="1071"/>
                    </a:cubicBezTo>
                    <a:cubicBezTo>
                      <a:pt x="327" y="1080"/>
                      <a:pt x="354" y="1084"/>
                      <a:pt x="381" y="1084"/>
                    </a:cubicBezTo>
                    <a:cubicBezTo>
                      <a:pt x="559" y="1084"/>
                      <a:pt x="739" y="899"/>
                      <a:pt x="768" y="638"/>
                    </a:cubicBezTo>
                    <a:cubicBezTo>
                      <a:pt x="835" y="337"/>
                      <a:pt x="735" y="70"/>
                      <a:pt x="535" y="4"/>
                    </a:cubicBezTo>
                    <a:cubicBezTo>
                      <a:pt x="523" y="1"/>
                      <a:pt x="510" y="0"/>
                      <a:pt x="49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Google Shape;1312;p50"/>
              <p:cNvSpPr/>
              <p:nvPr/>
            </p:nvSpPr>
            <p:spPr>
              <a:xfrm>
                <a:off x="3044316" y="3067389"/>
                <a:ext cx="18300" cy="23588"/>
              </a:xfrm>
              <a:custGeom>
                <a:avLst/>
                <a:gdLst/>
                <a:ahLst/>
                <a:cxnLst/>
                <a:rect l="l" t="t" r="r" b="b"/>
                <a:pathLst>
                  <a:path w="834" h="1075" extrusionOk="0">
                    <a:moveTo>
                      <a:pt x="490" y="0"/>
                    </a:moveTo>
                    <a:cubicBezTo>
                      <a:pt x="305" y="0"/>
                      <a:pt x="129" y="193"/>
                      <a:pt x="67" y="471"/>
                    </a:cubicBezTo>
                    <a:cubicBezTo>
                      <a:pt x="0" y="738"/>
                      <a:pt x="100" y="1038"/>
                      <a:pt x="300" y="1071"/>
                    </a:cubicBezTo>
                    <a:cubicBezTo>
                      <a:pt x="315" y="1074"/>
                      <a:pt x="329" y="1075"/>
                      <a:pt x="344" y="1075"/>
                    </a:cubicBezTo>
                    <a:cubicBezTo>
                      <a:pt x="529" y="1075"/>
                      <a:pt x="705" y="883"/>
                      <a:pt x="767" y="604"/>
                    </a:cubicBezTo>
                    <a:cubicBezTo>
                      <a:pt x="834" y="304"/>
                      <a:pt x="734" y="37"/>
                      <a:pt x="534" y="4"/>
                    </a:cubicBezTo>
                    <a:cubicBezTo>
                      <a:pt x="519" y="2"/>
                      <a:pt x="505" y="0"/>
                      <a:pt x="4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Google Shape;1313;p50"/>
              <p:cNvSpPr/>
              <p:nvPr/>
            </p:nvSpPr>
            <p:spPr>
              <a:xfrm>
                <a:off x="3006970" y="3074784"/>
                <a:ext cx="32234" cy="66201"/>
              </a:xfrm>
              <a:custGeom>
                <a:avLst/>
                <a:gdLst/>
                <a:ahLst/>
                <a:cxnLst/>
                <a:rect l="l" t="t" r="r" b="b"/>
                <a:pathLst>
                  <a:path w="1469" h="3017" extrusionOk="0">
                    <a:moveTo>
                      <a:pt x="635" y="1"/>
                    </a:moveTo>
                    <a:lnTo>
                      <a:pt x="1" y="2803"/>
                    </a:lnTo>
                    <a:cubicBezTo>
                      <a:pt x="1" y="2803"/>
                      <a:pt x="413" y="3017"/>
                      <a:pt x="877" y="3017"/>
                    </a:cubicBezTo>
                    <a:cubicBezTo>
                      <a:pt x="1074" y="3017"/>
                      <a:pt x="1280" y="2978"/>
                      <a:pt x="1469" y="2869"/>
                    </a:cubicBezTo>
                    <a:cubicBezTo>
                      <a:pt x="1068" y="1935"/>
                      <a:pt x="768" y="1001"/>
                      <a:pt x="635" y="1"/>
                    </a:cubicBezTo>
                    <a:close/>
                  </a:path>
                </a:pathLst>
              </a:custGeom>
              <a:solidFill>
                <a:srgbClr val="D587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Google Shape;1314;p50"/>
              <p:cNvSpPr/>
              <p:nvPr/>
            </p:nvSpPr>
            <p:spPr>
              <a:xfrm>
                <a:off x="2953540" y="3016592"/>
                <a:ext cx="38816" cy="16501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752" extrusionOk="0">
                    <a:moveTo>
                      <a:pt x="1207" y="1"/>
                    </a:moveTo>
                    <a:cubicBezTo>
                      <a:pt x="780" y="1"/>
                      <a:pt x="368" y="151"/>
                      <a:pt x="67" y="451"/>
                    </a:cubicBezTo>
                    <a:cubicBezTo>
                      <a:pt x="1" y="518"/>
                      <a:pt x="1" y="618"/>
                      <a:pt x="67" y="718"/>
                    </a:cubicBezTo>
                    <a:cubicBezTo>
                      <a:pt x="101" y="718"/>
                      <a:pt x="134" y="751"/>
                      <a:pt x="168" y="751"/>
                    </a:cubicBezTo>
                    <a:cubicBezTo>
                      <a:pt x="201" y="751"/>
                      <a:pt x="234" y="718"/>
                      <a:pt x="268" y="684"/>
                    </a:cubicBezTo>
                    <a:cubicBezTo>
                      <a:pt x="553" y="451"/>
                      <a:pt x="900" y="318"/>
                      <a:pt x="1244" y="318"/>
                    </a:cubicBezTo>
                    <a:cubicBezTo>
                      <a:pt x="1342" y="318"/>
                      <a:pt x="1439" y="329"/>
                      <a:pt x="1535" y="351"/>
                    </a:cubicBezTo>
                    <a:cubicBezTo>
                      <a:pt x="1554" y="357"/>
                      <a:pt x="1572" y="360"/>
                      <a:pt x="1590" y="360"/>
                    </a:cubicBezTo>
                    <a:cubicBezTo>
                      <a:pt x="1670" y="360"/>
                      <a:pt x="1741" y="305"/>
                      <a:pt x="1769" y="251"/>
                    </a:cubicBezTo>
                    <a:cubicBezTo>
                      <a:pt x="1769" y="151"/>
                      <a:pt x="1735" y="51"/>
                      <a:pt x="1635" y="51"/>
                    </a:cubicBezTo>
                    <a:cubicBezTo>
                      <a:pt x="1493" y="17"/>
                      <a:pt x="1350" y="1"/>
                      <a:pt x="12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Google Shape;1315;p50"/>
              <p:cNvSpPr/>
              <p:nvPr/>
            </p:nvSpPr>
            <p:spPr>
              <a:xfrm>
                <a:off x="3061146" y="3027673"/>
                <a:ext cx="28569" cy="32497"/>
              </a:xfrm>
              <a:custGeom>
                <a:avLst/>
                <a:gdLst/>
                <a:ahLst/>
                <a:cxnLst/>
                <a:rect l="l" t="t" r="r" b="b"/>
                <a:pathLst>
                  <a:path w="1302" h="1481" extrusionOk="0">
                    <a:moveTo>
                      <a:pt x="193" y="0"/>
                    </a:moveTo>
                    <a:cubicBezTo>
                      <a:pt x="121" y="0"/>
                      <a:pt x="59" y="38"/>
                      <a:pt x="34" y="113"/>
                    </a:cubicBezTo>
                    <a:cubicBezTo>
                      <a:pt x="0" y="213"/>
                      <a:pt x="34" y="313"/>
                      <a:pt x="134" y="346"/>
                    </a:cubicBezTo>
                    <a:cubicBezTo>
                      <a:pt x="534" y="513"/>
                      <a:pt x="834" y="913"/>
                      <a:pt x="934" y="1347"/>
                    </a:cubicBezTo>
                    <a:cubicBezTo>
                      <a:pt x="968" y="1414"/>
                      <a:pt x="1001" y="1447"/>
                      <a:pt x="1068" y="1480"/>
                    </a:cubicBezTo>
                    <a:lnTo>
                      <a:pt x="1168" y="1480"/>
                    </a:lnTo>
                    <a:cubicBezTo>
                      <a:pt x="1234" y="1447"/>
                      <a:pt x="1301" y="1347"/>
                      <a:pt x="1268" y="1247"/>
                    </a:cubicBezTo>
                    <a:cubicBezTo>
                      <a:pt x="1168" y="713"/>
                      <a:pt x="767" y="246"/>
                      <a:pt x="267" y="13"/>
                    </a:cubicBezTo>
                    <a:cubicBezTo>
                      <a:pt x="242" y="4"/>
                      <a:pt x="217" y="0"/>
                      <a:pt x="19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Google Shape;1316;p50"/>
              <p:cNvSpPr/>
              <p:nvPr/>
            </p:nvSpPr>
            <p:spPr>
              <a:xfrm>
                <a:off x="2812274" y="2926496"/>
                <a:ext cx="127376" cy="146115"/>
              </a:xfrm>
              <a:custGeom>
                <a:avLst/>
                <a:gdLst/>
                <a:ahLst/>
                <a:cxnLst/>
                <a:rect l="l" t="t" r="r" b="b"/>
                <a:pathLst>
                  <a:path w="5805" h="6659" extrusionOk="0">
                    <a:moveTo>
                      <a:pt x="2127" y="0"/>
                    </a:moveTo>
                    <a:cubicBezTo>
                      <a:pt x="1798" y="0"/>
                      <a:pt x="1470" y="132"/>
                      <a:pt x="1102" y="454"/>
                    </a:cubicBezTo>
                    <a:cubicBezTo>
                      <a:pt x="1" y="1388"/>
                      <a:pt x="401" y="4891"/>
                      <a:pt x="1869" y="6658"/>
                    </a:cubicBezTo>
                    <a:cubicBezTo>
                      <a:pt x="5205" y="3756"/>
                      <a:pt x="5805" y="1988"/>
                      <a:pt x="4271" y="1021"/>
                    </a:cubicBezTo>
                    <a:cubicBezTo>
                      <a:pt x="3375" y="475"/>
                      <a:pt x="2751" y="0"/>
                      <a:pt x="2127" y="0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Google Shape;1317;p50"/>
              <p:cNvSpPr/>
              <p:nvPr/>
            </p:nvSpPr>
            <p:spPr>
              <a:xfrm>
                <a:off x="2804441" y="3028353"/>
                <a:ext cx="77391" cy="100431"/>
              </a:xfrm>
              <a:custGeom>
                <a:avLst/>
                <a:gdLst/>
                <a:ahLst/>
                <a:cxnLst/>
                <a:rect l="l" t="t" r="r" b="b"/>
                <a:pathLst>
                  <a:path w="3527" h="4577" extrusionOk="0">
                    <a:moveTo>
                      <a:pt x="1626" y="1"/>
                    </a:moveTo>
                    <a:cubicBezTo>
                      <a:pt x="714" y="1"/>
                      <a:pt x="1" y="820"/>
                      <a:pt x="58" y="1783"/>
                    </a:cubicBezTo>
                    <a:cubicBezTo>
                      <a:pt x="124" y="2717"/>
                      <a:pt x="558" y="3584"/>
                      <a:pt x="1258" y="4218"/>
                    </a:cubicBezTo>
                    <a:cubicBezTo>
                      <a:pt x="1538" y="4468"/>
                      <a:pt x="1824" y="4577"/>
                      <a:pt x="2091" y="4577"/>
                    </a:cubicBezTo>
                    <a:cubicBezTo>
                      <a:pt x="2717" y="4577"/>
                      <a:pt x="3243" y="3979"/>
                      <a:pt x="3360" y="3184"/>
                    </a:cubicBezTo>
                    <a:cubicBezTo>
                      <a:pt x="3527" y="2117"/>
                      <a:pt x="3260" y="449"/>
                      <a:pt x="2126" y="82"/>
                    </a:cubicBezTo>
                    <a:cubicBezTo>
                      <a:pt x="1955" y="26"/>
                      <a:pt x="1787" y="1"/>
                      <a:pt x="1626" y="1"/>
                    </a:cubicBezTo>
                    <a:close/>
                  </a:path>
                </a:pathLst>
              </a:custGeom>
              <a:solidFill>
                <a:srgbClr val="EBB37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Google Shape;1318;p50"/>
              <p:cNvSpPr/>
              <p:nvPr/>
            </p:nvSpPr>
            <p:spPr>
              <a:xfrm>
                <a:off x="2950622" y="3048431"/>
                <a:ext cx="63699" cy="63699"/>
              </a:xfrm>
              <a:custGeom>
                <a:avLst/>
                <a:gdLst/>
                <a:ahLst/>
                <a:cxnLst/>
                <a:rect l="l" t="t" r="r" b="b"/>
                <a:pathLst>
                  <a:path w="2903" h="2903" fill="none" extrusionOk="0">
                    <a:moveTo>
                      <a:pt x="2902" y="1235"/>
                    </a:moveTo>
                    <a:cubicBezTo>
                      <a:pt x="2902" y="2369"/>
                      <a:pt x="1568" y="2903"/>
                      <a:pt x="768" y="2136"/>
                    </a:cubicBezTo>
                    <a:cubicBezTo>
                      <a:pt x="0" y="1335"/>
                      <a:pt x="534" y="1"/>
                      <a:pt x="1668" y="1"/>
                    </a:cubicBezTo>
                    <a:cubicBezTo>
                      <a:pt x="2369" y="1"/>
                      <a:pt x="2902" y="534"/>
                      <a:pt x="2902" y="1235"/>
                    </a:cubicBezTo>
                    <a:close/>
                  </a:path>
                </a:pathLst>
              </a:custGeom>
              <a:noFill/>
              <a:ln w="5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Google Shape;1319;p50"/>
              <p:cNvSpPr/>
              <p:nvPr/>
            </p:nvSpPr>
            <p:spPr>
              <a:xfrm>
                <a:off x="3025270" y="3063813"/>
                <a:ext cx="64445" cy="63699"/>
              </a:xfrm>
              <a:custGeom>
                <a:avLst/>
                <a:gdLst/>
                <a:ahLst/>
                <a:cxnLst/>
                <a:rect l="l" t="t" r="r" b="b"/>
                <a:pathLst>
                  <a:path w="2937" h="2903" fill="none" extrusionOk="0">
                    <a:moveTo>
                      <a:pt x="2936" y="1234"/>
                    </a:moveTo>
                    <a:cubicBezTo>
                      <a:pt x="2936" y="2369"/>
                      <a:pt x="1569" y="2902"/>
                      <a:pt x="768" y="2135"/>
                    </a:cubicBezTo>
                    <a:cubicBezTo>
                      <a:pt x="1" y="1334"/>
                      <a:pt x="568" y="0"/>
                      <a:pt x="1669" y="0"/>
                    </a:cubicBezTo>
                    <a:cubicBezTo>
                      <a:pt x="2369" y="0"/>
                      <a:pt x="2936" y="534"/>
                      <a:pt x="2936" y="1234"/>
                    </a:cubicBezTo>
                    <a:close/>
                  </a:path>
                </a:pathLst>
              </a:custGeom>
              <a:noFill/>
              <a:ln w="5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Google Shape;1320;p50"/>
              <p:cNvSpPr/>
              <p:nvPr/>
            </p:nvSpPr>
            <p:spPr>
              <a:xfrm>
                <a:off x="3014299" y="3079172"/>
                <a:ext cx="19792" cy="8799"/>
              </a:xfrm>
              <a:custGeom>
                <a:avLst/>
                <a:gdLst/>
                <a:ahLst/>
                <a:cxnLst/>
                <a:rect l="l" t="t" r="r" b="b"/>
                <a:pathLst>
                  <a:path w="902" h="401" fill="none" extrusionOk="0">
                    <a:moveTo>
                      <a:pt x="0" y="167"/>
                    </a:moveTo>
                    <a:cubicBezTo>
                      <a:pt x="334" y="1"/>
                      <a:pt x="701" y="101"/>
                      <a:pt x="901" y="401"/>
                    </a:cubicBezTo>
                  </a:path>
                </a:pathLst>
              </a:custGeom>
              <a:noFill/>
              <a:ln w="5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Google Shape;1321;p50"/>
              <p:cNvSpPr/>
              <p:nvPr/>
            </p:nvSpPr>
            <p:spPr>
              <a:xfrm>
                <a:off x="2865704" y="3033071"/>
                <a:ext cx="93716" cy="36622"/>
              </a:xfrm>
              <a:custGeom>
                <a:avLst/>
                <a:gdLst/>
                <a:ahLst/>
                <a:cxnLst/>
                <a:rect l="l" t="t" r="r" b="b"/>
                <a:pathLst>
                  <a:path w="4271" h="1669" fill="none" extrusionOk="0">
                    <a:moveTo>
                      <a:pt x="4271" y="1668"/>
                    </a:moveTo>
                    <a:cubicBezTo>
                      <a:pt x="4271" y="1668"/>
                      <a:pt x="668" y="167"/>
                      <a:pt x="1" y="0"/>
                    </a:cubicBezTo>
                  </a:path>
                </a:pathLst>
              </a:custGeom>
              <a:noFill/>
              <a:ln w="5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Google Shape;1322;p50"/>
              <p:cNvSpPr/>
              <p:nvPr/>
            </p:nvSpPr>
            <p:spPr>
              <a:xfrm>
                <a:off x="2826910" y="2856675"/>
                <a:ext cx="316235" cy="133235"/>
              </a:xfrm>
              <a:custGeom>
                <a:avLst/>
                <a:gdLst/>
                <a:ahLst/>
                <a:cxnLst/>
                <a:rect l="l" t="t" r="r" b="b"/>
                <a:pathLst>
                  <a:path w="14412" h="6072" extrusionOk="0">
                    <a:moveTo>
                      <a:pt x="11176" y="0"/>
                    </a:moveTo>
                    <a:lnTo>
                      <a:pt x="11176" y="0"/>
                    </a:lnTo>
                    <a:cubicBezTo>
                      <a:pt x="10832" y="153"/>
                      <a:pt x="10266" y="199"/>
                      <a:pt x="9562" y="199"/>
                    </a:cubicBezTo>
                    <a:cubicBezTo>
                      <a:pt x="8474" y="199"/>
                      <a:pt x="7057" y="88"/>
                      <a:pt x="5627" y="88"/>
                    </a:cubicBezTo>
                    <a:cubicBezTo>
                      <a:pt x="4743" y="88"/>
                      <a:pt x="3855" y="130"/>
                      <a:pt x="3036" y="267"/>
                    </a:cubicBezTo>
                    <a:cubicBezTo>
                      <a:pt x="1" y="734"/>
                      <a:pt x="401" y="3703"/>
                      <a:pt x="401" y="3703"/>
                    </a:cubicBezTo>
                    <a:cubicBezTo>
                      <a:pt x="401" y="3703"/>
                      <a:pt x="1043" y="4533"/>
                      <a:pt x="2241" y="4533"/>
                    </a:cubicBezTo>
                    <a:cubicBezTo>
                      <a:pt x="2636" y="4533"/>
                      <a:pt x="3091" y="4443"/>
                      <a:pt x="3604" y="4203"/>
                    </a:cubicBezTo>
                    <a:cubicBezTo>
                      <a:pt x="3897" y="4063"/>
                      <a:pt x="4190" y="4004"/>
                      <a:pt x="4481" y="4004"/>
                    </a:cubicBezTo>
                    <a:cubicBezTo>
                      <a:pt x="6197" y="4004"/>
                      <a:pt x="7882" y="6071"/>
                      <a:pt x="9639" y="6071"/>
                    </a:cubicBezTo>
                    <a:cubicBezTo>
                      <a:pt x="9651" y="6071"/>
                      <a:pt x="9663" y="6071"/>
                      <a:pt x="9675" y="6071"/>
                    </a:cubicBezTo>
                    <a:cubicBezTo>
                      <a:pt x="11776" y="6038"/>
                      <a:pt x="13477" y="4403"/>
                      <a:pt x="13477" y="4403"/>
                    </a:cubicBezTo>
                    <a:lnTo>
                      <a:pt x="12610" y="4403"/>
                    </a:lnTo>
                    <a:cubicBezTo>
                      <a:pt x="13644" y="3569"/>
                      <a:pt x="14411" y="1401"/>
                      <a:pt x="14411" y="1401"/>
                    </a:cubicBezTo>
                    <a:lnTo>
                      <a:pt x="14411" y="1401"/>
                    </a:lnTo>
                    <a:cubicBezTo>
                      <a:pt x="13878" y="1608"/>
                      <a:pt x="13302" y="1681"/>
                      <a:pt x="12754" y="1681"/>
                    </a:cubicBezTo>
                    <a:cubicBezTo>
                      <a:pt x="11450" y="1681"/>
                      <a:pt x="10308" y="1268"/>
                      <a:pt x="10308" y="1268"/>
                    </a:cubicBezTo>
                    <a:cubicBezTo>
                      <a:pt x="10775" y="1001"/>
                      <a:pt x="11076" y="534"/>
                      <a:pt x="11176" y="0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Google Shape;1323;p50"/>
              <p:cNvSpPr/>
              <p:nvPr/>
            </p:nvSpPr>
            <p:spPr>
              <a:xfrm>
                <a:off x="2654924" y="3882114"/>
                <a:ext cx="963342" cy="330125"/>
              </a:xfrm>
              <a:custGeom>
                <a:avLst/>
                <a:gdLst/>
                <a:ahLst/>
                <a:cxnLst/>
                <a:rect l="l" t="t" r="r" b="b"/>
                <a:pathLst>
                  <a:path w="43903" h="15045" extrusionOk="0">
                    <a:moveTo>
                      <a:pt x="0" y="1"/>
                    </a:moveTo>
                    <a:lnTo>
                      <a:pt x="8640" y="9574"/>
                    </a:lnTo>
                    <a:cubicBezTo>
                      <a:pt x="8640" y="9574"/>
                      <a:pt x="8681" y="9573"/>
                      <a:pt x="8762" y="9573"/>
                    </a:cubicBezTo>
                    <a:cubicBezTo>
                      <a:pt x="9911" y="9573"/>
                      <a:pt x="18978" y="9748"/>
                      <a:pt x="29821" y="15045"/>
                    </a:cubicBezTo>
                    <a:cubicBezTo>
                      <a:pt x="29821" y="15045"/>
                      <a:pt x="42264" y="9908"/>
                      <a:pt x="43431" y="5638"/>
                    </a:cubicBezTo>
                    <a:cubicBezTo>
                      <a:pt x="43902" y="3863"/>
                      <a:pt x="39465" y="3345"/>
                      <a:pt x="34118" y="3345"/>
                    </a:cubicBezTo>
                    <a:cubicBezTo>
                      <a:pt x="26598" y="3345"/>
                      <a:pt x="17279" y="4370"/>
                      <a:pt x="17279" y="437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00">
                  <a:alpha val="78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Google Shape;1324;p50"/>
              <p:cNvSpPr/>
              <p:nvPr/>
            </p:nvSpPr>
            <p:spPr>
              <a:xfrm>
                <a:off x="2671754" y="3819907"/>
                <a:ext cx="563615" cy="178809"/>
              </a:xfrm>
              <a:custGeom>
                <a:avLst/>
                <a:gdLst/>
                <a:ahLst/>
                <a:cxnLst/>
                <a:rect l="l" t="t" r="r" b="b"/>
                <a:pathLst>
                  <a:path w="25686" h="8149" extrusionOk="0">
                    <a:moveTo>
                      <a:pt x="1668" y="0"/>
                    </a:moveTo>
                    <a:lnTo>
                      <a:pt x="0" y="4070"/>
                    </a:lnTo>
                    <a:cubicBezTo>
                      <a:pt x="0" y="4070"/>
                      <a:pt x="15378" y="7672"/>
                      <a:pt x="15978" y="8006"/>
                    </a:cubicBezTo>
                    <a:cubicBezTo>
                      <a:pt x="16150" y="8097"/>
                      <a:pt x="16756" y="8148"/>
                      <a:pt x="17570" y="8148"/>
                    </a:cubicBezTo>
                    <a:cubicBezTo>
                      <a:pt x="19438" y="8148"/>
                      <a:pt x="22403" y="7879"/>
                      <a:pt x="23751" y="7205"/>
                    </a:cubicBezTo>
                    <a:cubicBezTo>
                      <a:pt x="25685" y="6238"/>
                      <a:pt x="22283" y="3469"/>
                      <a:pt x="21382" y="3469"/>
                    </a:cubicBezTo>
                    <a:cubicBezTo>
                      <a:pt x="20515" y="3469"/>
                      <a:pt x="15545" y="4537"/>
                      <a:pt x="15545" y="4537"/>
                    </a:cubicBezTo>
                    <a:lnTo>
                      <a:pt x="1668" y="0"/>
                    </a:lnTo>
                    <a:close/>
                  </a:path>
                </a:pathLst>
              </a:custGeom>
              <a:solidFill>
                <a:srgbClr val="EBB37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Google Shape;1325;p50"/>
              <p:cNvSpPr/>
              <p:nvPr/>
            </p:nvSpPr>
            <p:spPr>
              <a:xfrm>
                <a:off x="2363594" y="3244290"/>
                <a:ext cx="376972" cy="685418"/>
              </a:xfrm>
              <a:custGeom>
                <a:avLst/>
                <a:gdLst/>
                <a:ahLst/>
                <a:cxnLst/>
                <a:rect l="l" t="t" r="r" b="b"/>
                <a:pathLst>
                  <a:path w="17180" h="31237" extrusionOk="0">
                    <a:moveTo>
                      <a:pt x="11748" y="1"/>
                    </a:moveTo>
                    <a:cubicBezTo>
                      <a:pt x="11704" y="1"/>
                      <a:pt x="11658" y="5"/>
                      <a:pt x="11609" y="14"/>
                    </a:cubicBezTo>
                    <a:cubicBezTo>
                      <a:pt x="6506" y="1015"/>
                      <a:pt x="1" y="20062"/>
                      <a:pt x="3837" y="24966"/>
                    </a:cubicBezTo>
                    <a:cubicBezTo>
                      <a:pt x="7706" y="29902"/>
                      <a:pt x="14778" y="31237"/>
                      <a:pt x="14778" y="31237"/>
                    </a:cubicBezTo>
                    <a:lnTo>
                      <a:pt x="17180" y="25933"/>
                    </a:lnTo>
                    <a:cubicBezTo>
                      <a:pt x="17180" y="25933"/>
                      <a:pt x="11976" y="24165"/>
                      <a:pt x="10642" y="21363"/>
                    </a:cubicBezTo>
                    <a:cubicBezTo>
                      <a:pt x="9328" y="18571"/>
                      <a:pt x="14578" y="1"/>
                      <a:pt x="1174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Google Shape;1326;p50"/>
              <p:cNvSpPr/>
              <p:nvPr/>
            </p:nvSpPr>
            <p:spPr>
              <a:xfrm>
                <a:off x="2676867" y="3804526"/>
                <a:ext cx="104688" cy="136899"/>
              </a:xfrm>
              <a:custGeom>
                <a:avLst/>
                <a:gdLst/>
                <a:ahLst/>
                <a:cxnLst/>
                <a:rect l="l" t="t" r="r" b="b"/>
                <a:pathLst>
                  <a:path w="4771" h="6239" extrusionOk="0">
                    <a:moveTo>
                      <a:pt x="2903" y="1"/>
                    </a:moveTo>
                    <a:lnTo>
                      <a:pt x="1" y="5705"/>
                    </a:lnTo>
                    <a:lnTo>
                      <a:pt x="2503" y="6238"/>
                    </a:lnTo>
                    <a:lnTo>
                      <a:pt x="4771" y="968"/>
                    </a:lnTo>
                    <a:lnTo>
                      <a:pt x="29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Google Shape;1327;p50"/>
              <p:cNvSpPr/>
              <p:nvPr/>
            </p:nvSpPr>
            <p:spPr>
              <a:xfrm>
                <a:off x="2676867" y="3804526"/>
                <a:ext cx="104688" cy="136899"/>
              </a:xfrm>
              <a:custGeom>
                <a:avLst/>
                <a:gdLst/>
                <a:ahLst/>
                <a:cxnLst/>
                <a:rect l="l" t="t" r="r" b="b"/>
                <a:pathLst>
                  <a:path w="4771" h="6239" extrusionOk="0">
                    <a:moveTo>
                      <a:pt x="2903" y="1"/>
                    </a:moveTo>
                    <a:lnTo>
                      <a:pt x="1" y="5705"/>
                    </a:lnTo>
                    <a:lnTo>
                      <a:pt x="2503" y="6238"/>
                    </a:lnTo>
                    <a:lnTo>
                      <a:pt x="4771" y="968"/>
                    </a:lnTo>
                    <a:lnTo>
                      <a:pt x="290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Google Shape;1328;p50"/>
              <p:cNvSpPr/>
              <p:nvPr/>
            </p:nvSpPr>
            <p:spPr>
              <a:xfrm>
                <a:off x="2866450" y="3978003"/>
                <a:ext cx="786858" cy="46123"/>
              </a:xfrm>
              <a:custGeom>
                <a:avLst/>
                <a:gdLst/>
                <a:ahLst/>
                <a:cxnLst/>
                <a:rect l="l" t="t" r="r" b="b"/>
                <a:pathLst>
                  <a:path w="35860" h="2102" extrusionOk="0">
                    <a:moveTo>
                      <a:pt x="0" y="0"/>
                    </a:moveTo>
                    <a:lnTo>
                      <a:pt x="0" y="901"/>
                    </a:lnTo>
                    <a:cubicBezTo>
                      <a:pt x="0" y="1535"/>
                      <a:pt x="501" y="2068"/>
                      <a:pt x="1134" y="2102"/>
                    </a:cubicBezTo>
                    <a:lnTo>
                      <a:pt x="34658" y="2102"/>
                    </a:lnTo>
                    <a:cubicBezTo>
                      <a:pt x="35292" y="2068"/>
                      <a:pt x="35826" y="1568"/>
                      <a:pt x="35859" y="901"/>
                    </a:cubicBezTo>
                    <a:lnTo>
                      <a:pt x="3585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Google Shape;1329;p50"/>
              <p:cNvSpPr/>
              <p:nvPr/>
            </p:nvSpPr>
            <p:spPr>
              <a:xfrm>
                <a:off x="3140929" y="3978003"/>
                <a:ext cx="512379" cy="46123"/>
              </a:xfrm>
              <a:custGeom>
                <a:avLst/>
                <a:gdLst/>
                <a:ahLst/>
                <a:cxnLst/>
                <a:rect l="l" t="t" r="r" b="b"/>
                <a:pathLst>
                  <a:path w="23351" h="2102" extrusionOk="0">
                    <a:moveTo>
                      <a:pt x="0" y="0"/>
                    </a:moveTo>
                    <a:lnTo>
                      <a:pt x="0" y="901"/>
                    </a:lnTo>
                    <a:cubicBezTo>
                      <a:pt x="0" y="1535"/>
                      <a:pt x="501" y="2068"/>
                      <a:pt x="1134" y="2102"/>
                    </a:cubicBezTo>
                    <a:lnTo>
                      <a:pt x="22149" y="2102"/>
                    </a:lnTo>
                    <a:cubicBezTo>
                      <a:pt x="22783" y="2068"/>
                      <a:pt x="23317" y="1568"/>
                      <a:pt x="23350" y="901"/>
                    </a:cubicBezTo>
                    <a:lnTo>
                      <a:pt x="2335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Google Shape;1330;p50"/>
              <p:cNvSpPr/>
              <p:nvPr/>
            </p:nvSpPr>
            <p:spPr>
              <a:xfrm>
                <a:off x="3141785" y="3603225"/>
                <a:ext cx="662159" cy="402645"/>
              </a:xfrm>
              <a:custGeom>
                <a:avLst/>
                <a:gdLst/>
                <a:ahLst/>
                <a:cxnLst/>
                <a:rect l="l" t="t" r="r" b="b"/>
                <a:pathLst>
                  <a:path w="30177" h="18350" extrusionOk="0">
                    <a:moveTo>
                      <a:pt x="29130" y="0"/>
                    </a:moveTo>
                    <a:cubicBezTo>
                      <a:pt x="29114" y="0"/>
                      <a:pt x="29098" y="1"/>
                      <a:pt x="29082" y="1"/>
                    </a:cubicBezTo>
                    <a:lnTo>
                      <a:pt x="6933" y="1"/>
                    </a:lnTo>
                    <a:cubicBezTo>
                      <a:pt x="6199" y="35"/>
                      <a:pt x="5565" y="535"/>
                      <a:pt x="5332" y="1202"/>
                    </a:cubicBezTo>
                    <a:lnTo>
                      <a:pt x="228" y="17114"/>
                    </a:lnTo>
                    <a:cubicBezTo>
                      <a:pt x="0" y="17700"/>
                      <a:pt x="439" y="18349"/>
                      <a:pt x="1050" y="18349"/>
                    </a:cubicBezTo>
                    <a:cubicBezTo>
                      <a:pt x="1065" y="18349"/>
                      <a:pt x="1080" y="18349"/>
                      <a:pt x="1095" y="18348"/>
                    </a:cubicBezTo>
                    <a:lnTo>
                      <a:pt x="23244" y="18348"/>
                    </a:lnTo>
                    <a:cubicBezTo>
                      <a:pt x="23978" y="18281"/>
                      <a:pt x="24612" y="17814"/>
                      <a:pt x="24846" y="17147"/>
                    </a:cubicBezTo>
                    <a:lnTo>
                      <a:pt x="29916" y="1202"/>
                    </a:lnTo>
                    <a:cubicBezTo>
                      <a:pt x="30176" y="649"/>
                      <a:pt x="29770" y="0"/>
                      <a:pt x="2913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Google Shape;1331;p50"/>
              <p:cNvSpPr/>
              <p:nvPr/>
            </p:nvSpPr>
            <p:spPr>
              <a:xfrm>
                <a:off x="3160085" y="3603225"/>
                <a:ext cx="643859" cy="402645"/>
              </a:xfrm>
              <a:custGeom>
                <a:avLst/>
                <a:gdLst/>
                <a:ahLst/>
                <a:cxnLst/>
                <a:rect l="l" t="t" r="r" b="b"/>
                <a:pathLst>
                  <a:path w="29343" h="18350" extrusionOk="0">
                    <a:moveTo>
                      <a:pt x="28296" y="0"/>
                    </a:moveTo>
                    <a:cubicBezTo>
                      <a:pt x="28280" y="0"/>
                      <a:pt x="28264" y="1"/>
                      <a:pt x="28248" y="1"/>
                    </a:cubicBezTo>
                    <a:lnTo>
                      <a:pt x="6933" y="1"/>
                    </a:lnTo>
                    <a:cubicBezTo>
                      <a:pt x="6199" y="35"/>
                      <a:pt x="5565" y="535"/>
                      <a:pt x="5332" y="1202"/>
                    </a:cubicBezTo>
                    <a:lnTo>
                      <a:pt x="228" y="17114"/>
                    </a:lnTo>
                    <a:cubicBezTo>
                      <a:pt x="0" y="17700"/>
                      <a:pt x="439" y="18349"/>
                      <a:pt x="1050" y="18349"/>
                    </a:cubicBezTo>
                    <a:cubicBezTo>
                      <a:pt x="1065" y="18349"/>
                      <a:pt x="1080" y="18349"/>
                      <a:pt x="1095" y="18348"/>
                    </a:cubicBezTo>
                    <a:lnTo>
                      <a:pt x="22410" y="18348"/>
                    </a:lnTo>
                    <a:cubicBezTo>
                      <a:pt x="23144" y="18281"/>
                      <a:pt x="23778" y="17814"/>
                      <a:pt x="24012" y="17147"/>
                    </a:cubicBezTo>
                    <a:lnTo>
                      <a:pt x="29082" y="1202"/>
                    </a:lnTo>
                    <a:cubicBezTo>
                      <a:pt x="29342" y="649"/>
                      <a:pt x="28936" y="0"/>
                      <a:pt x="2829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Google Shape;1332;p50"/>
              <p:cNvSpPr/>
              <p:nvPr/>
            </p:nvSpPr>
            <p:spPr>
              <a:xfrm>
                <a:off x="3451986" y="3765731"/>
                <a:ext cx="95911" cy="95187"/>
              </a:xfrm>
              <a:custGeom>
                <a:avLst/>
                <a:gdLst/>
                <a:ahLst/>
                <a:cxnLst/>
                <a:rect l="l" t="t" r="r" b="b"/>
                <a:pathLst>
                  <a:path w="4371" h="4338" extrusionOk="0">
                    <a:moveTo>
                      <a:pt x="3070" y="1"/>
                    </a:moveTo>
                    <a:lnTo>
                      <a:pt x="1" y="2169"/>
                    </a:lnTo>
                    <a:lnTo>
                      <a:pt x="1302" y="4337"/>
                    </a:lnTo>
                    <a:lnTo>
                      <a:pt x="4371" y="2169"/>
                    </a:lnTo>
                    <a:lnTo>
                      <a:pt x="307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Google Shape;1333;p50"/>
              <p:cNvSpPr/>
              <p:nvPr/>
            </p:nvSpPr>
            <p:spPr>
              <a:xfrm>
                <a:off x="2840097" y="3043318"/>
                <a:ext cx="226183" cy="195244"/>
              </a:xfrm>
              <a:custGeom>
                <a:avLst/>
                <a:gdLst/>
                <a:ahLst/>
                <a:cxnLst/>
                <a:rect l="l" t="t" r="r" b="b"/>
                <a:pathLst>
                  <a:path w="10308" h="8898" extrusionOk="0">
                    <a:moveTo>
                      <a:pt x="2002" y="0"/>
                    </a:moveTo>
                    <a:lnTo>
                      <a:pt x="1535" y="467"/>
                    </a:lnTo>
                    <a:lnTo>
                      <a:pt x="901" y="2569"/>
                    </a:lnTo>
                    <a:cubicBezTo>
                      <a:pt x="901" y="2569"/>
                      <a:pt x="0" y="4704"/>
                      <a:pt x="1101" y="6638"/>
                    </a:cubicBezTo>
                    <a:lnTo>
                      <a:pt x="1135" y="6672"/>
                    </a:lnTo>
                    <a:cubicBezTo>
                      <a:pt x="2098" y="8192"/>
                      <a:pt x="3612" y="8898"/>
                      <a:pt x="5137" y="8898"/>
                    </a:cubicBezTo>
                    <a:cubicBezTo>
                      <a:pt x="6990" y="8898"/>
                      <a:pt x="8859" y="7856"/>
                      <a:pt x="9774" y="5971"/>
                    </a:cubicBezTo>
                    <a:cubicBezTo>
                      <a:pt x="9974" y="5537"/>
                      <a:pt x="10174" y="5104"/>
                      <a:pt x="10308" y="4670"/>
                    </a:cubicBezTo>
                    <a:lnTo>
                      <a:pt x="10308" y="4670"/>
                    </a:lnTo>
                    <a:cubicBezTo>
                      <a:pt x="10308" y="4670"/>
                      <a:pt x="9491" y="5408"/>
                      <a:pt x="9169" y="5408"/>
                    </a:cubicBezTo>
                    <a:cubicBezTo>
                      <a:pt x="9128" y="5408"/>
                      <a:pt x="9096" y="5397"/>
                      <a:pt x="9074" y="5371"/>
                    </a:cubicBezTo>
                    <a:cubicBezTo>
                      <a:pt x="8873" y="5137"/>
                      <a:pt x="7239" y="5371"/>
                      <a:pt x="6772" y="5070"/>
                    </a:cubicBezTo>
                    <a:cubicBezTo>
                      <a:pt x="6338" y="4770"/>
                      <a:pt x="5404" y="3703"/>
                      <a:pt x="5037" y="3603"/>
                    </a:cubicBezTo>
                    <a:cubicBezTo>
                      <a:pt x="4637" y="3503"/>
                      <a:pt x="2769" y="3303"/>
                      <a:pt x="2435" y="2735"/>
                    </a:cubicBezTo>
                    <a:cubicBezTo>
                      <a:pt x="2102" y="2135"/>
                      <a:pt x="2002" y="0"/>
                      <a:pt x="2002" y="0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Google Shape;1334;p50"/>
              <p:cNvSpPr/>
              <p:nvPr/>
            </p:nvSpPr>
            <p:spPr>
              <a:xfrm>
                <a:off x="2944763" y="3136991"/>
                <a:ext cx="46869" cy="35898"/>
              </a:xfrm>
              <a:custGeom>
                <a:avLst/>
                <a:gdLst/>
                <a:ahLst/>
                <a:cxnLst/>
                <a:rect l="l" t="t" r="r" b="b"/>
                <a:pathLst>
                  <a:path w="2136" h="1636" fill="none" extrusionOk="0">
                    <a:moveTo>
                      <a:pt x="0" y="1"/>
                    </a:moveTo>
                    <a:cubicBezTo>
                      <a:pt x="0" y="1"/>
                      <a:pt x="367" y="1335"/>
                      <a:pt x="2135" y="1635"/>
                    </a:cubicBezTo>
                  </a:path>
                </a:pathLst>
              </a:custGeom>
              <a:noFill/>
              <a:ln w="58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36" name="Google Shape;1336;p50"/>
          <p:cNvGrpSpPr/>
          <p:nvPr/>
        </p:nvGrpSpPr>
        <p:grpSpPr>
          <a:xfrm flipH="1">
            <a:off x="2229750" y="1780992"/>
            <a:ext cx="1923612" cy="2347948"/>
            <a:chOff x="4396125" y="1780992"/>
            <a:chExt cx="1923612" cy="2347948"/>
          </a:xfrm>
        </p:grpSpPr>
        <p:sp>
          <p:nvSpPr>
            <p:cNvPr id="1337" name="Google Shape;1337;p50"/>
            <p:cNvSpPr/>
            <p:nvPr/>
          </p:nvSpPr>
          <p:spPr>
            <a:xfrm flipH="1">
              <a:off x="4396125" y="3866716"/>
              <a:ext cx="1923612" cy="262224"/>
            </a:xfrm>
            <a:custGeom>
              <a:avLst/>
              <a:gdLst/>
              <a:ahLst/>
              <a:cxnLst/>
              <a:rect l="l" t="t" r="r" b="b"/>
              <a:pathLst>
                <a:path w="161716" h="9441" extrusionOk="0">
                  <a:moveTo>
                    <a:pt x="80858" y="1"/>
                  </a:moveTo>
                  <a:cubicBezTo>
                    <a:pt x="36193" y="1"/>
                    <a:pt x="0" y="2136"/>
                    <a:pt x="0" y="4738"/>
                  </a:cubicBezTo>
                  <a:cubicBezTo>
                    <a:pt x="0" y="7339"/>
                    <a:pt x="36193" y="9441"/>
                    <a:pt x="80858" y="9441"/>
                  </a:cubicBezTo>
                  <a:cubicBezTo>
                    <a:pt x="125523" y="9441"/>
                    <a:pt x="161716" y="7339"/>
                    <a:pt x="161716" y="4738"/>
                  </a:cubicBezTo>
                  <a:cubicBezTo>
                    <a:pt x="161716" y="2136"/>
                    <a:pt x="125523" y="1"/>
                    <a:pt x="808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38" name="Google Shape;1338;p50"/>
            <p:cNvGrpSpPr/>
            <p:nvPr/>
          </p:nvGrpSpPr>
          <p:grpSpPr>
            <a:xfrm flipH="1">
              <a:off x="4662997" y="1780992"/>
              <a:ext cx="1237468" cy="2176235"/>
              <a:chOff x="2417725" y="1978275"/>
              <a:chExt cx="1477750" cy="2598800"/>
            </a:xfrm>
          </p:grpSpPr>
          <p:sp>
            <p:nvSpPr>
              <p:cNvPr id="1339" name="Google Shape;1339;p50"/>
              <p:cNvSpPr/>
              <p:nvPr/>
            </p:nvSpPr>
            <p:spPr>
              <a:xfrm>
                <a:off x="2417725" y="3487950"/>
                <a:ext cx="1135000" cy="1089125"/>
              </a:xfrm>
              <a:custGeom>
                <a:avLst/>
                <a:gdLst/>
                <a:ahLst/>
                <a:cxnLst/>
                <a:rect l="l" t="t" r="r" b="b"/>
                <a:pathLst>
                  <a:path w="45400" h="43565" extrusionOk="0">
                    <a:moveTo>
                      <a:pt x="1" y="0"/>
                    </a:moveTo>
                    <a:lnTo>
                      <a:pt x="1" y="43565"/>
                    </a:lnTo>
                    <a:lnTo>
                      <a:pt x="45400" y="43565"/>
                    </a:lnTo>
                    <a:lnTo>
                      <a:pt x="4540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Google Shape;1340;p50"/>
              <p:cNvSpPr/>
              <p:nvPr/>
            </p:nvSpPr>
            <p:spPr>
              <a:xfrm>
                <a:off x="2778825" y="3487950"/>
                <a:ext cx="773900" cy="1089125"/>
              </a:xfrm>
              <a:custGeom>
                <a:avLst/>
                <a:gdLst/>
                <a:ahLst/>
                <a:cxnLst/>
                <a:rect l="l" t="t" r="r" b="b"/>
                <a:pathLst>
                  <a:path w="30956" h="43565" extrusionOk="0">
                    <a:moveTo>
                      <a:pt x="0" y="0"/>
                    </a:moveTo>
                    <a:lnTo>
                      <a:pt x="0" y="43565"/>
                    </a:lnTo>
                    <a:lnTo>
                      <a:pt x="30956" y="43565"/>
                    </a:lnTo>
                    <a:lnTo>
                      <a:pt x="3095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Google Shape;1341;p50"/>
              <p:cNvSpPr/>
              <p:nvPr/>
            </p:nvSpPr>
            <p:spPr>
              <a:xfrm>
                <a:off x="2817175" y="3543800"/>
                <a:ext cx="696375" cy="135125"/>
              </a:xfrm>
              <a:custGeom>
                <a:avLst/>
                <a:gdLst/>
                <a:ahLst/>
                <a:cxnLst/>
                <a:rect l="l" t="t" r="r" b="b"/>
                <a:pathLst>
                  <a:path w="27855" h="5405" extrusionOk="0">
                    <a:moveTo>
                      <a:pt x="1" y="1"/>
                    </a:moveTo>
                    <a:lnTo>
                      <a:pt x="1" y="5405"/>
                    </a:lnTo>
                    <a:lnTo>
                      <a:pt x="27854" y="5405"/>
                    </a:lnTo>
                    <a:lnTo>
                      <a:pt x="2785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Google Shape;1342;p50"/>
              <p:cNvSpPr/>
              <p:nvPr/>
            </p:nvSpPr>
            <p:spPr>
              <a:xfrm>
                <a:off x="2817175" y="3712275"/>
                <a:ext cx="696375" cy="135125"/>
              </a:xfrm>
              <a:custGeom>
                <a:avLst/>
                <a:gdLst/>
                <a:ahLst/>
                <a:cxnLst/>
                <a:rect l="l" t="t" r="r" b="b"/>
                <a:pathLst>
                  <a:path w="27855" h="5405" extrusionOk="0">
                    <a:moveTo>
                      <a:pt x="1" y="0"/>
                    </a:moveTo>
                    <a:lnTo>
                      <a:pt x="1" y="5404"/>
                    </a:lnTo>
                    <a:lnTo>
                      <a:pt x="27854" y="5404"/>
                    </a:lnTo>
                    <a:lnTo>
                      <a:pt x="2785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50"/>
              <p:cNvSpPr/>
              <p:nvPr/>
            </p:nvSpPr>
            <p:spPr>
              <a:xfrm>
                <a:off x="2817175" y="3880725"/>
                <a:ext cx="696375" cy="135125"/>
              </a:xfrm>
              <a:custGeom>
                <a:avLst/>
                <a:gdLst/>
                <a:ahLst/>
                <a:cxnLst/>
                <a:rect l="l" t="t" r="r" b="b"/>
                <a:pathLst>
                  <a:path w="27855" h="5405" extrusionOk="0">
                    <a:moveTo>
                      <a:pt x="1" y="0"/>
                    </a:moveTo>
                    <a:lnTo>
                      <a:pt x="1" y="5404"/>
                    </a:lnTo>
                    <a:lnTo>
                      <a:pt x="27854" y="5404"/>
                    </a:lnTo>
                    <a:lnTo>
                      <a:pt x="2785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50"/>
              <p:cNvSpPr/>
              <p:nvPr/>
            </p:nvSpPr>
            <p:spPr>
              <a:xfrm>
                <a:off x="2817175" y="4049175"/>
                <a:ext cx="696375" cy="135125"/>
              </a:xfrm>
              <a:custGeom>
                <a:avLst/>
                <a:gdLst/>
                <a:ahLst/>
                <a:cxnLst/>
                <a:rect l="l" t="t" r="r" b="b"/>
                <a:pathLst>
                  <a:path w="27855" h="5405" extrusionOk="0">
                    <a:moveTo>
                      <a:pt x="1" y="0"/>
                    </a:moveTo>
                    <a:lnTo>
                      <a:pt x="1" y="5404"/>
                    </a:lnTo>
                    <a:lnTo>
                      <a:pt x="27854" y="5404"/>
                    </a:lnTo>
                    <a:lnTo>
                      <a:pt x="2785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50"/>
              <p:cNvSpPr/>
              <p:nvPr/>
            </p:nvSpPr>
            <p:spPr>
              <a:xfrm>
                <a:off x="2817175" y="4217625"/>
                <a:ext cx="696375" cy="135125"/>
              </a:xfrm>
              <a:custGeom>
                <a:avLst/>
                <a:gdLst/>
                <a:ahLst/>
                <a:cxnLst/>
                <a:rect l="l" t="t" r="r" b="b"/>
                <a:pathLst>
                  <a:path w="27855" h="5405" extrusionOk="0">
                    <a:moveTo>
                      <a:pt x="1" y="1"/>
                    </a:moveTo>
                    <a:lnTo>
                      <a:pt x="1" y="5404"/>
                    </a:lnTo>
                    <a:lnTo>
                      <a:pt x="27854" y="5404"/>
                    </a:lnTo>
                    <a:lnTo>
                      <a:pt x="2785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Google Shape;1346;p50"/>
              <p:cNvSpPr/>
              <p:nvPr/>
            </p:nvSpPr>
            <p:spPr>
              <a:xfrm>
                <a:off x="2817175" y="4386925"/>
                <a:ext cx="696375" cy="134275"/>
              </a:xfrm>
              <a:custGeom>
                <a:avLst/>
                <a:gdLst/>
                <a:ahLst/>
                <a:cxnLst/>
                <a:rect l="l" t="t" r="r" b="b"/>
                <a:pathLst>
                  <a:path w="27855" h="5371" extrusionOk="0">
                    <a:moveTo>
                      <a:pt x="1" y="0"/>
                    </a:moveTo>
                    <a:lnTo>
                      <a:pt x="1" y="5371"/>
                    </a:lnTo>
                    <a:lnTo>
                      <a:pt x="27854" y="5371"/>
                    </a:lnTo>
                    <a:lnTo>
                      <a:pt x="2785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Google Shape;1347;p50"/>
              <p:cNvSpPr/>
              <p:nvPr/>
            </p:nvSpPr>
            <p:spPr>
              <a:xfrm>
                <a:off x="2457750" y="3543800"/>
                <a:ext cx="281075" cy="135125"/>
              </a:xfrm>
              <a:custGeom>
                <a:avLst/>
                <a:gdLst/>
                <a:ahLst/>
                <a:cxnLst/>
                <a:rect l="l" t="t" r="r" b="b"/>
                <a:pathLst>
                  <a:path w="11243" h="5405" extrusionOk="0">
                    <a:moveTo>
                      <a:pt x="1" y="1"/>
                    </a:moveTo>
                    <a:lnTo>
                      <a:pt x="1" y="5405"/>
                    </a:lnTo>
                    <a:lnTo>
                      <a:pt x="11242" y="5405"/>
                    </a:lnTo>
                    <a:lnTo>
                      <a:pt x="1124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Google Shape;1348;p50"/>
              <p:cNvSpPr/>
              <p:nvPr/>
            </p:nvSpPr>
            <p:spPr>
              <a:xfrm>
                <a:off x="2457750" y="3712275"/>
                <a:ext cx="281075" cy="135125"/>
              </a:xfrm>
              <a:custGeom>
                <a:avLst/>
                <a:gdLst/>
                <a:ahLst/>
                <a:cxnLst/>
                <a:rect l="l" t="t" r="r" b="b"/>
                <a:pathLst>
                  <a:path w="11243" h="5405" extrusionOk="0">
                    <a:moveTo>
                      <a:pt x="1" y="0"/>
                    </a:moveTo>
                    <a:lnTo>
                      <a:pt x="1" y="5404"/>
                    </a:lnTo>
                    <a:lnTo>
                      <a:pt x="11242" y="5404"/>
                    </a:lnTo>
                    <a:lnTo>
                      <a:pt x="1124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50"/>
              <p:cNvSpPr/>
              <p:nvPr/>
            </p:nvSpPr>
            <p:spPr>
              <a:xfrm>
                <a:off x="2457750" y="3880725"/>
                <a:ext cx="281075" cy="135125"/>
              </a:xfrm>
              <a:custGeom>
                <a:avLst/>
                <a:gdLst/>
                <a:ahLst/>
                <a:cxnLst/>
                <a:rect l="l" t="t" r="r" b="b"/>
                <a:pathLst>
                  <a:path w="11243" h="5405" extrusionOk="0">
                    <a:moveTo>
                      <a:pt x="1" y="0"/>
                    </a:moveTo>
                    <a:lnTo>
                      <a:pt x="1" y="5404"/>
                    </a:lnTo>
                    <a:lnTo>
                      <a:pt x="11242" y="5404"/>
                    </a:lnTo>
                    <a:lnTo>
                      <a:pt x="1124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50"/>
              <p:cNvSpPr/>
              <p:nvPr/>
            </p:nvSpPr>
            <p:spPr>
              <a:xfrm>
                <a:off x="2457750" y="4049175"/>
                <a:ext cx="281075" cy="135125"/>
              </a:xfrm>
              <a:custGeom>
                <a:avLst/>
                <a:gdLst/>
                <a:ahLst/>
                <a:cxnLst/>
                <a:rect l="l" t="t" r="r" b="b"/>
                <a:pathLst>
                  <a:path w="11243" h="5405" extrusionOk="0">
                    <a:moveTo>
                      <a:pt x="1" y="0"/>
                    </a:moveTo>
                    <a:lnTo>
                      <a:pt x="1" y="5404"/>
                    </a:lnTo>
                    <a:lnTo>
                      <a:pt x="11242" y="5404"/>
                    </a:lnTo>
                    <a:lnTo>
                      <a:pt x="1124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50"/>
              <p:cNvSpPr/>
              <p:nvPr/>
            </p:nvSpPr>
            <p:spPr>
              <a:xfrm>
                <a:off x="2457750" y="4217625"/>
                <a:ext cx="281075" cy="135125"/>
              </a:xfrm>
              <a:custGeom>
                <a:avLst/>
                <a:gdLst/>
                <a:ahLst/>
                <a:cxnLst/>
                <a:rect l="l" t="t" r="r" b="b"/>
                <a:pathLst>
                  <a:path w="11243" h="5405" extrusionOk="0">
                    <a:moveTo>
                      <a:pt x="1" y="1"/>
                    </a:moveTo>
                    <a:lnTo>
                      <a:pt x="1" y="5404"/>
                    </a:lnTo>
                    <a:lnTo>
                      <a:pt x="11242" y="5404"/>
                    </a:lnTo>
                    <a:lnTo>
                      <a:pt x="1124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50"/>
              <p:cNvSpPr/>
              <p:nvPr/>
            </p:nvSpPr>
            <p:spPr>
              <a:xfrm>
                <a:off x="2457750" y="4386925"/>
                <a:ext cx="281075" cy="134275"/>
              </a:xfrm>
              <a:custGeom>
                <a:avLst/>
                <a:gdLst/>
                <a:ahLst/>
                <a:cxnLst/>
                <a:rect l="l" t="t" r="r" b="b"/>
                <a:pathLst>
                  <a:path w="11243" h="5371" extrusionOk="0">
                    <a:moveTo>
                      <a:pt x="1" y="0"/>
                    </a:moveTo>
                    <a:lnTo>
                      <a:pt x="1" y="5371"/>
                    </a:lnTo>
                    <a:lnTo>
                      <a:pt x="11242" y="5371"/>
                    </a:lnTo>
                    <a:lnTo>
                      <a:pt x="1124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50"/>
              <p:cNvSpPr/>
              <p:nvPr/>
            </p:nvSpPr>
            <p:spPr>
              <a:xfrm>
                <a:off x="2484450" y="3570500"/>
                <a:ext cx="130950" cy="80925"/>
              </a:xfrm>
              <a:custGeom>
                <a:avLst/>
                <a:gdLst/>
                <a:ahLst/>
                <a:cxnLst/>
                <a:rect l="l" t="t" r="r" b="b"/>
                <a:pathLst>
                  <a:path w="5238" h="3237" extrusionOk="0">
                    <a:moveTo>
                      <a:pt x="0" y="0"/>
                    </a:moveTo>
                    <a:lnTo>
                      <a:pt x="0" y="3236"/>
                    </a:lnTo>
                    <a:lnTo>
                      <a:pt x="5237" y="3236"/>
                    </a:lnTo>
                    <a:lnTo>
                      <a:pt x="523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Google Shape;1354;p50"/>
              <p:cNvSpPr/>
              <p:nvPr/>
            </p:nvSpPr>
            <p:spPr>
              <a:xfrm>
                <a:off x="2484450" y="3739775"/>
                <a:ext cx="130950" cy="80925"/>
              </a:xfrm>
              <a:custGeom>
                <a:avLst/>
                <a:gdLst/>
                <a:ahLst/>
                <a:cxnLst/>
                <a:rect l="l" t="t" r="r" b="b"/>
                <a:pathLst>
                  <a:path w="5238" h="3237" extrusionOk="0">
                    <a:moveTo>
                      <a:pt x="0" y="1"/>
                    </a:moveTo>
                    <a:lnTo>
                      <a:pt x="0" y="3237"/>
                    </a:lnTo>
                    <a:lnTo>
                      <a:pt x="5237" y="3237"/>
                    </a:lnTo>
                    <a:lnTo>
                      <a:pt x="523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Google Shape;1355;p50"/>
              <p:cNvSpPr/>
              <p:nvPr/>
            </p:nvSpPr>
            <p:spPr>
              <a:xfrm>
                <a:off x="2484450" y="3908250"/>
                <a:ext cx="130950" cy="80900"/>
              </a:xfrm>
              <a:custGeom>
                <a:avLst/>
                <a:gdLst/>
                <a:ahLst/>
                <a:cxnLst/>
                <a:rect l="l" t="t" r="r" b="b"/>
                <a:pathLst>
                  <a:path w="5238" h="3236" extrusionOk="0">
                    <a:moveTo>
                      <a:pt x="0" y="0"/>
                    </a:moveTo>
                    <a:lnTo>
                      <a:pt x="0" y="3236"/>
                    </a:lnTo>
                    <a:lnTo>
                      <a:pt x="5237" y="3236"/>
                    </a:lnTo>
                    <a:lnTo>
                      <a:pt x="523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Google Shape;1356;p50"/>
              <p:cNvSpPr/>
              <p:nvPr/>
            </p:nvSpPr>
            <p:spPr>
              <a:xfrm>
                <a:off x="2484450" y="4076700"/>
                <a:ext cx="130950" cy="80900"/>
              </a:xfrm>
              <a:custGeom>
                <a:avLst/>
                <a:gdLst/>
                <a:ahLst/>
                <a:cxnLst/>
                <a:rect l="l" t="t" r="r" b="b"/>
                <a:pathLst>
                  <a:path w="5238" h="3236" extrusionOk="0">
                    <a:moveTo>
                      <a:pt x="0" y="0"/>
                    </a:moveTo>
                    <a:lnTo>
                      <a:pt x="0" y="3236"/>
                    </a:lnTo>
                    <a:lnTo>
                      <a:pt x="5237" y="3236"/>
                    </a:lnTo>
                    <a:lnTo>
                      <a:pt x="523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Google Shape;1357;p50"/>
              <p:cNvSpPr/>
              <p:nvPr/>
            </p:nvSpPr>
            <p:spPr>
              <a:xfrm>
                <a:off x="2484450" y="4245150"/>
                <a:ext cx="130950" cy="80925"/>
              </a:xfrm>
              <a:custGeom>
                <a:avLst/>
                <a:gdLst/>
                <a:ahLst/>
                <a:cxnLst/>
                <a:rect l="l" t="t" r="r" b="b"/>
                <a:pathLst>
                  <a:path w="5238" h="3237" extrusionOk="0">
                    <a:moveTo>
                      <a:pt x="0" y="0"/>
                    </a:moveTo>
                    <a:lnTo>
                      <a:pt x="0" y="3236"/>
                    </a:lnTo>
                    <a:lnTo>
                      <a:pt x="5237" y="3236"/>
                    </a:lnTo>
                    <a:lnTo>
                      <a:pt x="523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Google Shape;1358;p50"/>
              <p:cNvSpPr/>
              <p:nvPr/>
            </p:nvSpPr>
            <p:spPr>
              <a:xfrm>
                <a:off x="2484450" y="4413600"/>
                <a:ext cx="130950" cy="80925"/>
              </a:xfrm>
              <a:custGeom>
                <a:avLst/>
                <a:gdLst/>
                <a:ahLst/>
                <a:cxnLst/>
                <a:rect l="l" t="t" r="r" b="b"/>
                <a:pathLst>
                  <a:path w="5238" h="3237" extrusionOk="0">
                    <a:moveTo>
                      <a:pt x="0" y="1"/>
                    </a:moveTo>
                    <a:lnTo>
                      <a:pt x="0" y="3236"/>
                    </a:lnTo>
                    <a:lnTo>
                      <a:pt x="5237" y="3236"/>
                    </a:lnTo>
                    <a:lnTo>
                      <a:pt x="523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Google Shape;1359;p50"/>
              <p:cNvSpPr/>
              <p:nvPr/>
            </p:nvSpPr>
            <p:spPr>
              <a:xfrm>
                <a:off x="3463475" y="3561325"/>
                <a:ext cx="16700" cy="100100"/>
              </a:xfrm>
              <a:custGeom>
                <a:avLst/>
                <a:gdLst/>
                <a:ahLst/>
                <a:cxnLst/>
                <a:rect l="l" t="t" r="r" b="b"/>
                <a:pathLst>
                  <a:path w="668" h="4004" extrusionOk="0">
                    <a:moveTo>
                      <a:pt x="1" y="0"/>
                    </a:moveTo>
                    <a:lnTo>
                      <a:pt x="1" y="4003"/>
                    </a:lnTo>
                    <a:lnTo>
                      <a:pt x="668" y="4003"/>
                    </a:lnTo>
                    <a:lnTo>
                      <a:pt x="66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50"/>
              <p:cNvSpPr/>
              <p:nvPr/>
            </p:nvSpPr>
            <p:spPr>
              <a:xfrm>
                <a:off x="3432625" y="3561325"/>
                <a:ext cx="15875" cy="100100"/>
              </a:xfrm>
              <a:custGeom>
                <a:avLst/>
                <a:gdLst/>
                <a:ahLst/>
                <a:cxnLst/>
                <a:rect l="l" t="t" r="r" b="b"/>
                <a:pathLst>
                  <a:path w="635" h="4004" extrusionOk="0">
                    <a:moveTo>
                      <a:pt x="0" y="0"/>
                    </a:moveTo>
                    <a:lnTo>
                      <a:pt x="0" y="4003"/>
                    </a:lnTo>
                    <a:lnTo>
                      <a:pt x="634" y="4003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50"/>
              <p:cNvSpPr/>
              <p:nvPr/>
            </p:nvSpPr>
            <p:spPr>
              <a:xfrm>
                <a:off x="3400925" y="3561325"/>
                <a:ext cx="16700" cy="100100"/>
              </a:xfrm>
              <a:custGeom>
                <a:avLst/>
                <a:gdLst/>
                <a:ahLst/>
                <a:cxnLst/>
                <a:rect l="l" t="t" r="r" b="b"/>
                <a:pathLst>
                  <a:path w="668" h="4004" extrusionOk="0">
                    <a:moveTo>
                      <a:pt x="1" y="0"/>
                    </a:moveTo>
                    <a:lnTo>
                      <a:pt x="1" y="4003"/>
                    </a:lnTo>
                    <a:lnTo>
                      <a:pt x="668" y="4003"/>
                    </a:lnTo>
                    <a:lnTo>
                      <a:pt x="66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50"/>
              <p:cNvSpPr/>
              <p:nvPr/>
            </p:nvSpPr>
            <p:spPr>
              <a:xfrm>
                <a:off x="3370075" y="3561325"/>
                <a:ext cx="15875" cy="100100"/>
              </a:xfrm>
              <a:custGeom>
                <a:avLst/>
                <a:gdLst/>
                <a:ahLst/>
                <a:cxnLst/>
                <a:rect l="l" t="t" r="r" b="b"/>
                <a:pathLst>
                  <a:path w="635" h="4004" extrusionOk="0">
                    <a:moveTo>
                      <a:pt x="1" y="0"/>
                    </a:moveTo>
                    <a:lnTo>
                      <a:pt x="1" y="4003"/>
                    </a:lnTo>
                    <a:lnTo>
                      <a:pt x="634" y="4003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50"/>
              <p:cNvSpPr/>
              <p:nvPr/>
            </p:nvSpPr>
            <p:spPr>
              <a:xfrm>
                <a:off x="3338400" y="3561325"/>
                <a:ext cx="16700" cy="100100"/>
              </a:xfrm>
              <a:custGeom>
                <a:avLst/>
                <a:gdLst/>
                <a:ahLst/>
                <a:cxnLst/>
                <a:rect l="l" t="t" r="r" b="b"/>
                <a:pathLst>
                  <a:path w="668" h="4004" extrusionOk="0">
                    <a:moveTo>
                      <a:pt x="0" y="0"/>
                    </a:moveTo>
                    <a:lnTo>
                      <a:pt x="0" y="4003"/>
                    </a:lnTo>
                    <a:lnTo>
                      <a:pt x="667" y="4003"/>
                    </a:lnTo>
                    <a:lnTo>
                      <a:pt x="66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50"/>
              <p:cNvSpPr/>
              <p:nvPr/>
            </p:nvSpPr>
            <p:spPr>
              <a:xfrm>
                <a:off x="3463475" y="3729775"/>
                <a:ext cx="16700" cy="100100"/>
              </a:xfrm>
              <a:custGeom>
                <a:avLst/>
                <a:gdLst/>
                <a:ahLst/>
                <a:cxnLst/>
                <a:rect l="l" t="t" r="r" b="b"/>
                <a:pathLst>
                  <a:path w="668" h="4004" extrusionOk="0">
                    <a:moveTo>
                      <a:pt x="1" y="1"/>
                    </a:moveTo>
                    <a:lnTo>
                      <a:pt x="1" y="4004"/>
                    </a:lnTo>
                    <a:lnTo>
                      <a:pt x="668" y="4004"/>
                    </a:lnTo>
                    <a:lnTo>
                      <a:pt x="66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50"/>
              <p:cNvSpPr/>
              <p:nvPr/>
            </p:nvSpPr>
            <p:spPr>
              <a:xfrm>
                <a:off x="3432625" y="3729775"/>
                <a:ext cx="15875" cy="100100"/>
              </a:xfrm>
              <a:custGeom>
                <a:avLst/>
                <a:gdLst/>
                <a:ahLst/>
                <a:cxnLst/>
                <a:rect l="l" t="t" r="r" b="b"/>
                <a:pathLst>
                  <a:path w="635" h="4004" extrusionOk="0">
                    <a:moveTo>
                      <a:pt x="0" y="1"/>
                    </a:moveTo>
                    <a:lnTo>
                      <a:pt x="0" y="4004"/>
                    </a:lnTo>
                    <a:lnTo>
                      <a:pt x="634" y="4004"/>
                    </a:lnTo>
                    <a:lnTo>
                      <a:pt x="63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Google Shape;1366;p50"/>
              <p:cNvSpPr/>
              <p:nvPr/>
            </p:nvSpPr>
            <p:spPr>
              <a:xfrm>
                <a:off x="3400925" y="3729775"/>
                <a:ext cx="16700" cy="100100"/>
              </a:xfrm>
              <a:custGeom>
                <a:avLst/>
                <a:gdLst/>
                <a:ahLst/>
                <a:cxnLst/>
                <a:rect l="l" t="t" r="r" b="b"/>
                <a:pathLst>
                  <a:path w="668" h="4004" extrusionOk="0">
                    <a:moveTo>
                      <a:pt x="1" y="1"/>
                    </a:moveTo>
                    <a:lnTo>
                      <a:pt x="1" y="4004"/>
                    </a:lnTo>
                    <a:lnTo>
                      <a:pt x="668" y="4004"/>
                    </a:lnTo>
                    <a:lnTo>
                      <a:pt x="66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Google Shape;1367;p50"/>
              <p:cNvSpPr/>
              <p:nvPr/>
            </p:nvSpPr>
            <p:spPr>
              <a:xfrm>
                <a:off x="3370075" y="3729775"/>
                <a:ext cx="15875" cy="100100"/>
              </a:xfrm>
              <a:custGeom>
                <a:avLst/>
                <a:gdLst/>
                <a:ahLst/>
                <a:cxnLst/>
                <a:rect l="l" t="t" r="r" b="b"/>
                <a:pathLst>
                  <a:path w="635" h="4004" extrusionOk="0">
                    <a:moveTo>
                      <a:pt x="1" y="1"/>
                    </a:moveTo>
                    <a:lnTo>
                      <a:pt x="1" y="4004"/>
                    </a:lnTo>
                    <a:lnTo>
                      <a:pt x="634" y="4004"/>
                    </a:lnTo>
                    <a:lnTo>
                      <a:pt x="6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Google Shape;1368;p50"/>
              <p:cNvSpPr/>
              <p:nvPr/>
            </p:nvSpPr>
            <p:spPr>
              <a:xfrm>
                <a:off x="3338400" y="3729775"/>
                <a:ext cx="16700" cy="100100"/>
              </a:xfrm>
              <a:custGeom>
                <a:avLst/>
                <a:gdLst/>
                <a:ahLst/>
                <a:cxnLst/>
                <a:rect l="l" t="t" r="r" b="b"/>
                <a:pathLst>
                  <a:path w="668" h="4004" extrusionOk="0">
                    <a:moveTo>
                      <a:pt x="0" y="1"/>
                    </a:moveTo>
                    <a:lnTo>
                      <a:pt x="0" y="4004"/>
                    </a:lnTo>
                    <a:lnTo>
                      <a:pt x="667" y="4004"/>
                    </a:lnTo>
                    <a:lnTo>
                      <a:pt x="66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50"/>
              <p:cNvSpPr/>
              <p:nvPr/>
            </p:nvSpPr>
            <p:spPr>
              <a:xfrm>
                <a:off x="3463475" y="3898225"/>
                <a:ext cx="16700" cy="100100"/>
              </a:xfrm>
              <a:custGeom>
                <a:avLst/>
                <a:gdLst/>
                <a:ahLst/>
                <a:cxnLst/>
                <a:rect l="l" t="t" r="r" b="b"/>
                <a:pathLst>
                  <a:path w="668" h="4004" extrusionOk="0">
                    <a:moveTo>
                      <a:pt x="1" y="1"/>
                    </a:moveTo>
                    <a:lnTo>
                      <a:pt x="1" y="4004"/>
                    </a:lnTo>
                    <a:lnTo>
                      <a:pt x="668" y="4004"/>
                    </a:lnTo>
                    <a:lnTo>
                      <a:pt x="66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50"/>
              <p:cNvSpPr/>
              <p:nvPr/>
            </p:nvSpPr>
            <p:spPr>
              <a:xfrm>
                <a:off x="3432625" y="3898225"/>
                <a:ext cx="15875" cy="100100"/>
              </a:xfrm>
              <a:custGeom>
                <a:avLst/>
                <a:gdLst/>
                <a:ahLst/>
                <a:cxnLst/>
                <a:rect l="l" t="t" r="r" b="b"/>
                <a:pathLst>
                  <a:path w="635" h="4004" extrusionOk="0">
                    <a:moveTo>
                      <a:pt x="0" y="1"/>
                    </a:moveTo>
                    <a:lnTo>
                      <a:pt x="0" y="4004"/>
                    </a:lnTo>
                    <a:lnTo>
                      <a:pt x="634" y="4004"/>
                    </a:lnTo>
                    <a:lnTo>
                      <a:pt x="63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50"/>
              <p:cNvSpPr/>
              <p:nvPr/>
            </p:nvSpPr>
            <p:spPr>
              <a:xfrm>
                <a:off x="3400925" y="3898225"/>
                <a:ext cx="16700" cy="100100"/>
              </a:xfrm>
              <a:custGeom>
                <a:avLst/>
                <a:gdLst/>
                <a:ahLst/>
                <a:cxnLst/>
                <a:rect l="l" t="t" r="r" b="b"/>
                <a:pathLst>
                  <a:path w="668" h="4004" extrusionOk="0">
                    <a:moveTo>
                      <a:pt x="1" y="1"/>
                    </a:moveTo>
                    <a:lnTo>
                      <a:pt x="1" y="4004"/>
                    </a:lnTo>
                    <a:lnTo>
                      <a:pt x="668" y="4004"/>
                    </a:lnTo>
                    <a:lnTo>
                      <a:pt x="66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50"/>
              <p:cNvSpPr/>
              <p:nvPr/>
            </p:nvSpPr>
            <p:spPr>
              <a:xfrm>
                <a:off x="3370075" y="3898225"/>
                <a:ext cx="15875" cy="100100"/>
              </a:xfrm>
              <a:custGeom>
                <a:avLst/>
                <a:gdLst/>
                <a:ahLst/>
                <a:cxnLst/>
                <a:rect l="l" t="t" r="r" b="b"/>
                <a:pathLst>
                  <a:path w="635" h="4004" extrusionOk="0">
                    <a:moveTo>
                      <a:pt x="1" y="1"/>
                    </a:moveTo>
                    <a:lnTo>
                      <a:pt x="1" y="4004"/>
                    </a:lnTo>
                    <a:lnTo>
                      <a:pt x="634" y="4004"/>
                    </a:lnTo>
                    <a:lnTo>
                      <a:pt x="6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50"/>
              <p:cNvSpPr/>
              <p:nvPr/>
            </p:nvSpPr>
            <p:spPr>
              <a:xfrm>
                <a:off x="3338400" y="3898225"/>
                <a:ext cx="16700" cy="100100"/>
              </a:xfrm>
              <a:custGeom>
                <a:avLst/>
                <a:gdLst/>
                <a:ahLst/>
                <a:cxnLst/>
                <a:rect l="l" t="t" r="r" b="b"/>
                <a:pathLst>
                  <a:path w="668" h="4004" extrusionOk="0">
                    <a:moveTo>
                      <a:pt x="0" y="1"/>
                    </a:moveTo>
                    <a:lnTo>
                      <a:pt x="0" y="4004"/>
                    </a:lnTo>
                    <a:lnTo>
                      <a:pt x="667" y="4004"/>
                    </a:lnTo>
                    <a:lnTo>
                      <a:pt x="66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Google Shape;1374;p50"/>
              <p:cNvSpPr/>
              <p:nvPr/>
            </p:nvSpPr>
            <p:spPr>
              <a:xfrm>
                <a:off x="3463475" y="4067525"/>
                <a:ext cx="16700" cy="99250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970" extrusionOk="0">
                    <a:moveTo>
                      <a:pt x="1" y="0"/>
                    </a:moveTo>
                    <a:lnTo>
                      <a:pt x="1" y="3970"/>
                    </a:lnTo>
                    <a:lnTo>
                      <a:pt x="668" y="3970"/>
                    </a:lnTo>
                    <a:lnTo>
                      <a:pt x="66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Google Shape;1375;p50"/>
              <p:cNvSpPr/>
              <p:nvPr/>
            </p:nvSpPr>
            <p:spPr>
              <a:xfrm>
                <a:off x="3432625" y="4067525"/>
                <a:ext cx="15875" cy="99250"/>
              </a:xfrm>
              <a:custGeom>
                <a:avLst/>
                <a:gdLst/>
                <a:ahLst/>
                <a:cxnLst/>
                <a:rect l="l" t="t" r="r" b="b"/>
                <a:pathLst>
                  <a:path w="635" h="3970" extrusionOk="0">
                    <a:moveTo>
                      <a:pt x="0" y="0"/>
                    </a:moveTo>
                    <a:lnTo>
                      <a:pt x="0" y="3970"/>
                    </a:lnTo>
                    <a:lnTo>
                      <a:pt x="634" y="3970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Google Shape;1376;p50"/>
              <p:cNvSpPr/>
              <p:nvPr/>
            </p:nvSpPr>
            <p:spPr>
              <a:xfrm>
                <a:off x="3400925" y="4067525"/>
                <a:ext cx="16700" cy="99250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970" extrusionOk="0">
                    <a:moveTo>
                      <a:pt x="1" y="0"/>
                    </a:moveTo>
                    <a:lnTo>
                      <a:pt x="1" y="3970"/>
                    </a:lnTo>
                    <a:lnTo>
                      <a:pt x="668" y="3970"/>
                    </a:lnTo>
                    <a:lnTo>
                      <a:pt x="66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Google Shape;1377;p50"/>
              <p:cNvSpPr/>
              <p:nvPr/>
            </p:nvSpPr>
            <p:spPr>
              <a:xfrm>
                <a:off x="3370075" y="4067525"/>
                <a:ext cx="15875" cy="99250"/>
              </a:xfrm>
              <a:custGeom>
                <a:avLst/>
                <a:gdLst/>
                <a:ahLst/>
                <a:cxnLst/>
                <a:rect l="l" t="t" r="r" b="b"/>
                <a:pathLst>
                  <a:path w="635" h="3970" extrusionOk="0">
                    <a:moveTo>
                      <a:pt x="1" y="0"/>
                    </a:moveTo>
                    <a:lnTo>
                      <a:pt x="1" y="3970"/>
                    </a:lnTo>
                    <a:lnTo>
                      <a:pt x="634" y="3970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Google Shape;1378;p50"/>
              <p:cNvSpPr/>
              <p:nvPr/>
            </p:nvSpPr>
            <p:spPr>
              <a:xfrm>
                <a:off x="3338400" y="4067525"/>
                <a:ext cx="16700" cy="99250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970" extrusionOk="0">
                    <a:moveTo>
                      <a:pt x="0" y="0"/>
                    </a:moveTo>
                    <a:lnTo>
                      <a:pt x="0" y="3970"/>
                    </a:lnTo>
                    <a:lnTo>
                      <a:pt x="667" y="3970"/>
                    </a:lnTo>
                    <a:lnTo>
                      <a:pt x="66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Google Shape;1379;p50"/>
              <p:cNvSpPr/>
              <p:nvPr/>
            </p:nvSpPr>
            <p:spPr>
              <a:xfrm>
                <a:off x="3463475" y="4235975"/>
                <a:ext cx="16700" cy="99250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970" extrusionOk="0">
                    <a:moveTo>
                      <a:pt x="1" y="0"/>
                    </a:moveTo>
                    <a:lnTo>
                      <a:pt x="1" y="3970"/>
                    </a:lnTo>
                    <a:lnTo>
                      <a:pt x="668" y="3970"/>
                    </a:lnTo>
                    <a:lnTo>
                      <a:pt x="66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Google Shape;1380;p50"/>
              <p:cNvSpPr/>
              <p:nvPr/>
            </p:nvSpPr>
            <p:spPr>
              <a:xfrm>
                <a:off x="3432625" y="4235975"/>
                <a:ext cx="15875" cy="99250"/>
              </a:xfrm>
              <a:custGeom>
                <a:avLst/>
                <a:gdLst/>
                <a:ahLst/>
                <a:cxnLst/>
                <a:rect l="l" t="t" r="r" b="b"/>
                <a:pathLst>
                  <a:path w="635" h="3970" extrusionOk="0">
                    <a:moveTo>
                      <a:pt x="0" y="0"/>
                    </a:moveTo>
                    <a:lnTo>
                      <a:pt x="0" y="3970"/>
                    </a:lnTo>
                    <a:lnTo>
                      <a:pt x="634" y="3970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Google Shape;1381;p50"/>
              <p:cNvSpPr/>
              <p:nvPr/>
            </p:nvSpPr>
            <p:spPr>
              <a:xfrm>
                <a:off x="3400925" y="4235975"/>
                <a:ext cx="16700" cy="99250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970" extrusionOk="0">
                    <a:moveTo>
                      <a:pt x="1" y="0"/>
                    </a:moveTo>
                    <a:lnTo>
                      <a:pt x="1" y="3970"/>
                    </a:lnTo>
                    <a:lnTo>
                      <a:pt x="668" y="3970"/>
                    </a:lnTo>
                    <a:lnTo>
                      <a:pt x="66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Google Shape;1382;p50"/>
              <p:cNvSpPr/>
              <p:nvPr/>
            </p:nvSpPr>
            <p:spPr>
              <a:xfrm>
                <a:off x="3370075" y="4235975"/>
                <a:ext cx="15875" cy="99250"/>
              </a:xfrm>
              <a:custGeom>
                <a:avLst/>
                <a:gdLst/>
                <a:ahLst/>
                <a:cxnLst/>
                <a:rect l="l" t="t" r="r" b="b"/>
                <a:pathLst>
                  <a:path w="635" h="3970" extrusionOk="0">
                    <a:moveTo>
                      <a:pt x="1" y="0"/>
                    </a:moveTo>
                    <a:lnTo>
                      <a:pt x="1" y="3970"/>
                    </a:lnTo>
                    <a:lnTo>
                      <a:pt x="634" y="3970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Google Shape;1383;p50"/>
              <p:cNvSpPr/>
              <p:nvPr/>
            </p:nvSpPr>
            <p:spPr>
              <a:xfrm>
                <a:off x="3338400" y="4235975"/>
                <a:ext cx="16700" cy="99250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970" extrusionOk="0">
                    <a:moveTo>
                      <a:pt x="0" y="0"/>
                    </a:moveTo>
                    <a:lnTo>
                      <a:pt x="0" y="3970"/>
                    </a:lnTo>
                    <a:lnTo>
                      <a:pt x="667" y="3970"/>
                    </a:lnTo>
                    <a:lnTo>
                      <a:pt x="66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Google Shape;1384;p50"/>
              <p:cNvSpPr/>
              <p:nvPr/>
            </p:nvSpPr>
            <p:spPr>
              <a:xfrm>
                <a:off x="3463475" y="4404425"/>
                <a:ext cx="16700" cy="992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971" extrusionOk="0">
                    <a:moveTo>
                      <a:pt x="1" y="1"/>
                    </a:moveTo>
                    <a:lnTo>
                      <a:pt x="1" y="3970"/>
                    </a:lnTo>
                    <a:lnTo>
                      <a:pt x="668" y="3970"/>
                    </a:lnTo>
                    <a:lnTo>
                      <a:pt x="66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Google Shape;1385;p50"/>
              <p:cNvSpPr/>
              <p:nvPr/>
            </p:nvSpPr>
            <p:spPr>
              <a:xfrm>
                <a:off x="3432625" y="4404425"/>
                <a:ext cx="15875" cy="99275"/>
              </a:xfrm>
              <a:custGeom>
                <a:avLst/>
                <a:gdLst/>
                <a:ahLst/>
                <a:cxnLst/>
                <a:rect l="l" t="t" r="r" b="b"/>
                <a:pathLst>
                  <a:path w="635" h="3971" extrusionOk="0">
                    <a:moveTo>
                      <a:pt x="0" y="1"/>
                    </a:moveTo>
                    <a:lnTo>
                      <a:pt x="0" y="3970"/>
                    </a:lnTo>
                    <a:lnTo>
                      <a:pt x="634" y="3970"/>
                    </a:lnTo>
                    <a:lnTo>
                      <a:pt x="6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Google Shape;1386;p50"/>
              <p:cNvSpPr/>
              <p:nvPr/>
            </p:nvSpPr>
            <p:spPr>
              <a:xfrm>
                <a:off x="3400925" y="4404425"/>
                <a:ext cx="16700" cy="992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971" extrusionOk="0">
                    <a:moveTo>
                      <a:pt x="1" y="1"/>
                    </a:moveTo>
                    <a:lnTo>
                      <a:pt x="1" y="3970"/>
                    </a:lnTo>
                    <a:lnTo>
                      <a:pt x="668" y="3970"/>
                    </a:lnTo>
                    <a:lnTo>
                      <a:pt x="66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Google Shape;1387;p50"/>
              <p:cNvSpPr/>
              <p:nvPr/>
            </p:nvSpPr>
            <p:spPr>
              <a:xfrm>
                <a:off x="3370075" y="4404425"/>
                <a:ext cx="15875" cy="99275"/>
              </a:xfrm>
              <a:custGeom>
                <a:avLst/>
                <a:gdLst/>
                <a:ahLst/>
                <a:cxnLst/>
                <a:rect l="l" t="t" r="r" b="b"/>
                <a:pathLst>
                  <a:path w="635" h="3971" extrusionOk="0">
                    <a:moveTo>
                      <a:pt x="1" y="1"/>
                    </a:moveTo>
                    <a:lnTo>
                      <a:pt x="1" y="3970"/>
                    </a:lnTo>
                    <a:lnTo>
                      <a:pt x="634" y="3970"/>
                    </a:lnTo>
                    <a:lnTo>
                      <a:pt x="63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Google Shape;1388;p50"/>
              <p:cNvSpPr/>
              <p:nvPr/>
            </p:nvSpPr>
            <p:spPr>
              <a:xfrm>
                <a:off x="3338400" y="4404425"/>
                <a:ext cx="16700" cy="992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971" extrusionOk="0">
                    <a:moveTo>
                      <a:pt x="0" y="1"/>
                    </a:moveTo>
                    <a:lnTo>
                      <a:pt x="0" y="3970"/>
                    </a:lnTo>
                    <a:lnTo>
                      <a:pt x="667" y="3970"/>
                    </a:lnTo>
                    <a:lnTo>
                      <a:pt x="66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Google Shape;1389;p50"/>
              <p:cNvSpPr/>
              <p:nvPr/>
            </p:nvSpPr>
            <p:spPr>
              <a:xfrm>
                <a:off x="2859725" y="3594675"/>
                <a:ext cx="39200" cy="33150"/>
              </a:xfrm>
              <a:custGeom>
                <a:avLst/>
                <a:gdLst/>
                <a:ahLst/>
                <a:cxnLst/>
                <a:rect l="l" t="t" r="r" b="b"/>
                <a:pathLst>
                  <a:path w="1568" h="1326" extrusionOk="0">
                    <a:moveTo>
                      <a:pt x="901" y="1"/>
                    </a:moveTo>
                    <a:cubicBezTo>
                      <a:pt x="300" y="1"/>
                      <a:pt x="0" y="701"/>
                      <a:pt x="434" y="1135"/>
                    </a:cubicBezTo>
                    <a:cubicBezTo>
                      <a:pt x="564" y="1266"/>
                      <a:pt x="731" y="1325"/>
                      <a:pt x="896" y="1325"/>
                    </a:cubicBezTo>
                    <a:cubicBezTo>
                      <a:pt x="1235" y="1325"/>
                      <a:pt x="1568" y="1072"/>
                      <a:pt x="1568" y="668"/>
                    </a:cubicBezTo>
                    <a:cubicBezTo>
                      <a:pt x="1568" y="301"/>
                      <a:pt x="1268" y="1"/>
                      <a:pt x="90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Google Shape;1390;p50"/>
              <p:cNvSpPr/>
              <p:nvPr/>
            </p:nvSpPr>
            <p:spPr>
              <a:xfrm>
                <a:off x="2963950" y="3594675"/>
                <a:ext cx="39225" cy="33150"/>
              </a:xfrm>
              <a:custGeom>
                <a:avLst/>
                <a:gdLst/>
                <a:ahLst/>
                <a:cxnLst/>
                <a:rect l="l" t="t" r="r" b="b"/>
                <a:pathLst>
                  <a:path w="1569" h="1326" extrusionOk="0">
                    <a:moveTo>
                      <a:pt x="901" y="1"/>
                    </a:moveTo>
                    <a:cubicBezTo>
                      <a:pt x="301" y="1"/>
                      <a:pt x="1" y="701"/>
                      <a:pt x="434" y="1135"/>
                    </a:cubicBezTo>
                    <a:cubicBezTo>
                      <a:pt x="565" y="1266"/>
                      <a:pt x="731" y="1325"/>
                      <a:pt x="896" y="1325"/>
                    </a:cubicBezTo>
                    <a:cubicBezTo>
                      <a:pt x="1236" y="1325"/>
                      <a:pt x="1568" y="1072"/>
                      <a:pt x="1568" y="668"/>
                    </a:cubicBezTo>
                    <a:cubicBezTo>
                      <a:pt x="1568" y="301"/>
                      <a:pt x="1268" y="1"/>
                      <a:pt x="90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Google Shape;1391;p50"/>
              <p:cNvSpPr/>
              <p:nvPr/>
            </p:nvSpPr>
            <p:spPr>
              <a:xfrm>
                <a:off x="3068200" y="3594675"/>
                <a:ext cx="39225" cy="33150"/>
              </a:xfrm>
              <a:custGeom>
                <a:avLst/>
                <a:gdLst/>
                <a:ahLst/>
                <a:cxnLst/>
                <a:rect l="l" t="t" r="r" b="b"/>
                <a:pathLst>
                  <a:path w="1569" h="1326" extrusionOk="0">
                    <a:moveTo>
                      <a:pt x="901" y="1"/>
                    </a:moveTo>
                    <a:cubicBezTo>
                      <a:pt x="301" y="1"/>
                      <a:pt x="0" y="701"/>
                      <a:pt x="434" y="1135"/>
                    </a:cubicBezTo>
                    <a:cubicBezTo>
                      <a:pt x="565" y="1266"/>
                      <a:pt x="731" y="1325"/>
                      <a:pt x="896" y="1325"/>
                    </a:cubicBezTo>
                    <a:cubicBezTo>
                      <a:pt x="1235" y="1325"/>
                      <a:pt x="1568" y="1072"/>
                      <a:pt x="1568" y="668"/>
                    </a:cubicBezTo>
                    <a:cubicBezTo>
                      <a:pt x="1568" y="301"/>
                      <a:pt x="1268" y="1"/>
                      <a:pt x="90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Google Shape;1392;p50"/>
              <p:cNvSpPr/>
              <p:nvPr/>
            </p:nvSpPr>
            <p:spPr>
              <a:xfrm>
                <a:off x="2859725" y="3763125"/>
                <a:ext cx="39200" cy="33525"/>
              </a:xfrm>
              <a:custGeom>
                <a:avLst/>
                <a:gdLst/>
                <a:ahLst/>
                <a:cxnLst/>
                <a:rect l="l" t="t" r="r" b="b"/>
                <a:pathLst>
                  <a:path w="1568" h="1341" extrusionOk="0">
                    <a:moveTo>
                      <a:pt x="901" y="1"/>
                    </a:moveTo>
                    <a:cubicBezTo>
                      <a:pt x="300" y="1"/>
                      <a:pt x="0" y="735"/>
                      <a:pt x="434" y="1135"/>
                    </a:cubicBezTo>
                    <a:cubicBezTo>
                      <a:pt x="565" y="1277"/>
                      <a:pt x="731" y="1340"/>
                      <a:pt x="896" y="1340"/>
                    </a:cubicBezTo>
                    <a:cubicBezTo>
                      <a:pt x="1235" y="1340"/>
                      <a:pt x="1568" y="1072"/>
                      <a:pt x="1568" y="668"/>
                    </a:cubicBezTo>
                    <a:cubicBezTo>
                      <a:pt x="1568" y="301"/>
                      <a:pt x="1268" y="1"/>
                      <a:pt x="90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Google Shape;1393;p50"/>
              <p:cNvSpPr/>
              <p:nvPr/>
            </p:nvSpPr>
            <p:spPr>
              <a:xfrm>
                <a:off x="2963950" y="3763125"/>
                <a:ext cx="39225" cy="33525"/>
              </a:xfrm>
              <a:custGeom>
                <a:avLst/>
                <a:gdLst/>
                <a:ahLst/>
                <a:cxnLst/>
                <a:rect l="l" t="t" r="r" b="b"/>
                <a:pathLst>
                  <a:path w="1569" h="1341" extrusionOk="0">
                    <a:moveTo>
                      <a:pt x="901" y="1"/>
                    </a:moveTo>
                    <a:cubicBezTo>
                      <a:pt x="301" y="1"/>
                      <a:pt x="1" y="735"/>
                      <a:pt x="434" y="1135"/>
                    </a:cubicBezTo>
                    <a:cubicBezTo>
                      <a:pt x="565" y="1277"/>
                      <a:pt x="732" y="1340"/>
                      <a:pt x="897" y="1340"/>
                    </a:cubicBezTo>
                    <a:cubicBezTo>
                      <a:pt x="1236" y="1340"/>
                      <a:pt x="1568" y="1072"/>
                      <a:pt x="1568" y="668"/>
                    </a:cubicBezTo>
                    <a:cubicBezTo>
                      <a:pt x="1568" y="301"/>
                      <a:pt x="1268" y="1"/>
                      <a:pt x="90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Google Shape;1394;p50"/>
              <p:cNvSpPr/>
              <p:nvPr/>
            </p:nvSpPr>
            <p:spPr>
              <a:xfrm>
                <a:off x="3068200" y="3763125"/>
                <a:ext cx="39225" cy="33525"/>
              </a:xfrm>
              <a:custGeom>
                <a:avLst/>
                <a:gdLst/>
                <a:ahLst/>
                <a:cxnLst/>
                <a:rect l="l" t="t" r="r" b="b"/>
                <a:pathLst>
                  <a:path w="1569" h="1341" extrusionOk="0">
                    <a:moveTo>
                      <a:pt x="901" y="1"/>
                    </a:moveTo>
                    <a:cubicBezTo>
                      <a:pt x="301" y="1"/>
                      <a:pt x="0" y="735"/>
                      <a:pt x="434" y="1135"/>
                    </a:cubicBezTo>
                    <a:cubicBezTo>
                      <a:pt x="565" y="1277"/>
                      <a:pt x="731" y="1340"/>
                      <a:pt x="896" y="1340"/>
                    </a:cubicBezTo>
                    <a:cubicBezTo>
                      <a:pt x="1236" y="1340"/>
                      <a:pt x="1568" y="1072"/>
                      <a:pt x="1568" y="668"/>
                    </a:cubicBezTo>
                    <a:cubicBezTo>
                      <a:pt x="1568" y="301"/>
                      <a:pt x="1268" y="1"/>
                      <a:pt x="90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Google Shape;1395;p50"/>
              <p:cNvSpPr/>
              <p:nvPr/>
            </p:nvSpPr>
            <p:spPr>
              <a:xfrm>
                <a:off x="2859725" y="3931600"/>
                <a:ext cx="39200" cy="33500"/>
              </a:xfrm>
              <a:custGeom>
                <a:avLst/>
                <a:gdLst/>
                <a:ahLst/>
                <a:cxnLst/>
                <a:rect l="l" t="t" r="r" b="b"/>
                <a:pathLst>
                  <a:path w="1568" h="1340" extrusionOk="0">
                    <a:moveTo>
                      <a:pt x="901" y="0"/>
                    </a:moveTo>
                    <a:cubicBezTo>
                      <a:pt x="300" y="0"/>
                      <a:pt x="0" y="734"/>
                      <a:pt x="434" y="1134"/>
                    </a:cubicBezTo>
                    <a:cubicBezTo>
                      <a:pt x="565" y="1276"/>
                      <a:pt x="731" y="1339"/>
                      <a:pt x="896" y="1339"/>
                    </a:cubicBezTo>
                    <a:cubicBezTo>
                      <a:pt x="1235" y="1339"/>
                      <a:pt x="1568" y="1071"/>
                      <a:pt x="1568" y="667"/>
                    </a:cubicBezTo>
                    <a:cubicBezTo>
                      <a:pt x="1568" y="300"/>
                      <a:pt x="1268" y="0"/>
                      <a:pt x="9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Google Shape;1396;p50"/>
              <p:cNvSpPr/>
              <p:nvPr/>
            </p:nvSpPr>
            <p:spPr>
              <a:xfrm>
                <a:off x="2963950" y="3931600"/>
                <a:ext cx="39225" cy="33500"/>
              </a:xfrm>
              <a:custGeom>
                <a:avLst/>
                <a:gdLst/>
                <a:ahLst/>
                <a:cxnLst/>
                <a:rect l="l" t="t" r="r" b="b"/>
                <a:pathLst>
                  <a:path w="1569" h="1340" extrusionOk="0">
                    <a:moveTo>
                      <a:pt x="901" y="0"/>
                    </a:moveTo>
                    <a:cubicBezTo>
                      <a:pt x="301" y="0"/>
                      <a:pt x="1" y="734"/>
                      <a:pt x="434" y="1134"/>
                    </a:cubicBezTo>
                    <a:cubicBezTo>
                      <a:pt x="565" y="1276"/>
                      <a:pt x="732" y="1339"/>
                      <a:pt x="897" y="1339"/>
                    </a:cubicBezTo>
                    <a:cubicBezTo>
                      <a:pt x="1236" y="1339"/>
                      <a:pt x="1568" y="1071"/>
                      <a:pt x="1568" y="667"/>
                    </a:cubicBezTo>
                    <a:cubicBezTo>
                      <a:pt x="1568" y="300"/>
                      <a:pt x="1268" y="0"/>
                      <a:pt x="9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Google Shape;1397;p50"/>
              <p:cNvSpPr/>
              <p:nvPr/>
            </p:nvSpPr>
            <p:spPr>
              <a:xfrm>
                <a:off x="3068200" y="3931600"/>
                <a:ext cx="39225" cy="33500"/>
              </a:xfrm>
              <a:custGeom>
                <a:avLst/>
                <a:gdLst/>
                <a:ahLst/>
                <a:cxnLst/>
                <a:rect l="l" t="t" r="r" b="b"/>
                <a:pathLst>
                  <a:path w="1569" h="1340" extrusionOk="0">
                    <a:moveTo>
                      <a:pt x="901" y="0"/>
                    </a:moveTo>
                    <a:cubicBezTo>
                      <a:pt x="301" y="0"/>
                      <a:pt x="0" y="734"/>
                      <a:pt x="434" y="1134"/>
                    </a:cubicBezTo>
                    <a:cubicBezTo>
                      <a:pt x="565" y="1276"/>
                      <a:pt x="731" y="1339"/>
                      <a:pt x="896" y="1339"/>
                    </a:cubicBezTo>
                    <a:cubicBezTo>
                      <a:pt x="1236" y="1339"/>
                      <a:pt x="1568" y="1071"/>
                      <a:pt x="1568" y="667"/>
                    </a:cubicBezTo>
                    <a:cubicBezTo>
                      <a:pt x="1568" y="300"/>
                      <a:pt x="1268" y="0"/>
                      <a:pt x="9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Google Shape;1398;p50"/>
              <p:cNvSpPr/>
              <p:nvPr/>
            </p:nvSpPr>
            <p:spPr>
              <a:xfrm>
                <a:off x="2859725" y="4100050"/>
                <a:ext cx="39200" cy="33500"/>
              </a:xfrm>
              <a:custGeom>
                <a:avLst/>
                <a:gdLst/>
                <a:ahLst/>
                <a:cxnLst/>
                <a:rect l="l" t="t" r="r" b="b"/>
                <a:pathLst>
                  <a:path w="1568" h="1340" extrusionOk="0">
                    <a:moveTo>
                      <a:pt x="901" y="0"/>
                    </a:moveTo>
                    <a:cubicBezTo>
                      <a:pt x="300" y="0"/>
                      <a:pt x="0" y="734"/>
                      <a:pt x="434" y="1134"/>
                    </a:cubicBezTo>
                    <a:cubicBezTo>
                      <a:pt x="565" y="1276"/>
                      <a:pt x="731" y="1340"/>
                      <a:pt x="896" y="1340"/>
                    </a:cubicBezTo>
                    <a:cubicBezTo>
                      <a:pt x="1235" y="1340"/>
                      <a:pt x="1568" y="1071"/>
                      <a:pt x="1568" y="667"/>
                    </a:cubicBezTo>
                    <a:cubicBezTo>
                      <a:pt x="1568" y="300"/>
                      <a:pt x="1268" y="0"/>
                      <a:pt x="9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Google Shape;1399;p50"/>
              <p:cNvSpPr/>
              <p:nvPr/>
            </p:nvSpPr>
            <p:spPr>
              <a:xfrm>
                <a:off x="2963950" y="4100050"/>
                <a:ext cx="39225" cy="33500"/>
              </a:xfrm>
              <a:custGeom>
                <a:avLst/>
                <a:gdLst/>
                <a:ahLst/>
                <a:cxnLst/>
                <a:rect l="l" t="t" r="r" b="b"/>
                <a:pathLst>
                  <a:path w="1569" h="1340" extrusionOk="0">
                    <a:moveTo>
                      <a:pt x="901" y="0"/>
                    </a:moveTo>
                    <a:cubicBezTo>
                      <a:pt x="301" y="0"/>
                      <a:pt x="1" y="734"/>
                      <a:pt x="434" y="1134"/>
                    </a:cubicBezTo>
                    <a:cubicBezTo>
                      <a:pt x="565" y="1276"/>
                      <a:pt x="732" y="1340"/>
                      <a:pt x="897" y="1340"/>
                    </a:cubicBezTo>
                    <a:cubicBezTo>
                      <a:pt x="1236" y="1340"/>
                      <a:pt x="1568" y="1071"/>
                      <a:pt x="1568" y="667"/>
                    </a:cubicBezTo>
                    <a:cubicBezTo>
                      <a:pt x="1568" y="300"/>
                      <a:pt x="1268" y="0"/>
                      <a:pt x="9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Google Shape;1400;p50"/>
              <p:cNvSpPr/>
              <p:nvPr/>
            </p:nvSpPr>
            <p:spPr>
              <a:xfrm>
                <a:off x="3068200" y="4100050"/>
                <a:ext cx="39225" cy="33500"/>
              </a:xfrm>
              <a:custGeom>
                <a:avLst/>
                <a:gdLst/>
                <a:ahLst/>
                <a:cxnLst/>
                <a:rect l="l" t="t" r="r" b="b"/>
                <a:pathLst>
                  <a:path w="1569" h="1340" extrusionOk="0">
                    <a:moveTo>
                      <a:pt x="901" y="0"/>
                    </a:moveTo>
                    <a:cubicBezTo>
                      <a:pt x="301" y="0"/>
                      <a:pt x="0" y="734"/>
                      <a:pt x="434" y="1134"/>
                    </a:cubicBezTo>
                    <a:cubicBezTo>
                      <a:pt x="565" y="1276"/>
                      <a:pt x="731" y="1340"/>
                      <a:pt x="896" y="1340"/>
                    </a:cubicBezTo>
                    <a:cubicBezTo>
                      <a:pt x="1236" y="1340"/>
                      <a:pt x="1568" y="1071"/>
                      <a:pt x="1568" y="667"/>
                    </a:cubicBezTo>
                    <a:cubicBezTo>
                      <a:pt x="1568" y="300"/>
                      <a:pt x="1268" y="0"/>
                      <a:pt x="9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Google Shape;1401;p50"/>
              <p:cNvSpPr/>
              <p:nvPr/>
            </p:nvSpPr>
            <p:spPr>
              <a:xfrm>
                <a:off x="2859725" y="4269325"/>
                <a:ext cx="39200" cy="32675"/>
              </a:xfrm>
              <a:custGeom>
                <a:avLst/>
                <a:gdLst/>
                <a:ahLst/>
                <a:cxnLst/>
                <a:rect l="l" t="t" r="r" b="b"/>
                <a:pathLst>
                  <a:path w="1568" h="1307" extrusionOk="0">
                    <a:moveTo>
                      <a:pt x="901" y="1"/>
                    </a:moveTo>
                    <a:cubicBezTo>
                      <a:pt x="300" y="1"/>
                      <a:pt x="0" y="701"/>
                      <a:pt x="434" y="1102"/>
                    </a:cubicBezTo>
                    <a:cubicBezTo>
                      <a:pt x="565" y="1243"/>
                      <a:pt x="731" y="1307"/>
                      <a:pt x="896" y="1307"/>
                    </a:cubicBezTo>
                    <a:cubicBezTo>
                      <a:pt x="1235" y="1307"/>
                      <a:pt x="1568" y="1039"/>
                      <a:pt x="1568" y="635"/>
                    </a:cubicBezTo>
                    <a:cubicBezTo>
                      <a:pt x="1568" y="268"/>
                      <a:pt x="1268" y="1"/>
                      <a:pt x="90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Google Shape;1402;p50"/>
              <p:cNvSpPr/>
              <p:nvPr/>
            </p:nvSpPr>
            <p:spPr>
              <a:xfrm>
                <a:off x="2963950" y="4269325"/>
                <a:ext cx="39225" cy="32675"/>
              </a:xfrm>
              <a:custGeom>
                <a:avLst/>
                <a:gdLst/>
                <a:ahLst/>
                <a:cxnLst/>
                <a:rect l="l" t="t" r="r" b="b"/>
                <a:pathLst>
                  <a:path w="1569" h="1307" extrusionOk="0">
                    <a:moveTo>
                      <a:pt x="901" y="1"/>
                    </a:moveTo>
                    <a:cubicBezTo>
                      <a:pt x="301" y="1"/>
                      <a:pt x="1" y="701"/>
                      <a:pt x="434" y="1102"/>
                    </a:cubicBezTo>
                    <a:cubicBezTo>
                      <a:pt x="565" y="1243"/>
                      <a:pt x="732" y="1307"/>
                      <a:pt x="897" y="1307"/>
                    </a:cubicBezTo>
                    <a:cubicBezTo>
                      <a:pt x="1236" y="1307"/>
                      <a:pt x="1568" y="1039"/>
                      <a:pt x="1568" y="635"/>
                    </a:cubicBezTo>
                    <a:cubicBezTo>
                      <a:pt x="1568" y="268"/>
                      <a:pt x="1268" y="1"/>
                      <a:pt x="90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50"/>
              <p:cNvSpPr/>
              <p:nvPr/>
            </p:nvSpPr>
            <p:spPr>
              <a:xfrm>
                <a:off x="3068200" y="4269325"/>
                <a:ext cx="39225" cy="32675"/>
              </a:xfrm>
              <a:custGeom>
                <a:avLst/>
                <a:gdLst/>
                <a:ahLst/>
                <a:cxnLst/>
                <a:rect l="l" t="t" r="r" b="b"/>
                <a:pathLst>
                  <a:path w="1569" h="1307" extrusionOk="0">
                    <a:moveTo>
                      <a:pt x="901" y="1"/>
                    </a:moveTo>
                    <a:cubicBezTo>
                      <a:pt x="301" y="1"/>
                      <a:pt x="0" y="701"/>
                      <a:pt x="434" y="1102"/>
                    </a:cubicBezTo>
                    <a:cubicBezTo>
                      <a:pt x="565" y="1243"/>
                      <a:pt x="731" y="1307"/>
                      <a:pt x="896" y="1307"/>
                    </a:cubicBezTo>
                    <a:cubicBezTo>
                      <a:pt x="1236" y="1307"/>
                      <a:pt x="1568" y="1039"/>
                      <a:pt x="1568" y="635"/>
                    </a:cubicBezTo>
                    <a:cubicBezTo>
                      <a:pt x="1568" y="268"/>
                      <a:pt x="1268" y="1"/>
                      <a:pt x="90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50"/>
              <p:cNvSpPr/>
              <p:nvPr/>
            </p:nvSpPr>
            <p:spPr>
              <a:xfrm>
                <a:off x="2859725" y="4437775"/>
                <a:ext cx="39200" cy="32975"/>
              </a:xfrm>
              <a:custGeom>
                <a:avLst/>
                <a:gdLst/>
                <a:ahLst/>
                <a:cxnLst/>
                <a:rect l="l" t="t" r="r" b="b"/>
                <a:pathLst>
                  <a:path w="1568" h="1319" extrusionOk="0">
                    <a:moveTo>
                      <a:pt x="901" y="1"/>
                    </a:moveTo>
                    <a:cubicBezTo>
                      <a:pt x="300" y="1"/>
                      <a:pt x="0" y="701"/>
                      <a:pt x="434" y="1135"/>
                    </a:cubicBezTo>
                    <a:cubicBezTo>
                      <a:pt x="560" y="1262"/>
                      <a:pt x="721" y="1318"/>
                      <a:pt x="881" y="1318"/>
                    </a:cubicBezTo>
                    <a:cubicBezTo>
                      <a:pt x="1225" y="1318"/>
                      <a:pt x="1568" y="1056"/>
                      <a:pt x="1568" y="668"/>
                    </a:cubicBezTo>
                    <a:cubicBezTo>
                      <a:pt x="1568" y="301"/>
                      <a:pt x="1268" y="1"/>
                      <a:pt x="90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50"/>
              <p:cNvSpPr/>
              <p:nvPr/>
            </p:nvSpPr>
            <p:spPr>
              <a:xfrm>
                <a:off x="2963950" y="4437775"/>
                <a:ext cx="39225" cy="32975"/>
              </a:xfrm>
              <a:custGeom>
                <a:avLst/>
                <a:gdLst/>
                <a:ahLst/>
                <a:cxnLst/>
                <a:rect l="l" t="t" r="r" b="b"/>
                <a:pathLst>
                  <a:path w="1569" h="1319" extrusionOk="0">
                    <a:moveTo>
                      <a:pt x="901" y="1"/>
                    </a:moveTo>
                    <a:cubicBezTo>
                      <a:pt x="301" y="1"/>
                      <a:pt x="1" y="701"/>
                      <a:pt x="434" y="1135"/>
                    </a:cubicBezTo>
                    <a:cubicBezTo>
                      <a:pt x="561" y="1262"/>
                      <a:pt x="721" y="1318"/>
                      <a:pt x="881" y="1318"/>
                    </a:cubicBezTo>
                    <a:cubicBezTo>
                      <a:pt x="1226" y="1318"/>
                      <a:pt x="1568" y="1056"/>
                      <a:pt x="1568" y="668"/>
                    </a:cubicBezTo>
                    <a:cubicBezTo>
                      <a:pt x="1568" y="301"/>
                      <a:pt x="1268" y="1"/>
                      <a:pt x="90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Google Shape;1406;p50"/>
              <p:cNvSpPr/>
              <p:nvPr/>
            </p:nvSpPr>
            <p:spPr>
              <a:xfrm>
                <a:off x="3068200" y="4437775"/>
                <a:ext cx="39225" cy="32975"/>
              </a:xfrm>
              <a:custGeom>
                <a:avLst/>
                <a:gdLst/>
                <a:ahLst/>
                <a:cxnLst/>
                <a:rect l="l" t="t" r="r" b="b"/>
                <a:pathLst>
                  <a:path w="1569" h="1319" extrusionOk="0">
                    <a:moveTo>
                      <a:pt x="901" y="1"/>
                    </a:moveTo>
                    <a:cubicBezTo>
                      <a:pt x="301" y="1"/>
                      <a:pt x="0" y="701"/>
                      <a:pt x="434" y="1135"/>
                    </a:cubicBezTo>
                    <a:cubicBezTo>
                      <a:pt x="561" y="1262"/>
                      <a:pt x="721" y="1318"/>
                      <a:pt x="881" y="1318"/>
                    </a:cubicBezTo>
                    <a:cubicBezTo>
                      <a:pt x="1226" y="1318"/>
                      <a:pt x="1568" y="1056"/>
                      <a:pt x="1568" y="668"/>
                    </a:cubicBezTo>
                    <a:cubicBezTo>
                      <a:pt x="1568" y="301"/>
                      <a:pt x="1268" y="1"/>
                      <a:pt x="90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Google Shape;1407;p50"/>
              <p:cNvSpPr/>
              <p:nvPr/>
            </p:nvSpPr>
            <p:spPr>
              <a:xfrm>
                <a:off x="2638725" y="1978275"/>
                <a:ext cx="663000" cy="520000"/>
              </a:xfrm>
              <a:custGeom>
                <a:avLst/>
                <a:gdLst/>
                <a:ahLst/>
                <a:cxnLst/>
                <a:rect l="l" t="t" r="r" b="b"/>
                <a:pathLst>
                  <a:path w="26520" h="20800" extrusionOk="0">
                    <a:moveTo>
                      <a:pt x="15225" y="0"/>
                    </a:moveTo>
                    <a:cubicBezTo>
                      <a:pt x="13199" y="0"/>
                      <a:pt x="11609" y="684"/>
                      <a:pt x="11609" y="2312"/>
                    </a:cubicBezTo>
                    <a:cubicBezTo>
                      <a:pt x="9541" y="2913"/>
                      <a:pt x="0" y="11952"/>
                      <a:pt x="4837" y="16622"/>
                    </a:cubicBezTo>
                    <a:cubicBezTo>
                      <a:pt x="7788" y="19452"/>
                      <a:pt x="12966" y="20799"/>
                      <a:pt x="17191" y="20799"/>
                    </a:cubicBezTo>
                    <a:cubicBezTo>
                      <a:pt x="19940" y="20799"/>
                      <a:pt x="22285" y="20229"/>
                      <a:pt x="23350" y="19124"/>
                    </a:cubicBezTo>
                    <a:cubicBezTo>
                      <a:pt x="26052" y="16356"/>
                      <a:pt x="26519" y="9484"/>
                      <a:pt x="23350" y="3646"/>
                    </a:cubicBezTo>
                    <a:cubicBezTo>
                      <a:pt x="22176" y="1497"/>
                      <a:pt x="18223" y="0"/>
                      <a:pt x="1522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50"/>
              <p:cNvSpPr/>
              <p:nvPr/>
            </p:nvSpPr>
            <p:spPr>
              <a:xfrm>
                <a:off x="3150750" y="2603900"/>
                <a:ext cx="423425" cy="440575"/>
              </a:xfrm>
              <a:custGeom>
                <a:avLst/>
                <a:gdLst/>
                <a:ahLst/>
                <a:cxnLst/>
                <a:rect l="l" t="t" r="r" b="b"/>
                <a:pathLst>
                  <a:path w="16937" h="17623" extrusionOk="0">
                    <a:moveTo>
                      <a:pt x="7720" y="13232"/>
                    </a:moveTo>
                    <a:cubicBezTo>
                      <a:pt x="7735" y="13232"/>
                      <a:pt x="7749" y="13234"/>
                      <a:pt x="7763" y="13236"/>
                    </a:cubicBezTo>
                    <a:lnTo>
                      <a:pt x="7763" y="13236"/>
                    </a:lnTo>
                    <a:cubicBezTo>
                      <a:pt x="7705" y="13251"/>
                      <a:pt x="7662" y="13258"/>
                      <a:pt x="7642" y="13258"/>
                    </a:cubicBezTo>
                    <a:cubicBezTo>
                      <a:pt x="7626" y="13258"/>
                      <a:pt x="7624" y="13254"/>
                      <a:pt x="7639" y="13246"/>
                    </a:cubicBezTo>
                    <a:cubicBezTo>
                      <a:pt x="7669" y="13236"/>
                      <a:pt x="7695" y="13232"/>
                      <a:pt x="7720" y="13232"/>
                    </a:cubicBezTo>
                    <a:close/>
                    <a:moveTo>
                      <a:pt x="2545" y="0"/>
                    </a:moveTo>
                    <a:cubicBezTo>
                      <a:pt x="1200" y="0"/>
                      <a:pt x="99" y="1045"/>
                      <a:pt x="34" y="2372"/>
                    </a:cubicBezTo>
                    <a:lnTo>
                      <a:pt x="1" y="2672"/>
                    </a:lnTo>
                    <a:lnTo>
                      <a:pt x="1" y="2939"/>
                    </a:lnTo>
                    <a:lnTo>
                      <a:pt x="1" y="3406"/>
                    </a:lnTo>
                    <a:lnTo>
                      <a:pt x="1" y="4340"/>
                    </a:lnTo>
                    <a:cubicBezTo>
                      <a:pt x="34" y="4940"/>
                      <a:pt x="101" y="5541"/>
                      <a:pt x="167" y="6174"/>
                    </a:cubicBezTo>
                    <a:cubicBezTo>
                      <a:pt x="301" y="7375"/>
                      <a:pt x="568" y="8576"/>
                      <a:pt x="935" y="9744"/>
                    </a:cubicBezTo>
                    <a:cubicBezTo>
                      <a:pt x="1135" y="10311"/>
                      <a:pt x="1302" y="10911"/>
                      <a:pt x="1568" y="11478"/>
                    </a:cubicBezTo>
                    <a:cubicBezTo>
                      <a:pt x="1835" y="12045"/>
                      <a:pt x="2102" y="12612"/>
                      <a:pt x="2402" y="13146"/>
                    </a:cubicBezTo>
                    <a:cubicBezTo>
                      <a:pt x="2703" y="13680"/>
                      <a:pt x="3036" y="14214"/>
                      <a:pt x="3403" y="14714"/>
                    </a:cubicBezTo>
                    <a:cubicBezTo>
                      <a:pt x="3570" y="14981"/>
                      <a:pt x="3770" y="15248"/>
                      <a:pt x="3937" y="15481"/>
                    </a:cubicBezTo>
                    <a:cubicBezTo>
                      <a:pt x="4037" y="15615"/>
                      <a:pt x="4137" y="15715"/>
                      <a:pt x="4237" y="15848"/>
                    </a:cubicBezTo>
                    <a:lnTo>
                      <a:pt x="4571" y="16215"/>
                    </a:lnTo>
                    <a:cubicBezTo>
                      <a:pt x="4971" y="16682"/>
                      <a:pt x="5438" y="17049"/>
                      <a:pt x="6005" y="17282"/>
                    </a:cubicBezTo>
                    <a:cubicBezTo>
                      <a:pt x="6502" y="17516"/>
                      <a:pt x="7051" y="17622"/>
                      <a:pt x="7606" y="17622"/>
                    </a:cubicBezTo>
                    <a:cubicBezTo>
                      <a:pt x="7684" y="17622"/>
                      <a:pt x="7762" y="17620"/>
                      <a:pt x="7840" y="17616"/>
                    </a:cubicBezTo>
                    <a:cubicBezTo>
                      <a:pt x="8740" y="17516"/>
                      <a:pt x="9608" y="17182"/>
                      <a:pt x="10341" y="16649"/>
                    </a:cubicBezTo>
                    <a:cubicBezTo>
                      <a:pt x="10908" y="16248"/>
                      <a:pt x="11409" y="15815"/>
                      <a:pt x="11876" y="15348"/>
                    </a:cubicBezTo>
                    <a:cubicBezTo>
                      <a:pt x="12276" y="14914"/>
                      <a:pt x="12676" y="14447"/>
                      <a:pt x="13077" y="13980"/>
                    </a:cubicBezTo>
                    <a:cubicBezTo>
                      <a:pt x="13777" y="13079"/>
                      <a:pt x="14411" y="12112"/>
                      <a:pt x="15011" y="11111"/>
                    </a:cubicBezTo>
                    <a:cubicBezTo>
                      <a:pt x="15578" y="10144"/>
                      <a:pt x="16112" y="9143"/>
                      <a:pt x="16579" y="8109"/>
                    </a:cubicBezTo>
                    <a:cubicBezTo>
                      <a:pt x="16937" y="7180"/>
                      <a:pt x="16204" y="6386"/>
                      <a:pt x="15404" y="6386"/>
                    </a:cubicBezTo>
                    <a:cubicBezTo>
                      <a:pt x="15084" y="6386"/>
                      <a:pt x="14754" y="6513"/>
                      <a:pt x="14478" y="6808"/>
                    </a:cubicBezTo>
                    <a:lnTo>
                      <a:pt x="14478" y="6842"/>
                    </a:lnTo>
                    <a:cubicBezTo>
                      <a:pt x="13177" y="8443"/>
                      <a:pt x="11776" y="10011"/>
                      <a:pt x="10308" y="11445"/>
                    </a:cubicBezTo>
                    <a:cubicBezTo>
                      <a:pt x="9674" y="12079"/>
                      <a:pt x="8940" y="12646"/>
                      <a:pt x="8173" y="13079"/>
                    </a:cubicBezTo>
                    <a:cubicBezTo>
                      <a:pt x="8099" y="13116"/>
                      <a:pt x="8028" y="13147"/>
                      <a:pt x="7964" y="13171"/>
                    </a:cubicBezTo>
                    <a:lnTo>
                      <a:pt x="7964" y="13171"/>
                    </a:lnTo>
                    <a:lnTo>
                      <a:pt x="7906" y="13079"/>
                    </a:lnTo>
                    <a:cubicBezTo>
                      <a:pt x="7840" y="12979"/>
                      <a:pt x="7773" y="12879"/>
                      <a:pt x="7706" y="12779"/>
                    </a:cubicBezTo>
                    <a:cubicBezTo>
                      <a:pt x="7573" y="12579"/>
                      <a:pt x="7439" y="12412"/>
                      <a:pt x="7339" y="12212"/>
                    </a:cubicBezTo>
                    <a:cubicBezTo>
                      <a:pt x="7106" y="11812"/>
                      <a:pt x="6906" y="11378"/>
                      <a:pt x="6705" y="10978"/>
                    </a:cubicBezTo>
                    <a:cubicBezTo>
                      <a:pt x="6305" y="10111"/>
                      <a:pt x="5972" y="9243"/>
                      <a:pt x="5738" y="8343"/>
                    </a:cubicBezTo>
                    <a:cubicBezTo>
                      <a:pt x="5505" y="7409"/>
                      <a:pt x="5338" y="6475"/>
                      <a:pt x="5204" y="5541"/>
                    </a:cubicBezTo>
                    <a:cubicBezTo>
                      <a:pt x="5171" y="5074"/>
                      <a:pt x="5104" y="4607"/>
                      <a:pt x="5104" y="4140"/>
                    </a:cubicBezTo>
                    <a:lnTo>
                      <a:pt x="5104" y="3439"/>
                    </a:lnTo>
                    <a:lnTo>
                      <a:pt x="5104" y="2839"/>
                    </a:lnTo>
                    <a:lnTo>
                      <a:pt x="5038" y="2639"/>
                    </a:lnTo>
                    <a:cubicBezTo>
                      <a:pt x="5104" y="1238"/>
                      <a:pt x="4037" y="70"/>
                      <a:pt x="2669" y="3"/>
                    </a:cubicBezTo>
                    <a:cubicBezTo>
                      <a:pt x="2628" y="1"/>
                      <a:pt x="2586" y="0"/>
                      <a:pt x="2545" y="0"/>
                    </a:cubicBezTo>
                    <a:close/>
                  </a:path>
                </a:pathLst>
              </a:custGeom>
              <a:solidFill>
                <a:srgbClr val="72422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50"/>
              <p:cNvSpPr/>
              <p:nvPr/>
            </p:nvSpPr>
            <p:spPr>
              <a:xfrm>
                <a:off x="3505175" y="2727175"/>
                <a:ext cx="189325" cy="106475"/>
              </a:xfrm>
              <a:custGeom>
                <a:avLst/>
                <a:gdLst/>
                <a:ahLst/>
                <a:cxnLst/>
                <a:rect l="l" t="t" r="r" b="b"/>
                <a:pathLst>
                  <a:path w="7573" h="4259" extrusionOk="0">
                    <a:moveTo>
                      <a:pt x="4992" y="1"/>
                    </a:moveTo>
                    <a:cubicBezTo>
                      <a:pt x="4687" y="1"/>
                      <a:pt x="4387" y="59"/>
                      <a:pt x="4103" y="176"/>
                    </a:cubicBezTo>
                    <a:lnTo>
                      <a:pt x="834" y="1544"/>
                    </a:lnTo>
                    <a:lnTo>
                      <a:pt x="0" y="3078"/>
                    </a:lnTo>
                    <a:cubicBezTo>
                      <a:pt x="596" y="4021"/>
                      <a:pt x="1412" y="4258"/>
                      <a:pt x="2084" y="4258"/>
                    </a:cubicBezTo>
                    <a:cubicBezTo>
                      <a:pt x="2768" y="4258"/>
                      <a:pt x="3303" y="4012"/>
                      <a:pt x="3303" y="4012"/>
                    </a:cubicBezTo>
                    <a:lnTo>
                      <a:pt x="5338" y="4146"/>
                    </a:lnTo>
                    <a:cubicBezTo>
                      <a:pt x="5367" y="4148"/>
                      <a:pt x="5396" y="4149"/>
                      <a:pt x="5424" y="4149"/>
                    </a:cubicBezTo>
                    <a:cubicBezTo>
                      <a:pt x="5790" y="4149"/>
                      <a:pt x="6119" y="3955"/>
                      <a:pt x="6305" y="3645"/>
                    </a:cubicBezTo>
                    <a:lnTo>
                      <a:pt x="7272" y="1977"/>
                    </a:lnTo>
                    <a:cubicBezTo>
                      <a:pt x="7573" y="1444"/>
                      <a:pt x="7339" y="743"/>
                      <a:pt x="6772" y="510"/>
                    </a:cubicBezTo>
                    <a:lnTo>
                      <a:pt x="5905" y="176"/>
                    </a:lnTo>
                    <a:cubicBezTo>
                      <a:pt x="5604" y="59"/>
                      <a:pt x="5296" y="1"/>
                      <a:pt x="4992" y="1"/>
                    </a:cubicBezTo>
                    <a:close/>
                  </a:path>
                </a:pathLst>
              </a:custGeom>
              <a:solidFill>
                <a:srgbClr val="72422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50"/>
              <p:cNvSpPr/>
              <p:nvPr/>
            </p:nvSpPr>
            <p:spPr>
              <a:xfrm>
                <a:off x="3081550" y="2557175"/>
                <a:ext cx="233525" cy="286150"/>
              </a:xfrm>
              <a:custGeom>
                <a:avLst/>
                <a:gdLst/>
                <a:ahLst/>
                <a:cxnLst/>
                <a:rect l="l" t="t" r="r" b="b"/>
                <a:pathLst>
                  <a:path w="9341" h="11446" extrusionOk="0">
                    <a:moveTo>
                      <a:pt x="4487" y="1"/>
                    </a:moveTo>
                    <a:cubicBezTo>
                      <a:pt x="3213" y="1"/>
                      <a:pt x="2241" y="997"/>
                      <a:pt x="1301" y="2406"/>
                    </a:cubicBezTo>
                    <a:cubicBezTo>
                      <a:pt x="0" y="4307"/>
                      <a:pt x="2769" y="11446"/>
                      <a:pt x="2769" y="11446"/>
                    </a:cubicBezTo>
                    <a:lnTo>
                      <a:pt x="9340" y="8110"/>
                    </a:lnTo>
                    <a:cubicBezTo>
                      <a:pt x="9340" y="8110"/>
                      <a:pt x="7772" y="1505"/>
                      <a:pt x="6271" y="571"/>
                    </a:cubicBezTo>
                    <a:cubicBezTo>
                      <a:pt x="5610" y="177"/>
                      <a:pt x="5022" y="1"/>
                      <a:pt x="448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Google Shape;1411;p50"/>
              <p:cNvSpPr/>
              <p:nvPr/>
            </p:nvSpPr>
            <p:spPr>
              <a:xfrm>
                <a:off x="3105725" y="2638825"/>
                <a:ext cx="171800" cy="204500"/>
              </a:xfrm>
              <a:custGeom>
                <a:avLst/>
                <a:gdLst/>
                <a:ahLst/>
                <a:cxnLst/>
                <a:rect l="l" t="t" r="r" b="b"/>
                <a:pathLst>
                  <a:path w="6872" h="8180" extrusionOk="0">
                    <a:moveTo>
                      <a:pt x="3147" y="0"/>
                    </a:moveTo>
                    <a:cubicBezTo>
                      <a:pt x="1958" y="0"/>
                      <a:pt x="754" y="454"/>
                      <a:pt x="0" y="1208"/>
                    </a:cubicBezTo>
                    <a:cubicBezTo>
                      <a:pt x="167" y="4010"/>
                      <a:pt x="1802" y="8180"/>
                      <a:pt x="1802" y="8180"/>
                    </a:cubicBezTo>
                    <a:lnTo>
                      <a:pt x="6538" y="5778"/>
                    </a:lnTo>
                    <a:cubicBezTo>
                      <a:pt x="6839" y="4644"/>
                      <a:pt x="6872" y="3443"/>
                      <a:pt x="6572" y="2276"/>
                    </a:cubicBezTo>
                    <a:cubicBezTo>
                      <a:pt x="6005" y="667"/>
                      <a:pt x="4587" y="0"/>
                      <a:pt x="3147" y="0"/>
                    </a:cubicBezTo>
                    <a:close/>
                  </a:path>
                </a:pathLst>
              </a:custGeom>
              <a:solidFill>
                <a:srgbClr val="AAF6B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Google Shape;1412;p50"/>
              <p:cNvSpPr/>
              <p:nvPr/>
            </p:nvSpPr>
            <p:spPr>
              <a:xfrm>
                <a:off x="2717100" y="2501300"/>
                <a:ext cx="551275" cy="673950"/>
              </a:xfrm>
              <a:custGeom>
                <a:avLst/>
                <a:gdLst/>
                <a:ahLst/>
                <a:cxnLst/>
                <a:rect l="l" t="t" r="r" b="b"/>
                <a:pathLst>
                  <a:path w="22051" h="26958" extrusionOk="0">
                    <a:moveTo>
                      <a:pt x="7919" y="0"/>
                    </a:moveTo>
                    <a:cubicBezTo>
                      <a:pt x="7704" y="0"/>
                      <a:pt x="7488" y="2"/>
                      <a:pt x="7273" y="4"/>
                    </a:cubicBezTo>
                    <a:cubicBezTo>
                      <a:pt x="4838" y="4"/>
                      <a:pt x="2403" y="171"/>
                      <a:pt x="1" y="538"/>
                    </a:cubicBezTo>
                    <a:cubicBezTo>
                      <a:pt x="1635" y="14348"/>
                      <a:pt x="435" y="16316"/>
                      <a:pt x="1269" y="22587"/>
                    </a:cubicBezTo>
                    <a:cubicBezTo>
                      <a:pt x="1335" y="23355"/>
                      <a:pt x="101" y="24889"/>
                      <a:pt x="1502" y="26056"/>
                    </a:cubicBezTo>
                    <a:lnTo>
                      <a:pt x="17947" y="26957"/>
                    </a:lnTo>
                    <a:cubicBezTo>
                      <a:pt x="20249" y="25489"/>
                      <a:pt x="18147" y="24689"/>
                      <a:pt x="18748" y="23188"/>
                    </a:cubicBezTo>
                    <a:cubicBezTo>
                      <a:pt x="20782" y="17951"/>
                      <a:pt x="21683" y="9244"/>
                      <a:pt x="21917" y="5909"/>
                    </a:cubicBezTo>
                    <a:cubicBezTo>
                      <a:pt x="22050" y="3607"/>
                      <a:pt x="20516" y="1572"/>
                      <a:pt x="18281" y="1072"/>
                    </a:cubicBezTo>
                    <a:cubicBezTo>
                      <a:pt x="17213" y="872"/>
                      <a:pt x="16079" y="638"/>
                      <a:pt x="14978" y="471"/>
                    </a:cubicBezTo>
                    <a:cubicBezTo>
                      <a:pt x="12625" y="166"/>
                      <a:pt x="10272" y="0"/>
                      <a:pt x="791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50"/>
              <p:cNvSpPr/>
              <p:nvPr/>
            </p:nvSpPr>
            <p:spPr>
              <a:xfrm>
                <a:off x="2733800" y="2680700"/>
                <a:ext cx="69225" cy="225175"/>
              </a:xfrm>
              <a:custGeom>
                <a:avLst/>
                <a:gdLst/>
                <a:ahLst/>
                <a:cxnLst/>
                <a:rect l="l" t="t" r="r" b="b"/>
                <a:pathLst>
                  <a:path w="2769" h="9007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300" y="4137"/>
                      <a:pt x="267" y="6738"/>
                      <a:pt x="267" y="9007"/>
                    </a:cubicBezTo>
                    <a:cubicBezTo>
                      <a:pt x="934" y="7839"/>
                      <a:pt x="2769" y="4437"/>
                      <a:pt x="2068" y="2669"/>
                    </a:cubicBezTo>
                    <a:cubicBezTo>
                      <a:pt x="1635" y="1601"/>
                      <a:pt x="901" y="667"/>
                      <a:pt x="0" y="0"/>
                    </a:cubicBezTo>
                    <a:close/>
                  </a:path>
                </a:pathLst>
              </a:custGeom>
              <a:solidFill>
                <a:srgbClr val="AAF6B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50"/>
              <p:cNvSpPr/>
              <p:nvPr/>
            </p:nvSpPr>
            <p:spPr>
              <a:xfrm>
                <a:off x="2848875" y="2500225"/>
                <a:ext cx="212675" cy="212175"/>
              </a:xfrm>
              <a:custGeom>
                <a:avLst/>
                <a:gdLst/>
                <a:ahLst/>
                <a:cxnLst/>
                <a:rect l="l" t="t" r="r" b="b"/>
                <a:pathLst>
                  <a:path w="8507" h="8487" extrusionOk="0">
                    <a:moveTo>
                      <a:pt x="2393" y="1"/>
                    </a:moveTo>
                    <a:cubicBezTo>
                      <a:pt x="2255" y="1"/>
                      <a:pt x="2124" y="16"/>
                      <a:pt x="2002" y="47"/>
                    </a:cubicBezTo>
                    <a:cubicBezTo>
                      <a:pt x="0" y="2282"/>
                      <a:pt x="2902" y="6552"/>
                      <a:pt x="5438" y="8487"/>
                    </a:cubicBezTo>
                    <a:cubicBezTo>
                      <a:pt x="5704" y="6052"/>
                      <a:pt x="8506" y="3750"/>
                      <a:pt x="8506" y="3750"/>
                    </a:cubicBezTo>
                    <a:cubicBezTo>
                      <a:pt x="8506" y="3750"/>
                      <a:pt x="4580" y="1"/>
                      <a:pt x="239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50"/>
              <p:cNvSpPr/>
              <p:nvPr/>
            </p:nvSpPr>
            <p:spPr>
              <a:xfrm>
                <a:off x="3041450" y="2511275"/>
                <a:ext cx="118500" cy="201125"/>
              </a:xfrm>
              <a:custGeom>
                <a:avLst/>
                <a:gdLst/>
                <a:ahLst/>
                <a:cxnLst/>
                <a:rect l="l" t="t" r="r" b="b"/>
                <a:pathLst>
                  <a:path w="4740" h="8045" extrusionOk="0">
                    <a:moveTo>
                      <a:pt x="1665" y="0"/>
                    </a:moveTo>
                    <a:cubicBezTo>
                      <a:pt x="0" y="0"/>
                      <a:pt x="1137" y="4009"/>
                      <a:pt x="1137" y="4009"/>
                    </a:cubicBezTo>
                    <a:cubicBezTo>
                      <a:pt x="1137" y="4009"/>
                      <a:pt x="3305" y="5877"/>
                      <a:pt x="3339" y="8045"/>
                    </a:cubicBezTo>
                    <a:cubicBezTo>
                      <a:pt x="4740" y="6143"/>
                      <a:pt x="4740" y="1473"/>
                      <a:pt x="1971" y="39"/>
                    </a:cubicBezTo>
                    <a:cubicBezTo>
                      <a:pt x="1860" y="13"/>
                      <a:pt x="1758" y="0"/>
                      <a:pt x="166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50"/>
              <p:cNvSpPr/>
              <p:nvPr/>
            </p:nvSpPr>
            <p:spPr>
              <a:xfrm>
                <a:off x="3436800" y="3829025"/>
                <a:ext cx="218500" cy="262700"/>
              </a:xfrm>
              <a:custGeom>
                <a:avLst/>
                <a:gdLst/>
                <a:ahLst/>
                <a:cxnLst/>
                <a:rect l="l" t="t" r="r" b="b"/>
                <a:pathLst>
                  <a:path w="8740" h="10508" extrusionOk="0">
                    <a:moveTo>
                      <a:pt x="5171" y="0"/>
                    </a:moveTo>
                    <a:lnTo>
                      <a:pt x="0" y="8640"/>
                    </a:lnTo>
                    <a:lnTo>
                      <a:pt x="3569" y="10508"/>
                    </a:lnTo>
                    <a:lnTo>
                      <a:pt x="8740" y="1868"/>
                    </a:lnTo>
                    <a:lnTo>
                      <a:pt x="5171" y="0"/>
                    </a:lnTo>
                    <a:close/>
                  </a:path>
                </a:pathLst>
              </a:custGeom>
              <a:solidFill>
                <a:srgbClr val="7F3E3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50"/>
              <p:cNvSpPr/>
              <p:nvPr/>
            </p:nvSpPr>
            <p:spPr>
              <a:xfrm>
                <a:off x="3373425" y="3958475"/>
                <a:ext cx="169300" cy="306100"/>
              </a:xfrm>
              <a:custGeom>
                <a:avLst/>
                <a:gdLst/>
                <a:ahLst/>
                <a:cxnLst/>
                <a:rect l="l" t="t" r="r" b="b"/>
                <a:pathLst>
                  <a:path w="6772" h="12244" extrusionOk="0">
                    <a:moveTo>
                      <a:pt x="4264" y="0"/>
                    </a:moveTo>
                    <a:cubicBezTo>
                      <a:pt x="4223" y="0"/>
                      <a:pt x="4179" y="9"/>
                      <a:pt x="4136" y="26"/>
                    </a:cubicBezTo>
                    <a:lnTo>
                      <a:pt x="567" y="1193"/>
                    </a:lnTo>
                    <a:cubicBezTo>
                      <a:pt x="167" y="1327"/>
                      <a:pt x="0" y="1760"/>
                      <a:pt x="200" y="2127"/>
                    </a:cubicBezTo>
                    <a:cubicBezTo>
                      <a:pt x="934" y="3595"/>
                      <a:pt x="1401" y="4262"/>
                      <a:pt x="2302" y="6097"/>
                    </a:cubicBezTo>
                    <a:cubicBezTo>
                      <a:pt x="2869" y="7231"/>
                      <a:pt x="3636" y="9733"/>
                      <a:pt x="4403" y="11301"/>
                    </a:cubicBezTo>
                    <a:cubicBezTo>
                      <a:pt x="4757" y="11993"/>
                      <a:pt x="5267" y="12243"/>
                      <a:pt x="5708" y="12243"/>
                    </a:cubicBezTo>
                    <a:cubicBezTo>
                      <a:pt x="6267" y="12243"/>
                      <a:pt x="6716" y="11844"/>
                      <a:pt x="6605" y="11434"/>
                    </a:cubicBezTo>
                    <a:cubicBezTo>
                      <a:pt x="5771" y="8198"/>
                      <a:pt x="6371" y="6531"/>
                      <a:pt x="6705" y="5130"/>
                    </a:cubicBezTo>
                    <a:cubicBezTo>
                      <a:pt x="6772" y="4896"/>
                      <a:pt x="6738" y="4629"/>
                      <a:pt x="6638" y="4396"/>
                    </a:cubicBezTo>
                    <a:lnTo>
                      <a:pt x="4537" y="193"/>
                    </a:lnTo>
                    <a:cubicBezTo>
                      <a:pt x="4487" y="69"/>
                      <a:pt x="4383" y="0"/>
                      <a:pt x="426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Google Shape;1418;p50"/>
              <p:cNvSpPr/>
              <p:nvPr/>
            </p:nvSpPr>
            <p:spPr>
              <a:xfrm>
                <a:off x="3496000" y="3829025"/>
                <a:ext cx="159300" cy="175975"/>
              </a:xfrm>
              <a:custGeom>
                <a:avLst/>
                <a:gdLst/>
                <a:ahLst/>
                <a:cxnLst/>
                <a:rect l="l" t="t" r="r" b="b"/>
                <a:pathLst>
                  <a:path w="6372" h="7039" extrusionOk="0">
                    <a:moveTo>
                      <a:pt x="2803" y="0"/>
                    </a:moveTo>
                    <a:lnTo>
                      <a:pt x="1" y="4704"/>
                    </a:lnTo>
                    <a:lnTo>
                      <a:pt x="3303" y="7039"/>
                    </a:lnTo>
                    <a:lnTo>
                      <a:pt x="6372" y="1868"/>
                    </a:lnTo>
                    <a:lnTo>
                      <a:pt x="280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Google Shape;1419;p50"/>
              <p:cNvSpPr/>
              <p:nvPr/>
            </p:nvSpPr>
            <p:spPr>
              <a:xfrm>
                <a:off x="2888075" y="3153375"/>
                <a:ext cx="1007400" cy="813275"/>
              </a:xfrm>
              <a:custGeom>
                <a:avLst/>
                <a:gdLst/>
                <a:ahLst/>
                <a:cxnLst/>
                <a:rect l="l" t="t" r="r" b="b"/>
                <a:pathLst>
                  <a:path w="40296" h="32531" extrusionOk="0">
                    <a:moveTo>
                      <a:pt x="20968" y="1"/>
                    </a:moveTo>
                    <a:cubicBezTo>
                      <a:pt x="14580" y="1"/>
                      <a:pt x="8606" y="841"/>
                      <a:pt x="8606" y="841"/>
                    </a:cubicBezTo>
                    <a:lnTo>
                      <a:pt x="1168" y="2208"/>
                    </a:lnTo>
                    <a:cubicBezTo>
                      <a:pt x="467" y="2409"/>
                      <a:pt x="0" y="3076"/>
                      <a:pt x="67" y="3776"/>
                    </a:cubicBezTo>
                    <a:cubicBezTo>
                      <a:pt x="97" y="11607"/>
                      <a:pt x="4894" y="13633"/>
                      <a:pt x="10569" y="13633"/>
                    </a:cubicBezTo>
                    <a:cubicBezTo>
                      <a:pt x="16653" y="13633"/>
                      <a:pt x="23747" y="11304"/>
                      <a:pt x="27058" y="11304"/>
                    </a:cubicBezTo>
                    <a:cubicBezTo>
                      <a:pt x="27459" y="11304"/>
                      <a:pt x="27805" y="11338"/>
                      <a:pt x="28087" y="11415"/>
                    </a:cubicBezTo>
                    <a:cubicBezTo>
                      <a:pt x="29922" y="18320"/>
                      <a:pt x="24751" y="29862"/>
                      <a:pt x="24751" y="29862"/>
                    </a:cubicBezTo>
                    <a:lnTo>
                      <a:pt x="29655" y="32530"/>
                    </a:lnTo>
                    <a:cubicBezTo>
                      <a:pt x="29655" y="32530"/>
                      <a:pt x="40296" y="18687"/>
                      <a:pt x="36026" y="4744"/>
                    </a:cubicBezTo>
                    <a:cubicBezTo>
                      <a:pt x="34863" y="930"/>
                      <a:pt x="27687" y="1"/>
                      <a:pt x="209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Google Shape;1420;p50"/>
              <p:cNvSpPr/>
              <p:nvPr/>
            </p:nvSpPr>
            <p:spPr>
              <a:xfrm>
                <a:off x="3529500" y="4078975"/>
                <a:ext cx="40750" cy="46100"/>
              </a:xfrm>
              <a:custGeom>
                <a:avLst/>
                <a:gdLst/>
                <a:ahLst/>
                <a:cxnLst/>
                <a:rect l="l" t="t" r="r" b="b"/>
                <a:pathLst>
                  <a:path w="1630" h="1844" extrusionOk="0">
                    <a:moveTo>
                      <a:pt x="262" y="310"/>
                    </a:moveTo>
                    <a:lnTo>
                      <a:pt x="262" y="310"/>
                    </a:lnTo>
                    <a:cubicBezTo>
                      <a:pt x="762" y="643"/>
                      <a:pt x="1429" y="1143"/>
                      <a:pt x="1429" y="1410"/>
                    </a:cubicBezTo>
                    <a:cubicBezTo>
                      <a:pt x="1429" y="1477"/>
                      <a:pt x="1396" y="1510"/>
                      <a:pt x="1362" y="1544"/>
                    </a:cubicBezTo>
                    <a:cubicBezTo>
                      <a:pt x="1298" y="1608"/>
                      <a:pt x="1219" y="1645"/>
                      <a:pt x="1136" y="1645"/>
                    </a:cubicBezTo>
                    <a:cubicBezTo>
                      <a:pt x="1090" y="1645"/>
                      <a:pt x="1043" y="1634"/>
                      <a:pt x="996" y="1610"/>
                    </a:cubicBezTo>
                    <a:cubicBezTo>
                      <a:pt x="729" y="1510"/>
                      <a:pt x="462" y="1043"/>
                      <a:pt x="262" y="310"/>
                    </a:cubicBezTo>
                    <a:close/>
                    <a:moveTo>
                      <a:pt x="124" y="1"/>
                    </a:moveTo>
                    <a:cubicBezTo>
                      <a:pt x="64" y="1"/>
                      <a:pt x="1" y="60"/>
                      <a:pt x="28" y="143"/>
                    </a:cubicBezTo>
                    <a:cubicBezTo>
                      <a:pt x="128" y="643"/>
                      <a:pt x="395" y="1544"/>
                      <a:pt x="862" y="1777"/>
                    </a:cubicBezTo>
                    <a:lnTo>
                      <a:pt x="929" y="1811"/>
                    </a:lnTo>
                    <a:cubicBezTo>
                      <a:pt x="984" y="1833"/>
                      <a:pt x="1044" y="1844"/>
                      <a:pt x="1104" y="1844"/>
                    </a:cubicBezTo>
                    <a:cubicBezTo>
                      <a:pt x="1225" y="1844"/>
                      <a:pt x="1351" y="1799"/>
                      <a:pt x="1463" y="1711"/>
                    </a:cubicBezTo>
                    <a:cubicBezTo>
                      <a:pt x="1563" y="1644"/>
                      <a:pt x="1629" y="1544"/>
                      <a:pt x="1629" y="1410"/>
                    </a:cubicBezTo>
                    <a:cubicBezTo>
                      <a:pt x="1629" y="877"/>
                      <a:pt x="295" y="109"/>
                      <a:pt x="162" y="9"/>
                    </a:cubicBezTo>
                    <a:cubicBezTo>
                      <a:pt x="150" y="3"/>
                      <a:pt x="137" y="1"/>
                      <a:pt x="124" y="1"/>
                    </a:cubicBez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Google Shape;1421;p50"/>
              <p:cNvSpPr/>
              <p:nvPr/>
            </p:nvSpPr>
            <p:spPr>
              <a:xfrm>
                <a:off x="3529350" y="4070225"/>
                <a:ext cx="53400" cy="22650"/>
              </a:xfrm>
              <a:custGeom>
                <a:avLst/>
                <a:gdLst/>
                <a:ahLst/>
                <a:cxnLst/>
                <a:rect l="l" t="t" r="r" b="b"/>
                <a:pathLst>
                  <a:path w="2136" h="906" extrusionOk="0">
                    <a:moveTo>
                      <a:pt x="1454" y="186"/>
                    </a:moveTo>
                    <a:cubicBezTo>
                      <a:pt x="1547" y="186"/>
                      <a:pt x="1632" y="198"/>
                      <a:pt x="1702" y="226"/>
                    </a:cubicBezTo>
                    <a:lnTo>
                      <a:pt x="1702" y="259"/>
                    </a:lnTo>
                    <a:cubicBezTo>
                      <a:pt x="1802" y="293"/>
                      <a:pt x="1835" y="359"/>
                      <a:pt x="1869" y="426"/>
                    </a:cubicBezTo>
                    <a:cubicBezTo>
                      <a:pt x="1936" y="559"/>
                      <a:pt x="1869" y="593"/>
                      <a:pt x="1835" y="626"/>
                    </a:cubicBezTo>
                    <a:cubicBezTo>
                      <a:pt x="1756" y="683"/>
                      <a:pt x="1610" y="709"/>
                      <a:pt x="1433" y="709"/>
                    </a:cubicBezTo>
                    <a:cubicBezTo>
                      <a:pt x="1094" y="709"/>
                      <a:pt x="642" y="613"/>
                      <a:pt x="334" y="459"/>
                    </a:cubicBezTo>
                    <a:cubicBezTo>
                      <a:pt x="624" y="354"/>
                      <a:pt x="1102" y="186"/>
                      <a:pt x="1454" y="186"/>
                    </a:cubicBezTo>
                    <a:close/>
                    <a:moveTo>
                      <a:pt x="1426" y="0"/>
                    </a:moveTo>
                    <a:cubicBezTo>
                      <a:pt x="853" y="0"/>
                      <a:pt x="122" y="365"/>
                      <a:pt x="68" y="393"/>
                    </a:cubicBezTo>
                    <a:cubicBezTo>
                      <a:pt x="34" y="393"/>
                      <a:pt x="34" y="426"/>
                      <a:pt x="34" y="459"/>
                    </a:cubicBezTo>
                    <a:cubicBezTo>
                      <a:pt x="1" y="493"/>
                      <a:pt x="34" y="526"/>
                      <a:pt x="68" y="559"/>
                    </a:cubicBezTo>
                    <a:cubicBezTo>
                      <a:pt x="101" y="593"/>
                      <a:pt x="134" y="593"/>
                      <a:pt x="201" y="626"/>
                    </a:cubicBezTo>
                    <a:cubicBezTo>
                      <a:pt x="509" y="780"/>
                      <a:pt x="1036" y="905"/>
                      <a:pt x="1454" y="905"/>
                    </a:cubicBezTo>
                    <a:cubicBezTo>
                      <a:pt x="1669" y="905"/>
                      <a:pt x="1856" y="872"/>
                      <a:pt x="1969" y="793"/>
                    </a:cubicBezTo>
                    <a:cubicBezTo>
                      <a:pt x="2102" y="693"/>
                      <a:pt x="2136" y="526"/>
                      <a:pt x="2069" y="359"/>
                    </a:cubicBezTo>
                    <a:cubicBezTo>
                      <a:pt x="2002" y="226"/>
                      <a:pt x="1902" y="92"/>
                      <a:pt x="1769" y="59"/>
                    </a:cubicBezTo>
                    <a:cubicBezTo>
                      <a:pt x="1668" y="17"/>
                      <a:pt x="1550" y="0"/>
                      <a:pt x="1426" y="0"/>
                    </a:cubicBezTo>
                    <a:close/>
                  </a:path>
                </a:pathLst>
              </a:custGeom>
              <a:solidFill>
                <a:srgbClr val="407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1422;p50"/>
              <p:cNvSpPr/>
              <p:nvPr/>
            </p:nvSpPr>
            <p:spPr>
              <a:xfrm>
                <a:off x="2735450" y="3124025"/>
                <a:ext cx="457850" cy="72075"/>
              </a:xfrm>
              <a:custGeom>
                <a:avLst/>
                <a:gdLst/>
                <a:ahLst/>
                <a:cxnLst/>
                <a:rect l="l" t="t" r="r" b="b"/>
                <a:pathLst>
                  <a:path w="18314" h="2883" extrusionOk="0">
                    <a:moveTo>
                      <a:pt x="788" y="1"/>
                    </a:moveTo>
                    <a:cubicBezTo>
                      <a:pt x="705" y="1"/>
                      <a:pt x="618" y="38"/>
                      <a:pt x="568" y="113"/>
                    </a:cubicBezTo>
                    <a:lnTo>
                      <a:pt x="68" y="1614"/>
                    </a:lnTo>
                    <a:cubicBezTo>
                      <a:pt x="1" y="1715"/>
                      <a:pt x="134" y="1848"/>
                      <a:pt x="334" y="1848"/>
                    </a:cubicBezTo>
                    <a:lnTo>
                      <a:pt x="17780" y="2882"/>
                    </a:lnTo>
                    <a:cubicBezTo>
                      <a:pt x="17947" y="2882"/>
                      <a:pt x="18047" y="2815"/>
                      <a:pt x="18080" y="2715"/>
                    </a:cubicBezTo>
                    <a:lnTo>
                      <a:pt x="18314" y="1214"/>
                    </a:lnTo>
                    <a:cubicBezTo>
                      <a:pt x="18314" y="1114"/>
                      <a:pt x="18214" y="1014"/>
                      <a:pt x="18047" y="1014"/>
                    </a:cubicBezTo>
                    <a:lnTo>
                      <a:pt x="868" y="13"/>
                    </a:lnTo>
                    <a:cubicBezTo>
                      <a:pt x="843" y="5"/>
                      <a:pt x="816" y="1"/>
                      <a:pt x="78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50"/>
              <p:cNvSpPr/>
              <p:nvPr/>
            </p:nvSpPr>
            <p:spPr>
              <a:xfrm>
                <a:off x="2790500" y="3122675"/>
                <a:ext cx="28375" cy="55375"/>
              </a:xfrm>
              <a:custGeom>
                <a:avLst/>
                <a:gdLst/>
                <a:ahLst/>
                <a:cxnLst/>
                <a:rect l="l" t="t" r="r" b="b"/>
                <a:pathLst>
                  <a:path w="1135" h="2215" extrusionOk="0">
                    <a:moveTo>
                      <a:pt x="534" y="1"/>
                    </a:moveTo>
                    <a:cubicBezTo>
                      <a:pt x="434" y="1"/>
                      <a:pt x="334" y="34"/>
                      <a:pt x="334" y="101"/>
                    </a:cubicBezTo>
                    <a:lnTo>
                      <a:pt x="0" y="2069"/>
                    </a:lnTo>
                    <a:cubicBezTo>
                      <a:pt x="0" y="2135"/>
                      <a:pt x="67" y="2169"/>
                      <a:pt x="167" y="2169"/>
                    </a:cubicBezTo>
                    <a:lnTo>
                      <a:pt x="634" y="2202"/>
                    </a:lnTo>
                    <a:cubicBezTo>
                      <a:pt x="659" y="2211"/>
                      <a:pt x="682" y="2215"/>
                      <a:pt x="702" y="2215"/>
                    </a:cubicBezTo>
                    <a:cubicBezTo>
                      <a:pt x="763" y="2215"/>
                      <a:pt x="801" y="2177"/>
                      <a:pt x="801" y="2102"/>
                    </a:cubicBezTo>
                    <a:lnTo>
                      <a:pt x="1135" y="167"/>
                    </a:lnTo>
                    <a:cubicBezTo>
                      <a:pt x="1135" y="101"/>
                      <a:pt x="1068" y="34"/>
                      <a:pt x="968" y="34"/>
                    </a:cubicBezTo>
                    <a:lnTo>
                      <a:pt x="53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50"/>
              <p:cNvSpPr/>
              <p:nvPr/>
            </p:nvSpPr>
            <p:spPr>
              <a:xfrm>
                <a:off x="3131575" y="3143525"/>
                <a:ext cx="29200" cy="55075"/>
              </a:xfrm>
              <a:custGeom>
                <a:avLst/>
                <a:gdLst/>
                <a:ahLst/>
                <a:cxnLst/>
                <a:rect l="l" t="t" r="r" b="b"/>
                <a:pathLst>
                  <a:path w="1168" h="2203" extrusionOk="0">
                    <a:moveTo>
                      <a:pt x="534" y="1"/>
                    </a:moveTo>
                    <a:cubicBezTo>
                      <a:pt x="467" y="1"/>
                      <a:pt x="367" y="34"/>
                      <a:pt x="367" y="101"/>
                    </a:cubicBezTo>
                    <a:lnTo>
                      <a:pt x="34" y="2069"/>
                    </a:lnTo>
                    <a:cubicBezTo>
                      <a:pt x="0" y="2135"/>
                      <a:pt x="67" y="2169"/>
                      <a:pt x="167" y="2169"/>
                    </a:cubicBezTo>
                    <a:lnTo>
                      <a:pt x="634" y="2202"/>
                    </a:lnTo>
                    <a:cubicBezTo>
                      <a:pt x="734" y="2202"/>
                      <a:pt x="801" y="2169"/>
                      <a:pt x="801" y="2102"/>
                    </a:cubicBezTo>
                    <a:lnTo>
                      <a:pt x="1135" y="167"/>
                    </a:lnTo>
                    <a:cubicBezTo>
                      <a:pt x="1168" y="101"/>
                      <a:pt x="1101" y="34"/>
                      <a:pt x="1001" y="34"/>
                    </a:cubicBezTo>
                    <a:lnTo>
                      <a:pt x="53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50"/>
              <p:cNvSpPr/>
              <p:nvPr/>
            </p:nvSpPr>
            <p:spPr>
              <a:xfrm>
                <a:off x="2962275" y="3133525"/>
                <a:ext cx="28400" cy="55050"/>
              </a:xfrm>
              <a:custGeom>
                <a:avLst/>
                <a:gdLst/>
                <a:ahLst/>
                <a:cxnLst/>
                <a:rect l="l" t="t" r="r" b="b"/>
                <a:pathLst>
                  <a:path w="1136" h="2202" extrusionOk="0">
                    <a:moveTo>
                      <a:pt x="501" y="0"/>
                    </a:moveTo>
                    <a:cubicBezTo>
                      <a:pt x="435" y="0"/>
                      <a:pt x="335" y="34"/>
                      <a:pt x="335" y="100"/>
                    </a:cubicBezTo>
                    <a:lnTo>
                      <a:pt x="1" y="2035"/>
                    </a:lnTo>
                    <a:cubicBezTo>
                      <a:pt x="1" y="2102"/>
                      <a:pt x="68" y="2168"/>
                      <a:pt x="134" y="2168"/>
                    </a:cubicBezTo>
                    <a:lnTo>
                      <a:pt x="601" y="2202"/>
                    </a:lnTo>
                    <a:cubicBezTo>
                      <a:pt x="701" y="2202"/>
                      <a:pt x="768" y="2168"/>
                      <a:pt x="802" y="2102"/>
                    </a:cubicBezTo>
                    <a:lnTo>
                      <a:pt x="1135" y="134"/>
                    </a:lnTo>
                    <a:cubicBezTo>
                      <a:pt x="1135" y="67"/>
                      <a:pt x="1068" y="34"/>
                      <a:pt x="968" y="34"/>
                    </a:cubicBezTo>
                    <a:lnTo>
                      <a:pt x="50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50"/>
              <p:cNvSpPr/>
              <p:nvPr/>
            </p:nvSpPr>
            <p:spPr>
              <a:xfrm>
                <a:off x="2898900" y="2308750"/>
                <a:ext cx="229375" cy="336550"/>
              </a:xfrm>
              <a:custGeom>
                <a:avLst/>
                <a:gdLst/>
                <a:ahLst/>
                <a:cxnLst/>
                <a:rect l="l" t="t" r="r" b="b"/>
                <a:pathLst>
                  <a:path w="9175" h="13462" extrusionOk="0">
                    <a:moveTo>
                      <a:pt x="1202" y="1"/>
                    </a:moveTo>
                    <a:lnTo>
                      <a:pt x="1202" y="1"/>
                    </a:lnTo>
                    <a:cubicBezTo>
                      <a:pt x="1535" y="2503"/>
                      <a:pt x="1802" y="6139"/>
                      <a:pt x="1" y="7706"/>
                    </a:cubicBezTo>
                    <a:cubicBezTo>
                      <a:pt x="2236" y="9174"/>
                      <a:pt x="4237" y="11042"/>
                      <a:pt x="5872" y="13177"/>
                    </a:cubicBezTo>
                    <a:cubicBezTo>
                      <a:pt x="6016" y="13369"/>
                      <a:pt x="6228" y="13461"/>
                      <a:pt x="6440" y="13461"/>
                    </a:cubicBezTo>
                    <a:cubicBezTo>
                      <a:pt x="6671" y="13461"/>
                      <a:pt x="6900" y="13352"/>
                      <a:pt x="7039" y="13144"/>
                    </a:cubicBezTo>
                    <a:cubicBezTo>
                      <a:pt x="9174" y="9808"/>
                      <a:pt x="7673" y="8140"/>
                      <a:pt x="7673" y="8140"/>
                    </a:cubicBezTo>
                    <a:cubicBezTo>
                      <a:pt x="6072" y="7807"/>
                      <a:pt x="6272" y="6372"/>
                      <a:pt x="6839" y="4471"/>
                    </a:cubicBezTo>
                    <a:lnTo>
                      <a:pt x="1202" y="1"/>
                    </a:lnTo>
                    <a:close/>
                  </a:path>
                </a:pathLst>
              </a:custGeom>
              <a:solidFill>
                <a:srgbClr val="72422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50"/>
              <p:cNvSpPr/>
              <p:nvPr/>
            </p:nvSpPr>
            <p:spPr>
              <a:xfrm>
                <a:off x="2950600" y="2357125"/>
                <a:ext cx="120125" cy="125125"/>
              </a:xfrm>
              <a:custGeom>
                <a:avLst/>
                <a:gdLst/>
                <a:ahLst/>
                <a:cxnLst/>
                <a:rect l="l" t="t" r="r" b="b"/>
                <a:pathLst>
                  <a:path w="4805" h="5005" extrusionOk="0">
                    <a:moveTo>
                      <a:pt x="701" y="1"/>
                    </a:moveTo>
                    <a:lnTo>
                      <a:pt x="701" y="1"/>
                    </a:lnTo>
                    <a:cubicBezTo>
                      <a:pt x="1" y="1702"/>
                      <a:pt x="2336" y="4404"/>
                      <a:pt x="4371" y="5004"/>
                    </a:cubicBezTo>
                    <a:cubicBezTo>
                      <a:pt x="4337" y="4137"/>
                      <a:pt x="4504" y="3303"/>
                      <a:pt x="4804" y="2536"/>
                    </a:cubicBezTo>
                    <a:lnTo>
                      <a:pt x="3837" y="1769"/>
                    </a:lnTo>
                    <a:lnTo>
                      <a:pt x="701" y="1"/>
                    </a:lnTo>
                    <a:close/>
                  </a:path>
                </a:pathLst>
              </a:custGeom>
              <a:solidFill>
                <a:srgbClr val="5C331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50"/>
              <p:cNvSpPr/>
              <p:nvPr/>
            </p:nvSpPr>
            <p:spPr>
              <a:xfrm>
                <a:off x="2905575" y="2040925"/>
                <a:ext cx="336925" cy="400475"/>
              </a:xfrm>
              <a:custGeom>
                <a:avLst/>
                <a:gdLst/>
                <a:ahLst/>
                <a:cxnLst/>
                <a:rect l="l" t="t" r="r" b="b"/>
                <a:pathLst>
                  <a:path w="13477" h="16019" extrusionOk="0">
                    <a:moveTo>
                      <a:pt x="6628" y="0"/>
                    </a:moveTo>
                    <a:cubicBezTo>
                      <a:pt x="3968" y="0"/>
                      <a:pt x="1459" y="1905"/>
                      <a:pt x="1035" y="4876"/>
                    </a:cubicBezTo>
                    <a:cubicBezTo>
                      <a:pt x="368" y="8946"/>
                      <a:pt x="1" y="10714"/>
                      <a:pt x="1568" y="13216"/>
                    </a:cubicBezTo>
                    <a:cubicBezTo>
                      <a:pt x="2737" y="15092"/>
                      <a:pt x="4588" y="16018"/>
                      <a:pt x="6388" y="16018"/>
                    </a:cubicBezTo>
                    <a:cubicBezTo>
                      <a:pt x="8235" y="16018"/>
                      <a:pt x="10029" y="15042"/>
                      <a:pt x="10975" y="13116"/>
                    </a:cubicBezTo>
                    <a:cubicBezTo>
                      <a:pt x="12643" y="9680"/>
                      <a:pt x="13477" y="3542"/>
                      <a:pt x="9874" y="1040"/>
                    </a:cubicBezTo>
                    <a:cubicBezTo>
                      <a:pt x="8858" y="327"/>
                      <a:pt x="7730" y="0"/>
                      <a:pt x="6628" y="0"/>
                    </a:cubicBezTo>
                    <a:close/>
                  </a:path>
                </a:pathLst>
              </a:custGeom>
              <a:solidFill>
                <a:srgbClr val="72422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50"/>
              <p:cNvSpPr/>
              <p:nvPr/>
            </p:nvSpPr>
            <p:spPr>
              <a:xfrm>
                <a:off x="2838025" y="2012725"/>
                <a:ext cx="384875" cy="216925"/>
              </a:xfrm>
              <a:custGeom>
                <a:avLst/>
                <a:gdLst/>
                <a:ahLst/>
                <a:cxnLst/>
                <a:rect l="l" t="t" r="r" b="b"/>
                <a:pathLst>
                  <a:path w="15395" h="8677" extrusionOk="0">
                    <a:moveTo>
                      <a:pt x="11206" y="390"/>
                    </a:moveTo>
                    <a:cubicBezTo>
                      <a:pt x="11088" y="390"/>
                      <a:pt x="10967" y="393"/>
                      <a:pt x="10842" y="400"/>
                    </a:cubicBezTo>
                    <a:cubicBezTo>
                      <a:pt x="6939" y="567"/>
                      <a:pt x="4571" y="0"/>
                      <a:pt x="4571" y="2235"/>
                    </a:cubicBezTo>
                    <a:cubicBezTo>
                      <a:pt x="268" y="4337"/>
                      <a:pt x="1" y="6538"/>
                      <a:pt x="3036" y="8606"/>
                    </a:cubicBezTo>
                    <a:cubicBezTo>
                      <a:pt x="3240" y="8654"/>
                      <a:pt x="3431" y="8676"/>
                      <a:pt x="3609" y="8676"/>
                    </a:cubicBezTo>
                    <a:cubicBezTo>
                      <a:pt x="5432" y="8676"/>
                      <a:pt x="5881" y="6312"/>
                      <a:pt x="5638" y="4337"/>
                    </a:cubicBezTo>
                    <a:lnTo>
                      <a:pt x="5638" y="4337"/>
                    </a:lnTo>
                    <a:cubicBezTo>
                      <a:pt x="6075" y="4590"/>
                      <a:pt x="6618" y="4683"/>
                      <a:pt x="7207" y="4683"/>
                    </a:cubicBezTo>
                    <a:cubicBezTo>
                      <a:pt x="8838" y="4683"/>
                      <a:pt x="10827" y="3969"/>
                      <a:pt x="11922" y="3969"/>
                    </a:cubicBezTo>
                    <a:cubicBezTo>
                      <a:pt x="11940" y="3969"/>
                      <a:pt x="11958" y="3969"/>
                      <a:pt x="11976" y="3970"/>
                    </a:cubicBezTo>
                    <a:cubicBezTo>
                      <a:pt x="13520" y="4023"/>
                      <a:pt x="15042" y="6794"/>
                      <a:pt x="15323" y="6794"/>
                    </a:cubicBezTo>
                    <a:cubicBezTo>
                      <a:pt x="15395" y="6794"/>
                      <a:pt x="15386" y="6616"/>
                      <a:pt x="15278" y="6171"/>
                    </a:cubicBezTo>
                    <a:cubicBezTo>
                      <a:pt x="14793" y="4003"/>
                      <a:pt x="15030" y="390"/>
                      <a:pt x="11206" y="3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50"/>
              <p:cNvSpPr/>
              <p:nvPr/>
            </p:nvSpPr>
            <p:spPr>
              <a:xfrm>
                <a:off x="3017325" y="2207850"/>
                <a:ext cx="42550" cy="12550"/>
              </a:xfrm>
              <a:custGeom>
                <a:avLst/>
                <a:gdLst/>
                <a:ahLst/>
                <a:cxnLst/>
                <a:rect l="l" t="t" r="r" b="b"/>
                <a:pathLst>
                  <a:path w="1702" h="502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501" y="334"/>
                      <a:pt x="1101" y="501"/>
                      <a:pt x="1702" y="501"/>
                    </a:cubicBezTo>
                    <a:cubicBezTo>
                      <a:pt x="1168" y="234"/>
                      <a:pt x="601" y="101"/>
                      <a:pt x="1" y="1"/>
                    </a:cubicBezTo>
                    <a:close/>
                  </a:path>
                </a:pathLst>
              </a:custGeom>
              <a:solidFill>
                <a:srgbClr val="5C331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50"/>
              <p:cNvSpPr/>
              <p:nvPr/>
            </p:nvSpPr>
            <p:spPr>
              <a:xfrm>
                <a:off x="3028175" y="2195350"/>
                <a:ext cx="34200" cy="17525"/>
              </a:xfrm>
              <a:custGeom>
                <a:avLst/>
                <a:gdLst/>
                <a:ahLst/>
                <a:cxnLst/>
                <a:rect l="l" t="t" r="r" b="b"/>
                <a:pathLst>
                  <a:path w="1368" h="701" extrusionOk="0">
                    <a:moveTo>
                      <a:pt x="0" y="0"/>
                    </a:moveTo>
                    <a:cubicBezTo>
                      <a:pt x="400" y="567"/>
                      <a:pt x="1368" y="701"/>
                      <a:pt x="1368" y="701"/>
                    </a:cubicBezTo>
                    <a:cubicBezTo>
                      <a:pt x="968" y="401"/>
                      <a:pt x="501" y="167"/>
                      <a:pt x="0" y="0"/>
                    </a:cubicBezTo>
                    <a:close/>
                  </a:path>
                </a:pathLst>
              </a:custGeom>
              <a:solidFill>
                <a:srgbClr val="5C331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50"/>
              <p:cNvSpPr/>
              <p:nvPr/>
            </p:nvSpPr>
            <p:spPr>
              <a:xfrm>
                <a:off x="3084875" y="2212575"/>
                <a:ext cx="22550" cy="29775"/>
              </a:xfrm>
              <a:custGeom>
                <a:avLst/>
                <a:gdLst/>
                <a:ahLst/>
                <a:cxnLst/>
                <a:rect l="l" t="t" r="r" b="b"/>
                <a:pathLst>
                  <a:path w="902" h="1191" extrusionOk="0">
                    <a:moveTo>
                      <a:pt x="497" y="0"/>
                    </a:moveTo>
                    <a:cubicBezTo>
                      <a:pt x="316" y="0"/>
                      <a:pt x="126" y="217"/>
                      <a:pt x="67" y="512"/>
                    </a:cubicBezTo>
                    <a:cubicBezTo>
                      <a:pt x="0" y="846"/>
                      <a:pt x="101" y="1146"/>
                      <a:pt x="301" y="1179"/>
                    </a:cubicBezTo>
                    <a:cubicBezTo>
                      <a:pt x="328" y="1187"/>
                      <a:pt x="355" y="1191"/>
                      <a:pt x="381" y="1191"/>
                    </a:cubicBezTo>
                    <a:cubicBezTo>
                      <a:pt x="586" y="1191"/>
                      <a:pt x="775" y="974"/>
                      <a:pt x="834" y="679"/>
                    </a:cubicBezTo>
                    <a:cubicBezTo>
                      <a:pt x="901" y="345"/>
                      <a:pt x="801" y="45"/>
                      <a:pt x="568" y="12"/>
                    </a:cubicBezTo>
                    <a:cubicBezTo>
                      <a:pt x="544" y="4"/>
                      <a:pt x="521" y="0"/>
                      <a:pt x="4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Google Shape;1433;p50"/>
              <p:cNvSpPr/>
              <p:nvPr/>
            </p:nvSpPr>
            <p:spPr>
              <a:xfrm>
                <a:off x="3177450" y="2233425"/>
                <a:ext cx="23375" cy="29775"/>
              </a:xfrm>
              <a:custGeom>
                <a:avLst/>
                <a:gdLst/>
                <a:ahLst/>
                <a:cxnLst/>
                <a:rect l="l" t="t" r="r" b="b"/>
                <a:pathLst>
                  <a:path w="935" h="1191" extrusionOk="0">
                    <a:moveTo>
                      <a:pt x="530" y="0"/>
                    </a:moveTo>
                    <a:cubicBezTo>
                      <a:pt x="348" y="0"/>
                      <a:pt x="155" y="217"/>
                      <a:pt x="67" y="512"/>
                    </a:cubicBezTo>
                    <a:cubicBezTo>
                      <a:pt x="0" y="846"/>
                      <a:pt x="134" y="1146"/>
                      <a:pt x="334" y="1179"/>
                    </a:cubicBezTo>
                    <a:cubicBezTo>
                      <a:pt x="357" y="1187"/>
                      <a:pt x="380" y="1191"/>
                      <a:pt x="404" y="1191"/>
                    </a:cubicBezTo>
                    <a:cubicBezTo>
                      <a:pt x="586" y="1191"/>
                      <a:pt x="779" y="974"/>
                      <a:pt x="867" y="679"/>
                    </a:cubicBezTo>
                    <a:cubicBezTo>
                      <a:pt x="934" y="345"/>
                      <a:pt x="801" y="45"/>
                      <a:pt x="601" y="12"/>
                    </a:cubicBezTo>
                    <a:cubicBezTo>
                      <a:pt x="577" y="4"/>
                      <a:pt x="554" y="0"/>
                      <a:pt x="5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Google Shape;1434;p50"/>
              <p:cNvSpPr/>
              <p:nvPr/>
            </p:nvSpPr>
            <p:spPr>
              <a:xfrm>
                <a:off x="3189950" y="2232050"/>
                <a:ext cx="20875" cy="6475"/>
              </a:xfrm>
              <a:custGeom>
                <a:avLst/>
                <a:gdLst/>
                <a:ahLst/>
                <a:cxnLst/>
                <a:rect l="l" t="t" r="r" b="b"/>
                <a:pathLst>
                  <a:path w="835" h="259" extrusionOk="0">
                    <a:moveTo>
                      <a:pt x="834" y="0"/>
                    </a:moveTo>
                    <a:lnTo>
                      <a:pt x="0" y="67"/>
                    </a:lnTo>
                    <a:cubicBezTo>
                      <a:pt x="92" y="209"/>
                      <a:pt x="205" y="258"/>
                      <a:pt x="318" y="258"/>
                    </a:cubicBezTo>
                    <a:cubicBezTo>
                      <a:pt x="576" y="258"/>
                      <a:pt x="834" y="0"/>
                      <a:pt x="8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50"/>
              <p:cNvSpPr/>
              <p:nvPr/>
            </p:nvSpPr>
            <p:spPr>
              <a:xfrm>
                <a:off x="3134075" y="2254550"/>
                <a:ext cx="30875" cy="62275"/>
              </a:xfrm>
              <a:custGeom>
                <a:avLst/>
                <a:gdLst/>
                <a:ahLst/>
                <a:cxnLst/>
                <a:rect l="l" t="t" r="r" b="b"/>
                <a:pathLst>
                  <a:path w="1235" h="2491" extrusionOk="0">
                    <a:moveTo>
                      <a:pt x="534" y="1"/>
                    </a:moveTo>
                    <a:lnTo>
                      <a:pt x="1" y="2336"/>
                    </a:lnTo>
                    <a:cubicBezTo>
                      <a:pt x="210" y="2440"/>
                      <a:pt x="428" y="2490"/>
                      <a:pt x="646" y="2490"/>
                    </a:cubicBezTo>
                    <a:cubicBezTo>
                      <a:pt x="845" y="2490"/>
                      <a:pt x="1044" y="2449"/>
                      <a:pt x="1235" y="2369"/>
                    </a:cubicBezTo>
                    <a:cubicBezTo>
                      <a:pt x="901" y="1602"/>
                      <a:pt x="668" y="835"/>
                      <a:pt x="534" y="1"/>
                    </a:cubicBezTo>
                    <a:close/>
                  </a:path>
                </a:pathLst>
              </a:custGeom>
              <a:solidFill>
                <a:schemeClr val="dk1">
                  <a:alpha val="2215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50"/>
              <p:cNvSpPr/>
              <p:nvPr/>
            </p:nvSpPr>
            <p:spPr>
              <a:xfrm>
                <a:off x="3077375" y="2316275"/>
                <a:ext cx="60900" cy="35375"/>
              </a:xfrm>
              <a:custGeom>
                <a:avLst/>
                <a:gdLst/>
                <a:ahLst/>
                <a:cxnLst/>
                <a:rect l="l" t="t" r="r" b="b"/>
                <a:pathLst>
                  <a:path w="2436" h="1415" extrusionOk="0">
                    <a:moveTo>
                      <a:pt x="100" y="0"/>
                    </a:moveTo>
                    <a:cubicBezTo>
                      <a:pt x="0" y="34"/>
                      <a:pt x="0" y="200"/>
                      <a:pt x="100" y="200"/>
                    </a:cubicBezTo>
                    <a:cubicBezTo>
                      <a:pt x="968" y="234"/>
                      <a:pt x="1735" y="667"/>
                      <a:pt x="2235" y="1368"/>
                    </a:cubicBezTo>
                    <a:cubicBezTo>
                      <a:pt x="2259" y="1391"/>
                      <a:pt x="2282" y="1415"/>
                      <a:pt x="2318" y="1415"/>
                    </a:cubicBezTo>
                    <a:cubicBezTo>
                      <a:pt x="2332" y="1415"/>
                      <a:pt x="2349" y="1411"/>
                      <a:pt x="2369" y="1401"/>
                    </a:cubicBezTo>
                    <a:cubicBezTo>
                      <a:pt x="2402" y="1368"/>
                      <a:pt x="2435" y="1301"/>
                      <a:pt x="2402" y="1268"/>
                    </a:cubicBezTo>
                    <a:cubicBezTo>
                      <a:pt x="1968" y="634"/>
                      <a:pt x="1335" y="200"/>
                      <a:pt x="601" y="67"/>
                    </a:cubicBezTo>
                    <a:cubicBezTo>
                      <a:pt x="434" y="34"/>
                      <a:pt x="267" y="34"/>
                      <a:pt x="10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50"/>
              <p:cNvSpPr/>
              <p:nvPr/>
            </p:nvSpPr>
            <p:spPr>
              <a:xfrm>
                <a:off x="2881875" y="2195450"/>
                <a:ext cx="79600" cy="96875"/>
              </a:xfrm>
              <a:custGeom>
                <a:avLst/>
                <a:gdLst/>
                <a:ahLst/>
                <a:cxnLst/>
                <a:rect l="l" t="t" r="r" b="b"/>
                <a:pathLst>
                  <a:path w="3184" h="3875" extrusionOk="0">
                    <a:moveTo>
                      <a:pt x="1503" y="1"/>
                    </a:moveTo>
                    <a:cubicBezTo>
                      <a:pt x="662" y="1"/>
                      <a:pt x="1" y="792"/>
                      <a:pt x="181" y="1664"/>
                    </a:cubicBezTo>
                    <a:cubicBezTo>
                      <a:pt x="315" y="2465"/>
                      <a:pt x="749" y="3165"/>
                      <a:pt x="1416" y="3632"/>
                    </a:cubicBezTo>
                    <a:cubicBezTo>
                      <a:pt x="1645" y="3800"/>
                      <a:pt x="1870" y="3874"/>
                      <a:pt x="2077" y="3874"/>
                    </a:cubicBezTo>
                    <a:cubicBezTo>
                      <a:pt x="2653" y="3874"/>
                      <a:pt x="3092" y="3301"/>
                      <a:pt x="3117" y="2565"/>
                    </a:cubicBezTo>
                    <a:cubicBezTo>
                      <a:pt x="3184" y="1664"/>
                      <a:pt x="2817" y="263"/>
                      <a:pt x="1783" y="30"/>
                    </a:cubicBezTo>
                    <a:cubicBezTo>
                      <a:pt x="1688" y="10"/>
                      <a:pt x="1594" y="1"/>
                      <a:pt x="1503" y="1"/>
                    </a:cubicBezTo>
                    <a:close/>
                  </a:path>
                </a:pathLst>
              </a:custGeom>
              <a:solidFill>
                <a:srgbClr val="72422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Google Shape;1438;p50"/>
              <p:cNvSpPr/>
              <p:nvPr/>
            </p:nvSpPr>
            <p:spPr>
              <a:xfrm>
                <a:off x="3077375" y="2138950"/>
                <a:ext cx="64575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2583" h="706" extrusionOk="0">
                    <a:moveTo>
                      <a:pt x="1255" y="1"/>
                    </a:moveTo>
                    <a:cubicBezTo>
                      <a:pt x="887" y="1"/>
                      <a:pt x="483" y="76"/>
                      <a:pt x="134" y="322"/>
                    </a:cubicBezTo>
                    <a:cubicBezTo>
                      <a:pt x="34" y="388"/>
                      <a:pt x="0" y="522"/>
                      <a:pt x="67" y="622"/>
                    </a:cubicBezTo>
                    <a:cubicBezTo>
                      <a:pt x="67" y="622"/>
                      <a:pt x="100" y="655"/>
                      <a:pt x="100" y="655"/>
                    </a:cubicBezTo>
                    <a:cubicBezTo>
                      <a:pt x="134" y="689"/>
                      <a:pt x="175" y="705"/>
                      <a:pt x="217" y="705"/>
                    </a:cubicBezTo>
                    <a:cubicBezTo>
                      <a:pt x="259" y="705"/>
                      <a:pt x="300" y="689"/>
                      <a:pt x="334" y="655"/>
                    </a:cubicBezTo>
                    <a:cubicBezTo>
                      <a:pt x="629" y="463"/>
                      <a:pt x="973" y="404"/>
                      <a:pt x="1287" y="404"/>
                    </a:cubicBezTo>
                    <a:cubicBezTo>
                      <a:pt x="1790" y="404"/>
                      <a:pt x="2215" y="555"/>
                      <a:pt x="2235" y="555"/>
                    </a:cubicBezTo>
                    <a:cubicBezTo>
                      <a:pt x="2254" y="561"/>
                      <a:pt x="2273" y="563"/>
                      <a:pt x="2291" y="563"/>
                    </a:cubicBezTo>
                    <a:cubicBezTo>
                      <a:pt x="2488" y="563"/>
                      <a:pt x="2583" y="249"/>
                      <a:pt x="2369" y="188"/>
                    </a:cubicBezTo>
                    <a:cubicBezTo>
                      <a:pt x="2328" y="188"/>
                      <a:pt x="1837" y="1"/>
                      <a:pt x="125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Google Shape;1439;p50"/>
              <p:cNvSpPr/>
              <p:nvPr/>
            </p:nvSpPr>
            <p:spPr>
              <a:xfrm>
                <a:off x="3189950" y="2196700"/>
                <a:ext cx="53275" cy="16600"/>
              </a:xfrm>
              <a:custGeom>
                <a:avLst/>
                <a:gdLst/>
                <a:ahLst/>
                <a:cxnLst/>
                <a:rect l="l" t="t" r="r" b="b"/>
                <a:pathLst>
                  <a:path w="2131" h="664" extrusionOk="0">
                    <a:moveTo>
                      <a:pt x="1850" y="1"/>
                    </a:moveTo>
                    <a:cubicBezTo>
                      <a:pt x="1813" y="1"/>
                      <a:pt x="1773" y="15"/>
                      <a:pt x="1735" y="46"/>
                    </a:cubicBezTo>
                    <a:cubicBezTo>
                      <a:pt x="1487" y="199"/>
                      <a:pt x="1207" y="275"/>
                      <a:pt x="925" y="275"/>
                    </a:cubicBezTo>
                    <a:cubicBezTo>
                      <a:pt x="713" y="275"/>
                      <a:pt x="501" y="232"/>
                      <a:pt x="301" y="147"/>
                    </a:cubicBezTo>
                    <a:cubicBezTo>
                      <a:pt x="284" y="130"/>
                      <a:pt x="267" y="122"/>
                      <a:pt x="251" y="122"/>
                    </a:cubicBezTo>
                    <a:cubicBezTo>
                      <a:pt x="234" y="122"/>
                      <a:pt x="217" y="130"/>
                      <a:pt x="201" y="147"/>
                    </a:cubicBezTo>
                    <a:cubicBezTo>
                      <a:pt x="134" y="147"/>
                      <a:pt x="67" y="180"/>
                      <a:pt x="34" y="247"/>
                    </a:cubicBezTo>
                    <a:cubicBezTo>
                      <a:pt x="0" y="347"/>
                      <a:pt x="67" y="480"/>
                      <a:pt x="167" y="513"/>
                    </a:cubicBezTo>
                    <a:cubicBezTo>
                      <a:pt x="409" y="613"/>
                      <a:pt x="675" y="664"/>
                      <a:pt x="942" y="664"/>
                    </a:cubicBezTo>
                    <a:cubicBezTo>
                      <a:pt x="1301" y="664"/>
                      <a:pt x="1662" y="571"/>
                      <a:pt x="1969" y="380"/>
                    </a:cubicBezTo>
                    <a:cubicBezTo>
                      <a:pt x="2130" y="245"/>
                      <a:pt x="2009" y="1"/>
                      <a:pt x="185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Google Shape;1440;p50"/>
              <p:cNvSpPr/>
              <p:nvPr/>
            </p:nvSpPr>
            <p:spPr>
              <a:xfrm>
                <a:off x="3514350" y="4112550"/>
                <a:ext cx="159300" cy="273550"/>
              </a:xfrm>
              <a:custGeom>
                <a:avLst/>
                <a:gdLst/>
                <a:ahLst/>
                <a:cxnLst/>
                <a:rect l="l" t="t" r="r" b="b"/>
                <a:pathLst>
                  <a:path w="6372" h="10942" extrusionOk="0">
                    <a:moveTo>
                      <a:pt x="3870" y="1"/>
                    </a:moveTo>
                    <a:lnTo>
                      <a:pt x="0" y="1201"/>
                    </a:lnTo>
                    <a:lnTo>
                      <a:pt x="2536" y="10942"/>
                    </a:lnTo>
                    <a:lnTo>
                      <a:pt x="6372" y="9741"/>
                    </a:lnTo>
                    <a:lnTo>
                      <a:pt x="3870" y="1"/>
                    </a:lnTo>
                    <a:close/>
                  </a:path>
                </a:pathLst>
              </a:custGeom>
              <a:solidFill>
                <a:srgbClr val="72422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50"/>
              <p:cNvSpPr/>
              <p:nvPr/>
            </p:nvSpPr>
            <p:spPr>
              <a:xfrm>
                <a:off x="3498500" y="4292875"/>
                <a:ext cx="306275" cy="200425"/>
              </a:xfrm>
              <a:custGeom>
                <a:avLst/>
                <a:gdLst/>
                <a:ahLst/>
                <a:cxnLst/>
                <a:rect l="l" t="t" r="r" b="b"/>
                <a:pathLst>
                  <a:path w="12251" h="8017" extrusionOk="0">
                    <a:moveTo>
                      <a:pt x="2108" y="1"/>
                    </a:moveTo>
                    <a:cubicBezTo>
                      <a:pt x="1989" y="1"/>
                      <a:pt x="1885" y="69"/>
                      <a:pt x="1835" y="193"/>
                    </a:cubicBezTo>
                    <a:lnTo>
                      <a:pt x="167" y="3529"/>
                    </a:lnTo>
                    <a:cubicBezTo>
                      <a:pt x="1" y="3896"/>
                      <a:pt x="201" y="4329"/>
                      <a:pt x="568" y="4463"/>
                    </a:cubicBezTo>
                    <a:cubicBezTo>
                      <a:pt x="2135" y="4930"/>
                      <a:pt x="2903" y="5096"/>
                      <a:pt x="4871" y="5764"/>
                    </a:cubicBezTo>
                    <a:cubicBezTo>
                      <a:pt x="6072" y="6164"/>
                      <a:pt x="8407" y="7365"/>
                      <a:pt x="10041" y="7898"/>
                    </a:cubicBezTo>
                    <a:cubicBezTo>
                      <a:pt x="10284" y="7981"/>
                      <a:pt x="10504" y="8017"/>
                      <a:pt x="10703" y="8017"/>
                    </a:cubicBezTo>
                    <a:cubicBezTo>
                      <a:pt x="11867" y="8017"/>
                      <a:pt x="12251" y="6778"/>
                      <a:pt x="11709" y="6464"/>
                    </a:cubicBezTo>
                    <a:cubicBezTo>
                      <a:pt x="8840" y="4763"/>
                      <a:pt x="8073" y="3162"/>
                      <a:pt x="7306" y="1961"/>
                    </a:cubicBezTo>
                    <a:cubicBezTo>
                      <a:pt x="7172" y="1727"/>
                      <a:pt x="6939" y="1561"/>
                      <a:pt x="6705" y="1494"/>
                    </a:cubicBezTo>
                    <a:lnTo>
                      <a:pt x="2236" y="26"/>
                    </a:lnTo>
                    <a:cubicBezTo>
                      <a:pt x="2192" y="9"/>
                      <a:pt x="2149" y="1"/>
                      <a:pt x="210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50"/>
              <p:cNvSpPr/>
              <p:nvPr/>
            </p:nvSpPr>
            <p:spPr>
              <a:xfrm>
                <a:off x="2703500" y="3153500"/>
                <a:ext cx="953475" cy="1080825"/>
              </a:xfrm>
              <a:custGeom>
                <a:avLst/>
                <a:gdLst/>
                <a:ahLst/>
                <a:cxnLst/>
                <a:rect l="l" t="t" r="r" b="b"/>
                <a:pathLst>
                  <a:path w="38139" h="43233" extrusionOk="0">
                    <a:moveTo>
                      <a:pt x="2618" y="0"/>
                    </a:moveTo>
                    <a:cubicBezTo>
                      <a:pt x="1909" y="0"/>
                      <a:pt x="1277" y="556"/>
                      <a:pt x="1212" y="1269"/>
                    </a:cubicBezTo>
                    <a:cubicBezTo>
                      <a:pt x="1" y="12502"/>
                      <a:pt x="6741" y="14239"/>
                      <a:pt x="13399" y="14239"/>
                    </a:cubicBezTo>
                    <a:cubicBezTo>
                      <a:pt x="16380" y="14239"/>
                      <a:pt x="19345" y="13891"/>
                      <a:pt x="21572" y="13891"/>
                    </a:cubicBezTo>
                    <a:cubicBezTo>
                      <a:pt x="22864" y="13891"/>
                      <a:pt x="23907" y="14008"/>
                      <a:pt x="24562" y="14379"/>
                    </a:cubicBezTo>
                    <a:cubicBezTo>
                      <a:pt x="25830" y="25720"/>
                      <a:pt x="32801" y="43233"/>
                      <a:pt x="32801" y="43233"/>
                    </a:cubicBezTo>
                    <a:lnTo>
                      <a:pt x="38138" y="41632"/>
                    </a:lnTo>
                    <a:cubicBezTo>
                      <a:pt x="38138" y="41632"/>
                      <a:pt x="34703" y="24386"/>
                      <a:pt x="33935" y="9809"/>
                    </a:cubicBezTo>
                    <a:cubicBezTo>
                      <a:pt x="33502" y="2037"/>
                      <a:pt x="10252" y="469"/>
                      <a:pt x="10252" y="469"/>
                    </a:cubicBezTo>
                    <a:lnTo>
                      <a:pt x="2680" y="2"/>
                    </a:lnTo>
                    <a:cubicBezTo>
                      <a:pt x="2659" y="1"/>
                      <a:pt x="2639" y="0"/>
                      <a:pt x="26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50"/>
              <p:cNvSpPr/>
              <p:nvPr/>
            </p:nvSpPr>
            <p:spPr>
              <a:xfrm>
                <a:off x="3667800" y="4336375"/>
                <a:ext cx="55900" cy="24800"/>
              </a:xfrm>
              <a:custGeom>
                <a:avLst/>
                <a:gdLst/>
                <a:ahLst/>
                <a:cxnLst/>
                <a:rect l="l" t="t" r="r" b="b"/>
                <a:pathLst>
                  <a:path w="2236" h="992" extrusionOk="0">
                    <a:moveTo>
                      <a:pt x="1480" y="208"/>
                    </a:moveTo>
                    <a:cubicBezTo>
                      <a:pt x="1706" y="208"/>
                      <a:pt x="1887" y="239"/>
                      <a:pt x="1968" y="321"/>
                    </a:cubicBezTo>
                    <a:cubicBezTo>
                      <a:pt x="2002" y="354"/>
                      <a:pt x="2035" y="388"/>
                      <a:pt x="2002" y="454"/>
                    </a:cubicBezTo>
                    <a:cubicBezTo>
                      <a:pt x="2002" y="588"/>
                      <a:pt x="1935" y="688"/>
                      <a:pt x="1801" y="755"/>
                    </a:cubicBezTo>
                    <a:cubicBezTo>
                      <a:pt x="1740" y="785"/>
                      <a:pt x="1666" y="800"/>
                      <a:pt x="1580" y="800"/>
                    </a:cubicBezTo>
                    <a:cubicBezTo>
                      <a:pt x="1294" y="800"/>
                      <a:pt x="880" y="636"/>
                      <a:pt x="367" y="354"/>
                    </a:cubicBezTo>
                    <a:cubicBezTo>
                      <a:pt x="723" y="275"/>
                      <a:pt x="1150" y="208"/>
                      <a:pt x="1480" y="208"/>
                    </a:cubicBezTo>
                    <a:close/>
                    <a:moveTo>
                      <a:pt x="1499" y="0"/>
                    </a:moveTo>
                    <a:cubicBezTo>
                      <a:pt x="933" y="0"/>
                      <a:pt x="215" y="198"/>
                      <a:pt x="100" y="221"/>
                    </a:cubicBezTo>
                    <a:cubicBezTo>
                      <a:pt x="33" y="221"/>
                      <a:pt x="0" y="254"/>
                      <a:pt x="0" y="288"/>
                    </a:cubicBezTo>
                    <a:cubicBezTo>
                      <a:pt x="0" y="354"/>
                      <a:pt x="33" y="388"/>
                      <a:pt x="67" y="388"/>
                    </a:cubicBezTo>
                    <a:cubicBezTo>
                      <a:pt x="462" y="642"/>
                      <a:pt x="1097" y="992"/>
                      <a:pt x="1586" y="992"/>
                    </a:cubicBezTo>
                    <a:cubicBezTo>
                      <a:pt x="1674" y="992"/>
                      <a:pt x="1758" y="980"/>
                      <a:pt x="1835" y="955"/>
                    </a:cubicBezTo>
                    <a:lnTo>
                      <a:pt x="1901" y="921"/>
                    </a:lnTo>
                    <a:cubicBezTo>
                      <a:pt x="2068" y="855"/>
                      <a:pt x="2202" y="688"/>
                      <a:pt x="2202" y="488"/>
                    </a:cubicBezTo>
                    <a:cubicBezTo>
                      <a:pt x="2235" y="354"/>
                      <a:pt x="2202" y="254"/>
                      <a:pt x="2102" y="154"/>
                    </a:cubicBezTo>
                    <a:cubicBezTo>
                      <a:pt x="1977" y="40"/>
                      <a:pt x="1754" y="0"/>
                      <a:pt x="149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50"/>
              <p:cNvSpPr/>
              <p:nvPr/>
            </p:nvSpPr>
            <p:spPr>
              <a:xfrm>
                <a:off x="3668625" y="4306450"/>
                <a:ext cx="40875" cy="40450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1618" extrusionOk="0">
                    <a:moveTo>
                      <a:pt x="1168" y="192"/>
                    </a:moveTo>
                    <a:cubicBezTo>
                      <a:pt x="1210" y="192"/>
                      <a:pt x="1251" y="200"/>
                      <a:pt x="1301" y="217"/>
                    </a:cubicBezTo>
                    <a:cubicBezTo>
                      <a:pt x="1401" y="284"/>
                      <a:pt x="1401" y="350"/>
                      <a:pt x="1401" y="384"/>
                    </a:cubicBezTo>
                    <a:cubicBezTo>
                      <a:pt x="1368" y="684"/>
                      <a:pt x="701" y="1184"/>
                      <a:pt x="234" y="1351"/>
                    </a:cubicBezTo>
                    <a:cubicBezTo>
                      <a:pt x="367" y="984"/>
                      <a:pt x="701" y="384"/>
                      <a:pt x="1035" y="217"/>
                    </a:cubicBezTo>
                    <a:cubicBezTo>
                      <a:pt x="1085" y="200"/>
                      <a:pt x="1126" y="192"/>
                      <a:pt x="1168" y="192"/>
                    </a:cubicBezTo>
                    <a:close/>
                    <a:moveTo>
                      <a:pt x="1168" y="0"/>
                    </a:moveTo>
                    <a:cubicBezTo>
                      <a:pt x="1101" y="0"/>
                      <a:pt x="1035" y="17"/>
                      <a:pt x="968" y="50"/>
                    </a:cubicBezTo>
                    <a:cubicBezTo>
                      <a:pt x="401" y="284"/>
                      <a:pt x="34" y="1451"/>
                      <a:pt x="0" y="1485"/>
                    </a:cubicBezTo>
                    <a:cubicBezTo>
                      <a:pt x="0" y="1518"/>
                      <a:pt x="0" y="1551"/>
                      <a:pt x="34" y="1585"/>
                    </a:cubicBezTo>
                    <a:cubicBezTo>
                      <a:pt x="34" y="1618"/>
                      <a:pt x="67" y="1618"/>
                      <a:pt x="134" y="1618"/>
                    </a:cubicBezTo>
                    <a:cubicBezTo>
                      <a:pt x="167" y="1618"/>
                      <a:pt x="201" y="1585"/>
                      <a:pt x="234" y="1585"/>
                    </a:cubicBezTo>
                    <a:cubicBezTo>
                      <a:pt x="734" y="1418"/>
                      <a:pt x="1568" y="851"/>
                      <a:pt x="1602" y="417"/>
                    </a:cubicBezTo>
                    <a:cubicBezTo>
                      <a:pt x="1635" y="250"/>
                      <a:pt x="1535" y="117"/>
                      <a:pt x="1368" y="50"/>
                    </a:cubicBezTo>
                    <a:cubicBezTo>
                      <a:pt x="1301" y="17"/>
                      <a:pt x="1235" y="0"/>
                      <a:pt x="116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50"/>
              <p:cNvSpPr/>
              <p:nvPr/>
            </p:nvSpPr>
            <p:spPr>
              <a:xfrm>
                <a:off x="3096550" y="2211200"/>
                <a:ext cx="20875" cy="6475"/>
              </a:xfrm>
              <a:custGeom>
                <a:avLst/>
                <a:gdLst/>
                <a:ahLst/>
                <a:cxnLst/>
                <a:rect l="l" t="t" r="r" b="b"/>
                <a:pathLst>
                  <a:path w="835" h="259" extrusionOk="0">
                    <a:moveTo>
                      <a:pt x="834" y="0"/>
                    </a:moveTo>
                    <a:lnTo>
                      <a:pt x="0" y="67"/>
                    </a:lnTo>
                    <a:cubicBezTo>
                      <a:pt x="92" y="209"/>
                      <a:pt x="205" y="258"/>
                      <a:pt x="318" y="258"/>
                    </a:cubicBezTo>
                    <a:cubicBezTo>
                      <a:pt x="576" y="258"/>
                      <a:pt x="834" y="0"/>
                      <a:pt x="8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50"/>
              <p:cNvSpPr/>
              <p:nvPr/>
            </p:nvSpPr>
            <p:spPr>
              <a:xfrm>
                <a:off x="2556175" y="2583150"/>
                <a:ext cx="227675" cy="901825"/>
              </a:xfrm>
              <a:custGeom>
                <a:avLst/>
                <a:gdLst/>
                <a:ahLst/>
                <a:cxnLst/>
                <a:rect l="l" t="t" r="r" b="b"/>
                <a:pathLst>
                  <a:path w="9107" h="36073" extrusionOk="0">
                    <a:moveTo>
                      <a:pt x="6294" y="1"/>
                    </a:moveTo>
                    <a:cubicBezTo>
                      <a:pt x="5254" y="1"/>
                      <a:pt x="4274" y="634"/>
                      <a:pt x="3903" y="1667"/>
                    </a:cubicBezTo>
                    <a:cubicBezTo>
                      <a:pt x="3402" y="3035"/>
                      <a:pt x="2969" y="4369"/>
                      <a:pt x="2569" y="5737"/>
                    </a:cubicBezTo>
                    <a:cubicBezTo>
                      <a:pt x="2168" y="7105"/>
                      <a:pt x="1801" y="8472"/>
                      <a:pt x="1468" y="9840"/>
                    </a:cubicBezTo>
                    <a:cubicBezTo>
                      <a:pt x="801" y="12642"/>
                      <a:pt x="334" y="15477"/>
                      <a:pt x="100" y="18346"/>
                    </a:cubicBezTo>
                    <a:cubicBezTo>
                      <a:pt x="0" y="19880"/>
                      <a:pt x="67" y="21415"/>
                      <a:pt x="267" y="22916"/>
                    </a:cubicBezTo>
                    <a:cubicBezTo>
                      <a:pt x="467" y="24350"/>
                      <a:pt x="734" y="25751"/>
                      <a:pt x="1034" y="27119"/>
                    </a:cubicBezTo>
                    <a:cubicBezTo>
                      <a:pt x="1635" y="29888"/>
                      <a:pt x="2368" y="32589"/>
                      <a:pt x="3269" y="35258"/>
                    </a:cubicBezTo>
                    <a:cubicBezTo>
                      <a:pt x="3488" y="35820"/>
                      <a:pt x="3956" y="36073"/>
                      <a:pt x="4424" y="36073"/>
                    </a:cubicBezTo>
                    <a:cubicBezTo>
                      <a:pt x="5093" y="36073"/>
                      <a:pt x="5763" y="35555"/>
                      <a:pt x="5704" y="34691"/>
                    </a:cubicBezTo>
                    <a:cubicBezTo>
                      <a:pt x="5337" y="31989"/>
                      <a:pt x="5004" y="29254"/>
                      <a:pt x="4770" y="26552"/>
                    </a:cubicBezTo>
                    <a:cubicBezTo>
                      <a:pt x="4603" y="25218"/>
                      <a:pt x="4537" y="23850"/>
                      <a:pt x="4470" y="22549"/>
                    </a:cubicBezTo>
                    <a:cubicBezTo>
                      <a:pt x="4403" y="21315"/>
                      <a:pt x="4437" y="20081"/>
                      <a:pt x="4603" y="18846"/>
                    </a:cubicBezTo>
                    <a:cubicBezTo>
                      <a:pt x="4770" y="17545"/>
                      <a:pt x="5004" y="16244"/>
                      <a:pt x="5304" y="14944"/>
                    </a:cubicBezTo>
                    <a:cubicBezTo>
                      <a:pt x="5604" y="13676"/>
                      <a:pt x="5904" y="12375"/>
                      <a:pt x="6271" y="11074"/>
                    </a:cubicBezTo>
                    <a:cubicBezTo>
                      <a:pt x="6638" y="9773"/>
                      <a:pt x="7005" y="8472"/>
                      <a:pt x="7405" y="7205"/>
                    </a:cubicBezTo>
                    <a:cubicBezTo>
                      <a:pt x="7772" y="5904"/>
                      <a:pt x="8206" y="4603"/>
                      <a:pt x="8606" y="3402"/>
                    </a:cubicBezTo>
                    <a:lnTo>
                      <a:pt x="8640" y="3335"/>
                    </a:lnTo>
                    <a:cubicBezTo>
                      <a:pt x="9107" y="2034"/>
                      <a:pt x="8406" y="600"/>
                      <a:pt x="7105" y="133"/>
                    </a:cubicBezTo>
                    <a:cubicBezTo>
                      <a:pt x="6837" y="44"/>
                      <a:pt x="6564" y="1"/>
                      <a:pt x="6294" y="1"/>
                    </a:cubicBezTo>
                    <a:close/>
                  </a:path>
                </a:pathLst>
              </a:custGeom>
              <a:solidFill>
                <a:srgbClr val="72422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Google Shape;1447;p50"/>
              <p:cNvSpPr/>
              <p:nvPr/>
            </p:nvSpPr>
            <p:spPr>
              <a:xfrm>
                <a:off x="2614550" y="2513100"/>
                <a:ext cx="224350" cy="276025"/>
              </a:xfrm>
              <a:custGeom>
                <a:avLst/>
                <a:gdLst/>
                <a:ahLst/>
                <a:cxnLst/>
                <a:rect l="l" t="t" r="r" b="b"/>
                <a:pathLst>
                  <a:path w="8974" h="11041" extrusionOk="0">
                    <a:moveTo>
                      <a:pt x="4624" y="0"/>
                    </a:moveTo>
                    <a:cubicBezTo>
                      <a:pt x="4453" y="0"/>
                      <a:pt x="4279" y="21"/>
                      <a:pt x="4103" y="66"/>
                    </a:cubicBezTo>
                    <a:cubicBezTo>
                      <a:pt x="2368" y="466"/>
                      <a:pt x="0" y="6204"/>
                      <a:pt x="0" y="6204"/>
                    </a:cubicBezTo>
                    <a:lnTo>
                      <a:pt x="5337" y="11041"/>
                    </a:lnTo>
                    <a:cubicBezTo>
                      <a:pt x="5337" y="11041"/>
                      <a:pt x="8973" y="6571"/>
                      <a:pt x="8406" y="4336"/>
                    </a:cubicBezTo>
                    <a:cubicBezTo>
                      <a:pt x="7859" y="2210"/>
                      <a:pt x="6372" y="0"/>
                      <a:pt x="46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50"/>
              <p:cNvSpPr/>
              <p:nvPr/>
            </p:nvSpPr>
            <p:spPr>
              <a:xfrm>
                <a:off x="2634550" y="3438725"/>
                <a:ext cx="159300" cy="137925"/>
              </a:xfrm>
              <a:custGeom>
                <a:avLst/>
                <a:gdLst/>
                <a:ahLst/>
                <a:cxnLst/>
                <a:rect l="l" t="t" r="r" b="b"/>
                <a:pathLst>
                  <a:path w="6372" h="5517" extrusionOk="0">
                    <a:moveTo>
                      <a:pt x="2002" y="1"/>
                    </a:moveTo>
                    <a:lnTo>
                      <a:pt x="334" y="335"/>
                    </a:lnTo>
                    <a:cubicBezTo>
                      <a:pt x="1" y="2036"/>
                      <a:pt x="2102" y="3704"/>
                      <a:pt x="2102" y="3704"/>
                    </a:cubicBezTo>
                    <a:lnTo>
                      <a:pt x="2536" y="4671"/>
                    </a:lnTo>
                    <a:cubicBezTo>
                      <a:pt x="2794" y="5214"/>
                      <a:pt x="3313" y="5516"/>
                      <a:pt x="3860" y="5516"/>
                    </a:cubicBezTo>
                    <a:cubicBezTo>
                      <a:pt x="4018" y="5516"/>
                      <a:pt x="4179" y="5491"/>
                      <a:pt x="4337" y="5438"/>
                    </a:cubicBezTo>
                    <a:lnTo>
                      <a:pt x="5304" y="5105"/>
                    </a:lnTo>
                    <a:cubicBezTo>
                      <a:pt x="5972" y="4871"/>
                      <a:pt x="6372" y="4171"/>
                      <a:pt x="6272" y="3470"/>
                    </a:cubicBezTo>
                    <a:lnTo>
                      <a:pt x="6238" y="3370"/>
                    </a:lnTo>
                    <a:cubicBezTo>
                      <a:pt x="6105" y="2569"/>
                      <a:pt x="5605" y="1869"/>
                      <a:pt x="4871" y="1502"/>
                    </a:cubicBezTo>
                    <a:lnTo>
                      <a:pt x="2002" y="1"/>
                    </a:lnTo>
                    <a:close/>
                  </a:path>
                </a:pathLst>
              </a:custGeom>
              <a:solidFill>
                <a:srgbClr val="72422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50"/>
              <p:cNvSpPr/>
              <p:nvPr/>
            </p:nvSpPr>
            <p:spPr>
              <a:xfrm>
                <a:off x="3488500" y="2750575"/>
                <a:ext cx="6922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2769" h="2373" extrusionOk="0">
                    <a:moveTo>
                      <a:pt x="1900" y="0"/>
                    </a:moveTo>
                    <a:cubicBezTo>
                      <a:pt x="1546" y="0"/>
                      <a:pt x="1118" y="177"/>
                      <a:pt x="768" y="508"/>
                    </a:cubicBezTo>
                    <a:cubicBezTo>
                      <a:pt x="200" y="1041"/>
                      <a:pt x="0" y="1809"/>
                      <a:pt x="334" y="2175"/>
                    </a:cubicBezTo>
                    <a:cubicBezTo>
                      <a:pt x="468" y="2309"/>
                      <a:pt x="650" y="2372"/>
                      <a:pt x="856" y="2372"/>
                    </a:cubicBezTo>
                    <a:cubicBezTo>
                      <a:pt x="1214" y="2372"/>
                      <a:pt x="1641" y="2181"/>
                      <a:pt x="2002" y="1842"/>
                    </a:cubicBezTo>
                    <a:cubicBezTo>
                      <a:pt x="2602" y="1308"/>
                      <a:pt x="2769" y="574"/>
                      <a:pt x="2435" y="207"/>
                    </a:cubicBezTo>
                    <a:cubicBezTo>
                      <a:pt x="2308" y="68"/>
                      <a:pt x="2118" y="0"/>
                      <a:pt x="19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50"/>
              <p:cNvSpPr/>
              <p:nvPr/>
            </p:nvSpPr>
            <p:spPr>
              <a:xfrm>
                <a:off x="3505175" y="2756150"/>
                <a:ext cx="59225" cy="88025"/>
              </a:xfrm>
              <a:custGeom>
                <a:avLst/>
                <a:gdLst/>
                <a:ahLst/>
                <a:cxnLst/>
                <a:rect l="l" t="t" r="r" b="b"/>
                <a:pathLst>
                  <a:path w="2369" h="3521" extrusionOk="0">
                    <a:moveTo>
                      <a:pt x="802" y="1"/>
                    </a:moveTo>
                    <a:cubicBezTo>
                      <a:pt x="614" y="1"/>
                      <a:pt x="431" y="113"/>
                      <a:pt x="401" y="351"/>
                    </a:cubicBezTo>
                    <a:cubicBezTo>
                      <a:pt x="0" y="3220"/>
                      <a:pt x="1768" y="3520"/>
                      <a:pt x="1835" y="3520"/>
                    </a:cubicBezTo>
                    <a:lnTo>
                      <a:pt x="1902" y="3520"/>
                    </a:lnTo>
                    <a:cubicBezTo>
                      <a:pt x="2102" y="3520"/>
                      <a:pt x="2302" y="3354"/>
                      <a:pt x="2335" y="3153"/>
                    </a:cubicBezTo>
                    <a:cubicBezTo>
                      <a:pt x="2369" y="2953"/>
                      <a:pt x="2202" y="2720"/>
                      <a:pt x="1969" y="2686"/>
                    </a:cubicBezTo>
                    <a:cubicBezTo>
                      <a:pt x="1969" y="2686"/>
                      <a:pt x="968" y="2486"/>
                      <a:pt x="1235" y="485"/>
                    </a:cubicBezTo>
                    <a:cubicBezTo>
                      <a:pt x="1272" y="171"/>
                      <a:pt x="1033" y="1"/>
                      <a:pt x="80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50"/>
              <p:cNvSpPr/>
              <p:nvPr/>
            </p:nvSpPr>
            <p:spPr>
              <a:xfrm>
                <a:off x="3496000" y="2755575"/>
                <a:ext cx="48400" cy="41700"/>
              </a:xfrm>
              <a:custGeom>
                <a:avLst/>
                <a:gdLst/>
                <a:ahLst/>
                <a:cxnLst/>
                <a:rect l="l" t="t" r="r" b="b"/>
                <a:pathLst>
                  <a:path w="1936" h="1668" extrusionOk="0">
                    <a:moveTo>
                      <a:pt x="1498" y="1"/>
                    </a:moveTo>
                    <a:cubicBezTo>
                      <a:pt x="1248" y="1"/>
                      <a:pt x="910" y="166"/>
                      <a:pt x="634" y="441"/>
                    </a:cubicBezTo>
                    <a:cubicBezTo>
                      <a:pt x="201" y="841"/>
                      <a:pt x="1" y="1342"/>
                      <a:pt x="201" y="1575"/>
                    </a:cubicBezTo>
                    <a:cubicBezTo>
                      <a:pt x="263" y="1637"/>
                      <a:pt x="357" y="1667"/>
                      <a:pt x="469" y="1667"/>
                    </a:cubicBezTo>
                    <a:cubicBezTo>
                      <a:pt x="718" y="1667"/>
                      <a:pt x="1058" y="1518"/>
                      <a:pt x="1335" y="1242"/>
                    </a:cubicBezTo>
                    <a:cubicBezTo>
                      <a:pt x="1768" y="841"/>
                      <a:pt x="1935" y="341"/>
                      <a:pt x="1768" y="107"/>
                    </a:cubicBezTo>
                    <a:cubicBezTo>
                      <a:pt x="1706" y="35"/>
                      <a:pt x="1611" y="1"/>
                      <a:pt x="149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Прямоугольник 2"/>
          <p:cNvSpPr/>
          <p:nvPr/>
        </p:nvSpPr>
        <p:spPr>
          <a:xfrm>
            <a:off x="196608" y="169203"/>
            <a:ext cx="58381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buClr>
                <a:srgbClr val="80ED99"/>
              </a:buClr>
              <a:buSzPts val="4800"/>
            </a:pPr>
            <a:r>
              <a:rPr lang="ru-RU" sz="4800" dirty="0">
                <a:solidFill>
                  <a:srgbClr val="80ED99"/>
                </a:solidFill>
                <a:latin typeface="Poppins Black"/>
                <a:cs typeface="Poppins Black"/>
                <a:sym typeface="Poppins Black"/>
              </a:rPr>
              <a:t>8</a:t>
            </a:r>
            <a:endParaRPr lang="en" sz="4800" dirty="0">
              <a:solidFill>
                <a:srgbClr val="80ED99"/>
              </a:solidFill>
              <a:latin typeface="Poppins Black"/>
              <a:cs typeface="Poppins Black"/>
              <a:sym typeface="Poppins Black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45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Real-World Cases</a:t>
            </a:r>
            <a:endParaRPr dirty="0"/>
          </a:p>
        </p:txBody>
      </p:sp>
      <p:sp>
        <p:nvSpPr>
          <p:cNvPr id="909" name="Google Shape;909;p45"/>
          <p:cNvSpPr txBox="1">
            <a:spLocks noGrp="1"/>
          </p:cNvSpPr>
          <p:nvPr>
            <p:ph type="subTitle" idx="4294967295"/>
          </p:nvPr>
        </p:nvSpPr>
        <p:spPr>
          <a:xfrm>
            <a:off x="6513971" y="3740100"/>
            <a:ext cx="2586187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sz="1400" dirty="0"/>
              <a:t>Siemens applies ES for optimizing manufacturing and logistics operations, such as scheduling, routing, and supply chain problems.</a:t>
            </a:r>
            <a:endParaRPr sz="1400" dirty="0"/>
          </a:p>
        </p:txBody>
      </p:sp>
      <p:sp>
        <p:nvSpPr>
          <p:cNvPr id="910" name="Google Shape;910;p45"/>
          <p:cNvSpPr txBox="1">
            <a:spLocks noGrp="1"/>
          </p:cNvSpPr>
          <p:nvPr>
            <p:ph type="subTitle" idx="4294967295"/>
          </p:nvPr>
        </p:nvSpPr>
        <p:spPr>
          <a:xfrm>
            <a:off x="6513972" y="3388576"/>
            <a:ext cx="1910400" cy="3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Poppins Black"/>
                <a:ea typeface="Poppins Black"/>
                <a:cs typeface="Poppins Black"/>
                <a:sym typeface="Poppins Black"/>
              </a:rPr>
              <a:t>Siemens</a:t>
            </a:r>
            <a:endParaRPr dirty="0"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911" name="Google Shape;911;p45"/>
          <p:cNvSpPr txBox="1">
            <a:spLocks noGrp="1"/>
          </p:cNvSpPr>
          <p:nvPr>
            <p:ph type="subTitle" idx="4294967295"/>
          </p:nvPr>
        </p:nvSpPr>
        <p:spPr>
          <a:xfrm>
            <a:off x="6704444" y="1049762"/>
            <a:ext cx="1910400" cy="3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Poppins Black"/>
                <a:ea typeface="Poppins Black"/>
                <a:cs typeface="Poppins Black"/>
                <a:sym typeface="Poppins Black"/>
              </a:rPr>
              <a:t>OpenAI</a:t>
            </a:r>
            <a:endParaRPr dirty="0"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912" name="Google Shape;912;p45"/>
          <p:cNvSpPr txBox="1">
            <a:spLocks noGrp="1"/>
          </p:cNvSpPr>
          <p:nvPr>
            <p:ph type="subTitle" idx="4294967295"/>
          </p:nvPr>
        </p:nvSpPr>
        <p:spPr>
          <a:xfrm>
            <a:off x="6728449" y="1421162"/>
            <a:ext cx="2277849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sz="1400" dirty="0" err="1"/>
              <a:t>OpenAI</a:t>
            </a:r>
            <a:r>
              <a:rPr lang="en-US" sz="1400" dirty="0"/>
              <a:t> used ES (RL) to train AI agents for complex tasks like Atari games and robotic control. </a:t>
            </a:r>
            <a:endParaRPr sz="1400" dirty="0"/>
          </a:p>
        </p:txBody>
      </p:sp>
      <p:sp>
        <p:nvSpPr>
          <p:cNvPr id="913" name="Google Shape;913;p45"/>
          <p:cNvSpPr/>
          <p:nvPr/>
        </p:nvSpPr>
        <p:spPr>
          <a:xfrm>
            <a:off x="6432194" y="1144712"/>
            <a:ext cx="181500" cy="1815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4" name="Google Shape;914;p45"/>
          <p:cNvSpPr/>
          <p:nvPr/>
        </p:nvSpPr>
        <p:spPr>
          <a:xfrm>
            <a:off x="6613694" y="3170855"/>
            <a:ext cx="181500" cy="1815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5" name="Google Shape;915;p45"/>
          <p:cNvSpPr txBox="1">
            <a:spLocks noGrp="1"/>
          </p:cNvSpPr>
          <p:nvPr>
            <p:ph type="subTitle" idx="4294967295"/>
          </p:nvPr>
        </p:nvSpPr>
        <p:spPr>
          <a:xfrm>
            <a:off x="212942" y="3050325"/>
            <a:ext cx="2417136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sz="1400" dirty="0"/>
              <a:t>DeepMind has explored ES for optimizing neural network parameters, particularly in reinforcement learning tasks.</a:t>
            </a:r>
            <a:endParaRPr sz="1400" dirty="0"/>
          </a:p>
        </p:txBody>
      </p:sp>
      <p:sp>
        <p:nvSpPr>
          <p:cNvPr id="916" name="Google Shape;916;p45"/>
          <p:cNvSpPr txBox="1">
            <a:spLocks noGrp="1"/>
          </p:cNvSpPr>
          <p:nvPr>
            <p:ph type="subTitle" idx="4294967295"/>
          </p:nvPr>
        </p:nvSpPr>
        <p:spPr>
          <a:xfrm>
            <a:off x="718178" y="2698800"/>
            <a:ext cx="1911900" cy="3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Poppins Black"/>
                <a:ea typeface="Poppins Black"/>
                <a:cs typeface="Poppins Black"/>
                <a:sym typeface="Poppins Black"/>
              </a:rPr>
              <a:t>Google</a:t>
            </a:r>
            <a:endParaRPr dirty="0"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917" name="Google Shape;917;p45"/>
          <p:cNvSpPr/>
          <p:nvPr/>
        </p:nvSpPr>
        <p:spPr>
          <a:xfrm>
            <a:off x="2343447" y="2482492"/>
            <a:ext cx="181500" cy="1815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8" name="Google Shape;918;p45"/>
          <p:cNvGrpSpPr/>
          <p:nvPr/>
        </p:nvGrpSpPr>
        <p:grpSpPr>
          <a:xfrm>
            <a:off x="2954927" y="1597012"/>
            <a:ext cx="3256837" cy="2798228"/>
            <a:chOff x="2922397" y="1693395"/>
            <a:chExt cx="3387950" cy="2910879"/>
          </a:xfrm>
        </p:grpSpPr>
        <p:sp>
          <p:nvSpPr>
            <p:cNvPr id="919" name="Google Shape;919;p45"/>
            <p:cNvSpPr/>
            <p:nvPr/>
          </p:nvSpPr>
          <p:spPr>
            <a:xfrm>
              <a:off x="2922397" y="4406485"/>
              <a:ext cx="3387950" cy="197789"/>
            </a:xfrm>
            <a:custGeom>
              <a:avLst/>
              <a:gdLst/>
              <a:ahLst/>
              <a:cxnLst/>
              <a:rect l="l" t="t" r="r" b="b"/>
              <a:pathLst>
                <a:path w="161716" h="9441" extrusionOk="0">
                  <a:moveTo>
                    <a:pt x="80858" y="1"/>
                  </a:moveTo>
                  <a:cubicBezTo>
                    <a:pt x="36193" y="1"/>
                    <a:pt x="0" y="2136"/>
                    <a:pt x="0" y="4738"/>
                  </a:cubicBezTo>
                  <a:cubicBezTo>
                    <a:pt x="0" y="7339"/>
                    <a:pt x="36193" y="9441"/>
                    <a:pt x="80858" y="9441"/>
                  </a:cubicBezTo>
                  <a:cubicBezTo>
                    <a:pt x="125523" y="9441"/>
                    <a:pt x="161716" y="7339"/>
                    <a:pt x="161716" y="4738"/>
                  </a:cubicBezTo>
                  <a:cubicBezTo>
                    <a:pt x="161716" y="2136"/>
                    <a:pt x="125523" y="1"/>
                    <a:pt x="808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20" name="Google Shape;920;p45"/>
            <p:cNvGrpSpPr/>
            <p:nvPr/>
          </p:nvGrpSpPr>
          <p:grpSpPr>
            <a:xfrm>
              <a:off x="3201931" y="1693395"/>
              <a:ext cx="2740138" cy="1406945"/>
              <a:chOff x="3053774" y="1737895"/>
              <a:chExt cx="3098652" cy="1591027"/>
            </a:xfrm>
          </p:grpSpPr>
          <p:sp>
            <p:nvSpPr>
              <p:cNvPr id="921" name="Google Shape;921;p45"/>
              <p:cNvSpPr/>
              <p:nvPr/>
            </p:nvSpPr>
            <p:spPr>
              <a:xfrm>
                <a:off x="3053774" y="2164626"/>
                <a:ext cx="993763" cy="1164296"/>
              </a:xfrm>
              <a:custGeom>
                <a:avLst/>
                <a:gdLst/>
                <a:ahLst/>
                <a:cxnLst/>
                <a:rect l="l" t="t" r="r" b="b"/>
                <a:pathLst>
                  <a:path w="47435" h="55575" extrusionOk="0">
                    <a:moveTo>
                      <a:pt x="23351" y="18014"/>
                    </a:moveTo>
                    <a:lnTo>
                      <a:pt x="26353" y="34492"/>
                    </a:lnTo>
                    <a:lnTo>
                      <a:pt x="12509" y="37027"/>
                    </a:lnTo>
                    <a:lnTo>
                      <a:pt x="23351" y="18014"/>
                    </a:lnTo>
                    <a:close/>
                    <a:moveTo>
                      <a:pt x="32991" y="1"/>
                    </a:moveTo>
                    <a:lnTo>
                      <a:pt x="20448" y="2269"/>
                    </a:lnTo>
                    <a:lnTo>
                      <a:pt x="1" y="38562"/>
                    </a:lnTo>
                    <a:lnTo>
                      <a:pt x="2202" y="50537"/>
                    </a:lnTo>
                    <a:lnTo>
                      <a:pt x="28421" y="45767"/>
                    </a:lnTo>
                    <a:lnTo>
                      <a:pt x="30222" y="55574"/>
                    </a:lnTo>
                    <a:lnTo>
                      <a:pt x="42731" y="53272"/>
                    </a:lnTo>
                    <a:lnTo>
                      <a:pt x="40963" y="43499"/>
                    </a:lnTo>
                    <a:lnTo>
                      <a:pt x="47434" y="42298"/>
                    </a:lnTo>
                    <a:lnTo>
                      <a:pt x="45366" y="31023"/>
                    </a:lnTo>
                    <a:lnTo>
                      <a:pt x="38895" y="32191"/>
                    </a:lnTo>
                    <a:lnTo>
                      <a:pt x="3299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45"/>
              <p:cNvSpPr/>
              <p:nvPr/>
            </p:nvSpPr>
            <p:spPr>
              <a:xfrm>
                <a:off x="4150947" y="1737895"/>
                <a:ext cx="959510" cy="1206469"/>
              </a:xfrm>
              <a:custGeom>
                <a:avLst/>
                <a:gdLst/>
                <a:ahLst/>
                <a:cxnLst/>
                <a:rect l="l" t="t" r="r" b="b"/>
                <a:pathLst>
                  <a:path w="45800" h="57588" extrusionOk="0">
                    <a:moveTo>
                      <a:pt x="22263" y="1"/>
                    </a:moveTo>
                    <a:cubicBezTo>
                      <a:pt x="16838" y="1"/>
                      <a:pt x="12437" y="1448"/>
                      <a:pt x="9107" y="4358"/>
                    </a:cubicBezTo>
                    <a:cubicBezTo>
                      <a:pt x="4837" y="8061"/>
                      <a:pt x="2035" y="15166"/>
                      <a:pt x="667" y="25640"/>
                    </a:cubicBezTo>
                    <a:cubicBezTo>
                      <a:pt x="134" y="29543"/>
                      <a:pt x="0" y="33513"/>
                      <a:pt x="267" y="37449"/>
                    </a:cubicBezTo>
                    <a:cubicBezTo>
                      <a:pt x="534" y="41051"/>
                      <a:pt x="1201" y="43987"/>
                      <a:pt x="2235" y="46188"/>
                    </a:cubicBezTo>
                    <a:cubicBezTo>
                      <a:pt x="3569" y="49157"/>
                      <a:pt x="5704" y="51692"/>
                      <a:pt x="8373" y="53594"/>
                    </a:cubicBezTo>
                    <a:cubicBezTo>
                      <a:pt x="10975" y="55428"/>
                      <a:pt x="14611" y="56663"/>
                      <a:pt x="19214" y="57263"/>
                    </a:cubicBezTo>
                    <a:cubicBezTo>
                      <a:pt x="20862" y="57479"/>
                      <a:pt x="22426" y="57587"/>
                      <a:pt x="23904" y="57587"/>
                    </a:cubicBezTo>
                    <a:cubicBezTo>
                      <a:pt x="29725" y="57587"/>
                      <a:pt x="34221" y="55911"/>
                      <a:pt x="37360" y="52560"/>
                    </a:cubicBezTo>
                    <a:cubicBezTo>
                      <a:pt x="41296" y="48357"/>
                      <a:pt x="43932" y="41252"/>
                      <a:pt x="45199" y="31244"/>
                    </a:cubicBezTo>
                    <a:cubicBezTo>
                      <a:pt x="45766" y="26908"/>
                      <a:pt x="45800" y="22538"/>
                      <a:pt x="45333" y="18202"/>
                    </a:cubicBezTo>
                    <a:cubicBezTo>
                      <a:pt x="45132" y="16167"/>
                      <a:pt x="44699" y="14165"/>
                      <a:pt x="43998" y="12264"/>
                    </a:cubicBezTo>
                    <a:cubicBezTo>
                      <a:pt x="43298" y="10429"/>
                      <a:pt x="42297" y="8695"/>
                      <a:pt x="41063" y="7160"/>
                    </a:cubicBezTo>
                    <a:cubicBezTo>
                      <a:pt x="39629" y="5393"/>
                      <a:pt x="37827" y="3925"/>
                      <a:pt x="35792" y="2857"/>
                    </a:cubicBezTo>
                    <a:cubicBezTo>
                      <a:pt x="33558" y="1623"/>
                      <a:pt x="30622" y="789"/>
                      <a:pt x="26919" y="322"/>
                    </a:cubicBezTo>
                    <a:cubicBezTo>
                      <a:pt x="25292" y="108"/>
                      <a:pt x="23740" y="1"/>
                      <a:pt x="2226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45"/>
              <p:cNvSpPr/>
              <p:nvPr/>
            </p:nvSpPr>
            <p:spPr>
              <a:xfrm>
                <a:off x="4247380" y="1833741"/>
                <a:ext cx="766644" cy="1014818"/>
              </a:xfrm>
              <a:custGeom>
                <a:avLst/>
                <a:gdLst/>
                <a:ahLst/>
                <a:cxnLst/>
                <a:rect l="l" t="t" r="r" b="b"/>
                <a:pathLst>
                  <a:path w="36594" h="48440" extrusionOk="0">
                    <a:moveTo>
                      <a:pt x="17690" y="0"/>
                    </a:moveTo>
                    <a:cubicBezTo>
                      <a:pt x="13357" y="0"/>
                      <a:pt x="10025" y="1075"/>
                      <a:pt x="7506" y="3253"/>
                    </a:cubicBezTo>
                    <a:cubicBezTo>
                      <a:pt x="5171" y="5287"/>
                      <a:pt x="2102" y="10091"/>
                      <a:pt x="601" y="21666"/>
                    </a:cubicBezTo>
                    <a:cubicBezTo>
                      <a:pt x="134" y="25268"/>
                      <a:pt x="1" y="28904"/>
                      <a:pt x="234" y="32540"/>
                    </a:cubicBezTo>
                    <a:cubicBezTo>
                      <a:pt x="468" y="35576"/>
                      <a:pt x="1001" y="37944"/>
                      <a:pt x="1802" y="39612"/>
                    </a:cubicBezTo>
                    <a:lnTo>
                      <a:pt x="1802" y="39679"/>
                    </a:lnTo>
                    <a:cubicBezTo>
                      <a:pt x="2803" y="41914"/>
                      <a:pt x="4404" y="43848"/>
                      <a:pt x="6405" y="45249"/>
                    </a:cubicBezTo>
                    <a:cubicBezTo>
                      <a:pt x="8407" y="46684"/>
                      <a:pt x="11375" y="47651"/>
                      <a:pt x="15178" y="48118"/>
                    </a:cubicBezTo>
                    <a:cubicBezTo>
                      <a:pt x="16279" y="48285"/>
                      <a:pt x="17346" y="48352"/>
                      <a:pt x="18347" y="48385"/>
                    </a:cubicBezTo>
                    <a:lnTo>
                      <a:pt x="18347" y="48418"/>
                    </a:lnTo>
                    <a:cubicBezTo>
                      <a:pt x="18707" y="48433"/>
                      <a:pt x="19060" y="48440"/>
                      <a:pt x="19405" y="48440"/>
                    </a:cubicBezTo>
                    <a:cubicBezTo>
                      <a:pt x="23893" y="48440"/>
                      <a:pt x="27158" y="47234"/>
                      <a:pt x="29388" y="44849"/>
                    </a:cubicBezTo>
                    <a:cubicBezTo>
                      <a:pt x="32657" y="41380"/>
                      <a:pt x="34892" y="35075"/>
                      <a:pt x="36026" y="26102"/>
                    </a:cubicBezTo>
                    <a:cubicBezTo>
                      <a:pt x="36560" y="22133"/>
                      <a:pt x="36593" y="18097"/>
                      <a:pt x="36160" y="14127"/>
                    </a:cubicBezTo>
                    <a:cubicBezTo>
                      <a:pt x="35993" y="12459"/>
                      <a:pt x="35659" y="10858"/>
                      <a:pt x="35092" y="9290"/>
                    </a:cubicBezTo>
                    <a:cubicBezTo>
                      <a:pt x="34559" y="7889"/>
                      <a:pt x="33791" y="6588"/>
                      <a:pt x="32857" y="5421"/>
                    </a:cubicBezTo>
                    <a:cubicBezTo>
                      <a:pt x="31790" y="4153"/>
                      <a:pt x="30456" y="3086"/>
                      <a:pt x="28988" y="2319"/>
                    </a:cubicBezTo>
                    <a:cubicBezTo>
                      <a:pt x="27253" y="1385"/>
                      <a:pt x="24818" y="717"/>
                      <a:pt x="21749" y="284"/>
                    </a:cubicBezTo>
                    <a:cubicBezTo>
                      <a:pt x="20682" y="150"/>
                      <a:pt x="19615" y="50"/>
                      <a:pt x="18647" y="17"/>
                    </a:cubicBezTo>
                    <a:cubicBezTo>
                      <a:pt x="18323" y="6"/>
                      <a:pt x="18004" y="0"/>
                      <a:pt x="176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45"/>
              <p:cNvSpPr/>
              <p:nvPr/>
            </p:nvSpPr>
            <p:spPr>
              <a:xfrm>
                <a:off x="4364092" y="1877422"/>
                <a:ext cx="439573" cy="439573"/>
              </a:xfrm>
              <a:custGeom>
                <a:avLst/>
                <a:gdLst/>
                <a:ahLst/>
                <a:cxnLst/>
                <a:rect l="l" t="t" r="r" b="b"/>
                <a:pathLst>
                  <a:path w="20982" h="20982" extrusionOk="0">
                    <a:moveTo>
                      <a:pt x="10464" y="4237"/>
                    </a:moveTo>
                    <a:cubicBezTo>
                      <a:pt x="13744" y="4237"/>
                      <a:pt x="16861" y="6859"/>
                      <a:pt x="16745" y="10708"/>
                    </a:cubicBezTo>
                    <a:cubicBezTo>
                      <a:pt x="16647" y="14115"/>
                      <a:pt x="13847" y="16781"/>
                      <a:pt x="10461" y="16781"/>
                    </a:cubicBezTo>
                    <a:cubicBezTo>
                      <a:pt x="10399" y="16781"/>
                      <a:pt x="10337" y="16781"/>
                      <a:pt x="10274" y="16779"/>
                    </a:cubicBezTo>
                    <a:cubicBezTo>
                      <a:pt x="4704" y="16545"/>
                      <a:pt x="2168" y="9740"/>
                      <a:pt x="6238" y="5938"/>
                    </a:cubicBezTo>
                    <a:cubicBezTo>
                      <a:pt x="7496" y="4762"/>
                      <a:pt x="8997" y="4237"/>
                      <a:pt x="10464" y="4237"/>
                    </a:cubicBezTo>
                    <a:close/>
                    <a:moveTo>
                      <a:pt x="10074" y="0"/>
                    </a:moveTo>
                    <a:lnTo>
                      <a:pt x="9740" y="934"/>
                    </a:lnTo>
                    <a:cubicBezTo>
                      <a:pt x="9207" y="1001"/>
                      <a:pt x="8706" y="1068"/>
                      <a:pt x="8173" y="1201"/>
                    </a:cubicBezTo>
                    <a:lnTo>
                      <a:pt x="7572" y="367"/>
                    </a:lnTo>
                    <a:lnTo>
                      <a:pt x="6071" y="934"/>
                    </a:lnTo>
                    <a:lnTo>
                      <a:pt x="6171" y="1935"/>
                    </a:lnTo>
                    <a:cubicBezTo>
                      <a:pt x="5671" y="2202"/>
                      <a:pt x="5237" y="2469"/>
                      <a:pt x="4804" y="2769"/>
                    </a:cubicBezTo>
                    <a:lnTo>
                      <a:pt x="3903" y="2268"/>
                    </a:lnTo>
                    <a:lnTo>
                      <a:pt x="2769" y="3336"/>
                    </a:lnTo>
                    <a:lnTo>
                      <a:pt x="3236" y="4236"/>
                    </a:lnTo>
                    <a:cubicBezTo>
                      <a:pt x="2869" y="4637"/>
                      <a:pt x="2569" y="5104"/>
                      <a:pt x="2302" y="5537"/>
                    </a:cubicBezTo>
                    <a:lnTo>
                      <a:pt x="1268" y="5404"/>
                    </a:lnTo>
                    <a:lnTo>
                      <a:pt x="634" y="6838"/>
                    </a:lnTo>
                    <a:lnTo>
                      <a:pt x="1401" y="7505"/>
                    </a:lnTo>
                    <a:cubicBezTo>
                      <a:pt x="1234" y="8006"/>
                      <a:pt x="1101" y="8540"/>
                      <a:pt x="1034" y="9073"/>
                    </a:cubicBezTo>
                    <a:lnTo>
                      <a:pt x="34" y="9307"/>
                    </a:lnTo>
                    <a:lnTo>
                      <a:pt x="0" y="10875"/>
                    </a:lnTo>
                    <a:lnTo>
                      <a:pt x="968" y="11208"/>
                    </a:lnTo>
                    <a:cubicBezTo>
                      <a:pt x="1001" y="11742"/>
                      <a:pt x="1101" y="12276"/>
                      <a:pt x="1201" y="12809"/>
                    </a:cubicBezTo>
                    <a:lnTo>
                      <a:pt x="367" y="13410"/>
                    </a:lnTo>
                    <a:lnTo>
                      <a:pt x="934" y="14877"/>
                    </a:lnTo>
                    <a:lnTo>
                      <a:pt x="1968" y="14811"/>
                    </a:lnTo>
                    <a:cubicBezTo>
                      <a:pt x="2202" y="15278"/>
                      <a:pt x="2469" y="15745"/>
                      <a:pt x="2802" y="16178"/>
                    </a:cubicBezTo>
                    <a:lnTo>
                      <a:pt x="2268" y="17046"/>
                    </a:lnTo>
                    <a:lnTo>
                      <a:pt x="3336" y="18213"/>
                    </a:lnTo>
                    <a:lnTo>
                      <a:pt x="4270" y="17746"/>
                    </a:lnTo>
                    <a:cubicBezTo>
                      <a:pt x="4670" y="18080"/>
                      <a:pt x="5104" y="18413"/>
                      <a:pt x="5571" y="18680"/>
                    </a:cubicBezTo>
                    <a:lnTo>
                      <a:pt x="5404" y="19681"/>
                    </a:lnTo>
                    <a:lnTo>
                      <a:pt x="6838" y="20348"/>
                    </a:lnTo>
                    <a:lnTo>
                      <a:pt x="7506" y="19581"/>
                    </a:lnTo>
                    <a:cubicBezTo>
                      <a:pt x="8039" y="19748"/>
                      <a:pt x="8540" y="19848"/>
                      <a:pt x="9073" y="19948"/>
                    </a:cubicBezTo>
                    <a:lnTo>
                      <a:pt x="9340" y="20915"/>
                    </a:lnTo>
                    <a:lnTo>
                      <a:pt x="10908" y="20982"/>
                    </a:lnTo>
                    <a:lnTo>
                      <a:pt x="11208" y="20014"/>
                    </a:lnTo>
                    <a:cubicBezTo>
                      <a:pt x="11742" y="19981"/>
                      <a:pt x="12276" y="19881"/>
                      <a:pt x="12809" y="19748"/>
                    </a:cubicBezTo>
                    <a:lnTo>
                      <a:pt x="13410" y="20582"/>
                    </a:lnTo>
                    <a:lnTo>
                      <a:pt x="14911" y="20014"/>
                    </a:lnTo>
                    <a:lnTo>
                      <a:pt x="14811" y="19014"/>
                    </a:lnTo>
                    <a:cubicBezTo>
                      <a:pt x="15278" y="18780"/>
                      <a:pt x="15745" y="18480"/>
                      <a:pt x="16178" y="18180"/>
                    </a:cubicBezTo>
                    <a:lnTo>
                      <a:pt x="17046" y="18713"/>
                    </a:lnTo>
                    <a:lnTo>
                      <a:pt x="18213" y="17613"/>
                    </a:lnTo>
                    <a:lnTo>
                      <a:pt x="17746" y="16712"/>
                    </a:lnTo>
                    <a:cubicBezTo>
                      <a:pt x="18113" y="16312"/>
                      <a:pt x="18413" y="15878"/>
                      <a:pt x="18680" y="15411"/>
                    </a:cubicBezTo>
                    <a:lnTo>
                      <a:pt x="19681" y="15545"/>
                    </a:lnTo>
                    <a:lnTo>
                      <a:pt x="20348" y="14110"/>
                    </a:lnTo>
                    <a:lnTo>
                      <a:pt x="19581" y="13443"/>
                    </a:lnTo>
                    <a:cubicBezTo>
                      <a:pt x="19748" y="12943"/>
                      <a:pt x="19881" y="12442"/>
                      <a:pt x="19948" y="11909"/>
                    </a:cubicBezTo>
                    <a:lnTo>
                      <a:pt x="20948" y="11642"/>
                    </a:lnTo>
                    <a:lnTo>
                      <a:pt x="20982" y="10074"/>
                    </a:lnTo>
                    <a:lnTo>
                      <a:pt x="20014" y="9740"/>
                    </a:lnTo>
                    <a:cubicBezTo>
                      <a:pt x="19981" y="9207"/>
                      <a:pt x="19881" y="8673"/>
                      <a:pt x="19781" y="8173"/>
                    </a:cubicBezTo>
                    <a:lnTo>
                      <a:pt x="20615" y="7539"/>
                    </a:lnTo>
                    <a:lnTo>
                      <a:pt x="20048" y="6071"/>
                    </a:lnTo>
                    <a:lnTo>
                      <a:pt x="19014" y="6138"/>
                    </a:lnTo>
                    <a:cubicBezTo>
                      <a:pt x="18780" y="5671"/>
                      <a:pt x="18513" y="5237"/>
                      <a:pt x="18180" y="4804"/>
                    </a:cubicBezTo>
                    <a:lnTo>
                      <a:pt x="18714" y="3903"/>
                    </a:lnTo>
                    <a:lnTo>
                      <a:pt x="17613" y="2769"/>
                    </a:lnTo>
                    <a:lnTo>
                      <a:pt x="16712" y="3236"/>
                    </a:lnTo>
                    <a:cubicBezTo>
                      <a:pt x="16312" y="2869"/>
                      <a:pt x="15878" y="2569"/>
                      <a:pt x="15411" y="2268"/>
                    </a:cubicBezTo>
                    <a:lnTo>
                      <a:pt x="15578" y="1268"/>
                    </a:lnTo>
                    <a:lnTo>
                      <a:pt x="14110" y="601"/>
                    </a:lnTo>
                    <a:lnTo>
                      <a:pt x="13476" y="1401"/>
                    </a:lnTo>
                    <a:cubicBezTo>
                      <a:pt x="12943" y="1234"/>
                      <a:pt x="12442" y="1101"/>
                      <a:pt x="11909" y="1034"/>
                    </a:cubicBezTo>
                    <a:lnTo>
                      <a:pt x="11642" y="33"/>
                    </a:lnTo>
                    <a:lnTo>
                      <a:pt x="1007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45"/>
              <p:cNvSpPr/>
              <p:nvPr/>
            </p:nvSpPr>
            <p:spPr>
              <a:xfrm>
                <a:off x="4645011" y="2552494"/>
                <a:ext cx="297720" cy="297720"/>
              </a:xfrm>
              <a:custGeom>
                <a:avLst/>
                <a:gdLst/>
                <a:ahLst/>
                <a:cxnLst/>
                <a:rect l="l" t="t" r="r" b="b"/>
                <a:pathLst>
                  <a:path w="14211" h="14211" extrusionOk="0">
                    <a:moveTo>
                      <a:pt x="7106" y="5268"/>
                    </a:moveTo>
                    <a:cubicBezTo>
                      <a:pt x="7401" y="5268"/>
                      <a:pt x="7708" y="5341"/>
                      <a:pt x="8006" y="5504"/>
                    </a:cubicBezTo>
                    <a:cubicBezTo>
                      <a:pt x="8907" y="6004"/>
                      <a:pt x="9241" y="7105"/>
                      <a:pt x="8740" y="8006"/>
                    </a:cubicBezTo>
                    <a:cubicBezTo>
                      <a:pt x="8379" y="8668"/>
                      <a:pt x="7746" y="8984"/>
                      <a:pt x="7117" y="8984"/>
                    </a:cubicBezTo>
                    <a:cubicBezTo>
                      <a:pt x="6352" y="8984"/>
                      <a:pt x="5594" y="8517"/>
                      <a:pt x="5338" y="7639"/>
                    </a:cubicBezTo>
                    <a:cubicBezTo>
                      <a:pt x="4966" y="6390"/>
                      <a:pt x="5949" y="5268"/>
                      <a:pt x="7106" y="5268"/>
                    </a:cubicBezTo>
                    <a:close/>
                    <a:moveTo>
                      <a:pt x="7339" y="0"/>
                    </a:moveTo>
                    <a:lnTo>
                      <a:pt x="7072" y="634"/>
                    </a:lnTo>
                    <a:cubicBezTo>
                      <a:pt x="6739" y="634"/>
                      <a:pt x="6372" y="667"/>
                      <a:pt x="6005" y="734"/>
                    </a:cubicBezTo>
                    <a:lnTo>
                      <a:pt x="5638" y="167"/>
                    </a:lnTo>
                    <a:lnTo>
                      <a:pt x="4604" y="467"/>
                    </a:lnTo>
                    <a:lnTo>
                      <a:pt x="4604" y="1134"/>
                    </a:lnTo>
                    <a:cubicBezTo>
                      <a:pt x="4270" y="1301"/>
                      <a:pt x="3937" y="1468"/>
                      <a:pt x="3637" y="1635"/>
                    </a:cubicBezTo>
                    <a:lnTo>
                      <a:pt x="3070" y="1234"/>
                    </a:lnTo>
                    <a:lnTo>
                      <a:pt x="2236" y="1902"/>
                    </a:lnTo>
                    <a:lnTo>
                      <a:pt x="2503" y="2535"/>
                    </a:lnTo>
                    <a:cubicBezTo>
                      <a:pt x="2269" y="2802"/>
                      <a:pt x="2036" y="3069"/>
                      <a:pt x="1802" y="3369"/>
                    </a:cubicBezTo>
                    <a:lnTo>
                      <a:pt x="1135" y="3202"/>
                    </a:lnTo>
                    <a:lnTo>
                      <a:pt x="635" y="4170"/>
                    </a:lnTo>
                    <a:lnTo>
                      <a:pt x="1102" y="4637"/>
                    </a:lnTo>
                    <a:cubicBezTo>
                      <a:pt x="968" y="4970"/>
                      <a:pt x="868" y="5337"/>
                      <a:pt x="801" y="5671"/>
                    </a:cubicBezTo>
                    <a:lnTo>
                      <a:pt x="101" y="5804"/>
                    </a:lnTo>
                    <a:lnTo>
                      <a:pt x="1" y="6872"/>
                    </a:lnTo>
                    <a:lnTo>
                      <a:pt x="635" y="7139"/>
                    </a:lnTo>
                    <a:cubicBezTo>
                      <a:pt x="635" y="7472"/>
                      <a:pt x="668" y="7839"/>
                      <a:pt x="735" y="8206"/>
                    </a:cubicBezTo>
                    <a:lnTo>
                      <a:pt x="134" y="8573"/>
                    </a:lnTo>
                    <a:lnTo>
                      <a:pt x="434" y="9607"/>
                    </a:lnTo>
                    <a:lnTo>
                      <a:pt x="1135" y="9607"/>
                    </a:lnTo>
                    <a:cubicBezTo>
                      <a:pt x="1268" y="9941"/>
                      <a:pt x="1435" y="10241"/>
                      <a:pt x="1635" y="10574"/>
                    </a:cubicBezTo>
                    <a:lnTo>
                      <a:pt x="1235" y="11141"/>
                    </a:lnTo>
                    <a:lnTo>
                      <a:pt x="1902" y="11975"/>
                    </a:lnTo>
                    <a:lnTo>
                      <a:pt x="2536" y="11675"/>
                    </a:lnTo>
                    <a:cubicBezTo>
                      <a:pt x="2803" y="11942"/>
                      <a:pt x="3070" y="12176"/>
                      <a:pt x="3370" y="12376"/>
                    </a:cubicBezTo>
                    <a:lnTo>
                      <a:pt x="3236" y="13076"/>
                    </a:lnTo>
                    <a:lnTo>
                      <a:pt x="4170" y="13577"/>
                    </a:lnTo>
                    <a:lnTo>
                      <a:pt x="4637" y="13110"/>
                    </a:lnTo>
                    <a:cubicBezTo>
                      <a:pt x="4971" y="13243"/>
                      <a:pt x="5338" y="13343"/>
                      <a:pt x="5671" y="13410"/>
                    </a:cubicBezTo>
                    <a:lnTo>
                      <a:pt x="5805" y="14110"/>
                    </a:lnTo>
                    <a:lnTo>
                      <a:pt x="6872" y="14210"/>
                    </a:lnTo>
                    <a:lnTo>
                      <a:pt x="7139" y="13577"/>
                    </a:lnTo>
                    <a:cubicBezTo>
                      <a:pt x="7506" y="13577"/>
                      <a:pt x="7873" y="13543"/>
                      <a:pt x="8240" y="13510"/>
                    </a:cubicBezTo>
                    <a:lnTo>
                      <a:pt x="8607" y="14077"/>
                    </a:lnTo>
                    <a:lnTo>
                      <a:pt x="9608" y="13777"/>
                    </a:lnTo>
                    <a:lnTo>
                      <a:pt x="9608" y="13076"/>
                    </a:lnTo>
                    <a:cubicBezTo>
                      <a:pt x="9941" y="12943"/>
                      <a:pt x="10275" y="12776"/>
                      <a:pt x="10575" y="12576"/>
                    </a:cubicBezTo>
                    <a:lnTo>
                      <a:pt x="11142" y="13009"/>
                    </a:lnTo>
                    <a:lnTo>
                      <a:pt x="11976" y="12342"/>
                    </a:lnTo>
                    <a:lnTo>
                      <a:pt x="11709" y="11709"/>
                    </a:lnTo>
                    <a:cubicBezTo>
                      <a:pt x="11976" y="11442"/>
                      <a:pt x="12209" y="11175"/>
                      <a:pt x="12410" y="10875"/>
                    </a:cubicBezTo>
                    <a:lnTo>
                      <a:pt x="13077" y="11008"/>
                    </a:lnTo>
                    <a:lnTo>
                      <a:pt x="13610" y="10074"/>
                    </a:lnTo>
                    <a:lnTo>
                      <a:pt x="13110" y="9607"/>
                    </a:lnTo>
                    <a:cubicBezTo>
                      <a:pt x="13244" y="9240"/>
                      <a:pt x="13344" y="8907"/>
                      <a:pt x="13444" y="8573"/>
                    </a:cubicBezTo>
                    <a:lnTo>
                      <a:pt x="14111" y="8440"/>
                    </a:lnTo>
                    <a:lnTo>
                      <a:pt x="14211" y="7372"/>
                    </a:lnTo>
                    <a:lnTo>
                      <a:pt x="13577" y="7105"/>
                    </a:lnTo>
                    <a:cubicBezTo>
                      <a:pt x="13577" y="6738"/>
                      <a:pt x="13544" y="6371"/>
                      <a:pt x="13477" y="6038"/>
                    </a:cubicBezTo>
                    <a:lnTo>
                      <a:pt x="14077" y="5671"/>
                    </a:lnTo>
                    <a:lnTo>
                      <a:pt x="13777" y="4637"/>
                    </a:lnTo>
                    <a:lnTo>
                      <a:pt x="13077" y="4637"/>
                    </a:lnTo>
                    <a:cubicBezTo>
                      <a:pt x="12943" y="4303"/>
                      <a:pt x="12777" y="3970"/>
                      <a:pt x="12576" y="3669"/>
                    </a:cubicBezTo>
                    <a:lnTo>
                      <a:pt x="12977" y="3102"/>
                    </a:lnTo>
                    <a:lnTo>
                      <a:pt x="12310" y="2268"/>
                    </a:lnTo>
                    <a:lnTo>
                      <a:pt x="11676" y="2535"/>
                    </a:lnTo>
                    <a:cubicBezTo>
                      <a:pt x="11409" y="2268"/>
                      <a:pt x="11142" y="2035"/>
                      <a:pt x="10842" y="1835"/>
                    </a:cubicBezTo>
                    <a:lnTo>
                      <a:pt x="11009" y="1134"/>
                    </a:lnTo>
                    <a:lnTo>
                      <a:pt x="10041" y="634"/>
                    </a:lnTo>
                    <a:lnTo>
                      <a:pt x="9574" y="1134"/>
                    </a:lnTo>
                    <a:cubicBezTo>
                      <a:pt x="9241" y="1001"/>
                      <a:pt x="8874" y="867"/>
                      <a:pt x="8540" y="801"/>
                    </a:cubicBezTo>
                    <a:lnTo>
                      <a:pt x="8407" y="134"/>
                    </a:lnTo>
                    <a:lnTo>
                      <a:pt x="733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45"/>
              <p:cNvSpPr/>
              <p:nvPr/>
            </p:nvSpPr>
            <p:spPr>
              <a:xfrm>
                <a:off x="4724684" y="2203760"/>
                <a:ext cx="339662" cy="339662"/>
              </a:xfrm>
              <a:custGeom>
                <a:avLst/>
                <a:gdLst/>
                <a:ahLst/>
                <a:cxnLst/>
                <a:rect l="l" t="t" r="r" b="b"/>
                <a:pathLst>
                  <a:path w="16213" h="16213" extrusionOk="0">
                    <a:moveTo>
                      <a:pt x="8074" y="5135"/>
                    </a:moveTo>
                    <a:cubicBezTo>
                      <a:pt x="9635" y="5135"/>
                      <a:pt x="11121" y="6384"/>
                      <a:pt x="11075" y="8207"/>
                    </a:cubicBezTo>
                    <a:cubicBezTo>
                      <a:pt x="11009" y="9820"/>
                      <a:pt x="9676" y="11076"/>
                      <a:pt x="8069" y="11076"/>
                    </a:cubicBezTo>
                    <a:cubicBezTo>
                      <a:pt x="8048" y="11076"/>
                      <a:pt x="8027" y="11076"/>
                      <a:pt x="8006" y="11076"/>
                    </a:cubicBezTo>
                    <a:cubicBezTo>
                      <a:pt x="5338" y="10975"/>
                      <a:pt x="4137" y="7740"/>
                      <a:pt x="6071" y="5939"/>
                    </a:cubicBezTo>
                    <a:cubicBezTo>
                      <a:pt x="6668" y="5383"/>
                      <a:pt x="7378" y="5135"/>
                      <a:pt x="8074" y="5135"/>
                    </a:cubicBezTo>
                    <a:close/>
                    <a:moveTo>
                      <a:pt x="7072" y="1"/>
                    </a:moveTo>
                    <a:lnTo>
                      <a:pt x="6205" y="1235"/>
                    </a:lnTo>
                    <a:cubicBezTo>
                      <a:pt x="5771" y="1369"/>
                      <a:pt x="5338" y="1535"/>
                      <a:pt x="4904" y="1735"/>
                    </a:cubicBezTo>
                    <a:lnTo>
                      <a:pt x="3670" y="1402"/>
                    </a:lnTo>
                    <a:lnTo>
                      <a:pt x="1735" y="3237"/>
                    </a:lnTo>
                    <a:lnTo>
                      <a:pt x="1969" y="4471"/>
                    </a:lnTo>
                    <a:cubicBezTo>
                      <a:pt x="1735" y="4871"/>
                      <a:pt x="1535" y="5271"/>
                      <a:pt x="1368" y="5738"/>
                    </a:cubicBezTo>
                    <a:lnTo>
                      <a:pt x="67" y="6506"/>
                    </a:lnTo>
                    <a:lnTo>
                      <a:pt x="0" y="9141"/>
                    </a:lnTo>
                    <a:lnTo>
                      <a:pt x="1235" y="10008"/>
                    </a:lnTo>
                    <a:cubicBezTo>
                      <a:pt x="1368" y="10442"/>
                      <a:pt x="1535" y="10875"/>
                      <a:pt x="1735" y="11309"/>
                    </a:cubicBezTo>
                    <a:lnTo>
                      <a:pt x="1435" y="12543"/>
                    </a:lnTo>
                    <a:lnTo>
                      <a:pt x="3236" y="14478"/>
                    </a:lnTo>
                    <a:lnTo>
                      <a:pt x="4470" y="14244"/>
                    </a:lnTo>
                    <a:cubicBezTo>
                      <a:pt x="4871" y="14478"/>
                      <a:pt x="5304" y="14678"/>
                      <a:pt x="5738" y="14845"/>
                    </a:cubicBezTo>
                    <a:lnTo>
                      <a:pt x="6505" y="16146"/>
                    </a:lnTo>
                    <a:lnTo>
                      <a:pt x="9140" y="16213"/>
                    </a:lnTo>
                    <a:lnTo>
                      <a:pt x="10008" y="14978"/>
                    </a:lnTo>
                    <a:cubicBezTo>
                      <a:pt x="10441" y="14845"/>
                      <a:pt x="10875" y="14678"/>
                      <a:pt x="11309" y="14478"/>
                    </a:cubicBezTo>
                    <a:lnTo>
                      <a:pt x="12543" y="14778"/>
                    </a:lnTo>
                    <a:lnTo>
                      <a:pt x="14477" y="12977"/>
                    </a:lnTo>
                    <a:lnTo>
                      <a:pt x="14244" y="11743"/>
                    </a:lnTo>
                    <a:cubicBezTo>
                      <a:pt x="14477" y="11342"/>
                      <a:pt x="14678" y="10909"/>
                      <a:pt x="14844" y="10475"/>
                    </a:cubicBezTo>
                    <a:lnTo>
                      <a:pt x="16145" y="9708"/>
                    </a:lnTo>
                    <a:lnTo>
                      <a:pt x="16212" y="7073"/>
                    </a:lnTo>
                    <a:lnTo>
                      <a:pt x="14978" y="6205"/>
                    </a:lnTo>
                    <a:cubicBezTo>
                      <a:pt x="14844" y="5738"/>
                      <a:pt x="14678" y="5338"/>
                      <a:pt x="14477" y="4904"/>
                    </a:cubicBezTo>
                    <a:lnTo>
                      <a:pt x="14778" y="3670"/>
                    </a:lnTo>
                    <a:lnTo>
                      <a:pt x="12976" y="1735"/>
                    </a:lnTo>
                    <a:lnTo>
                      <a:pt x="11742" y="1969"/>
                    </a:lnTo>
                    <a:cubicBezTo>
                      <a:pt x="11342" y="1735"/>
                      <a:pt x="10908" y="1535"/>
                      <a:pt x="10475" y="1369"/>
                    </a:cubicBezTo>
                    <a:lnTo>
                      <a:pt x="9707" y="68"/>
                    </a:lnTo>
                    <a:lnTo>
                      <a:pt x="707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45"/>
              <p:cNvSpPr/>
              <p:nvPr/>
            </p:nvSpPr>
            <p:spPr>
              <a:xfrm>
                <a:off x="4302583" y="2346325"/>
                <a:ext cx="357826" cy="357826"/>
              </a:xfrm>
              <a:custGeom>
                <a:avLst/>
                <a:gdLst/>
                <a:ahLst/>
                <a:cxnLst/>
                <a:rect l="l" t="t" r="r" b="b"/>
                <a:pathLst>
                  <a:path w="17080" h="17080" extrusionOk="0">
                    <a:moveTo>
                      <a:pt x="8564" y="3363"/>
                    </a:moveTo>
                    <a:cubicBezTo>
                      <a:pt x="9542" y="3363"/>
                      <a:pt x="10532" y="3645"/>
                      <a:pt x="11409" y="4237"/>
                    </a:cubicBezTo>
                    <a:cubicBezTo>
                      <a:pt x="15212" y="6739"/>
                      <a:pt x="14077" y="12643"/>
                      <a:pt x="9608" y="13544"/>
                    </a:cubicBezTo>
                    <a:cubicBezTo>
                      <a:pt x="9245" y="13616"/>
                      <a:pt x="8889" y="13651"/>
                      <a:pt x="8544" y="13651"/>
                    </a:cubicBezTo>
                    <a:cubicBezTo>
                      <a:pt x="4605" y="13651"/>
                      <a:pt x="1973" y="9168"/>
                      <a:pt x="4304" y="5672"/>
                    </a:cubicBezTo>
                    <a:cubicBezTo>
                      <a:pt x="5270" y="4180"/>
                      <a:pt x="6899" y="3363"/>
                      <a:pt x="8564" y="3363"/>
                    </a:cubicBezTo>
                    <a:close/>
                    <a:moveTo>
                      <a:pt x="8576" y="2947"/>
                    </a:moveTo>
                    <a:cubicBezTo>
                      <a:pt x="6816" y="2947"/>
                      <a:pt x="5050" y="3768"/>
                      <a:pt x="3937" y="5438"/>
                    </a:cubicBezTo>
                    <a:cubicBezTo>
                      <a:pt x="1502" y="9141"/>
                      <a:pt x="4137" y="14044"/>
                      <a:pt x="8574" y="14078"/>
                    </a:cubicBezTo>
                    <a:cubicBezTo>
                      <a:pt x="12777" y="14078"/>
                      <a:pt x="15478" y="9574"/>
                      <a:pt x="13477" y="5872"/>
                    </a:cubicBezTo>
                    <a:cubicBezTo>
                      <a:pt x="12430" y="3935"/>
                      <a:pt x="10507" y="2947"/>
                      <a:pt x="8576" y="2947"/>
                    </a:cubicBezTo>
                    <a:close/>
                    <a:moveTo>
                      <a:pt x="8207" y="401"/>
                    </a:moveTo>
                    <a:lnTo>
                      <a:pt x="9041" y="1302"/>
                    </a:lnTo>
                    <a:cubicBezTo>
                      <a:pt x="9074" y="1335"/>
                      <a:pt x="9107" y="1335"/>
                      <a:pt x="9174" y="1335"/>
                    </a:cubicBezTo>
                    <a:cubicBezTo>
                      <a:pt x="9641" y="1402"/>
                      <a:pt x="10108" y="1469"/>
                      <a:pt x="10575" y="1602"/>
                    </a:cubicBezTo>
                    <a:cubicBezTo>
                      <a:pt x="10592" y="1619"/>
                      <a:pt x="10608" y="1627"/>
                      <a:pt x="10629" y="1627"/>
                    </a:cubicBezTo>
                    <a:cubicBezTo>
                      <a:pt x="10650" y="1627"/>
                      <a:pt x="10675" y="1619"/>
                      <a:pt x="10708" y="1602"/>
                    </a:cubicBezTo>
                    <a:lnTo>
                      <a:pt x="12043" y="1035"/>
                    </a:lnTo>
                    <a:lnTo>
                      <a:pt x="14111" y="2403"/>
                    </a:lnTo>
                    <a:lnTo>
                      <a:pt x="14111" y="3870"/>
                    </a:lnTo>
                    <a:cubicBezTo>
                      <a:pt x="14111" y="3904"/>
                      <a:pt x="14111" y="3937"/>
                      <a:pt x="14144" y="4004"/>
                    </a:cubicBezTo>
                    <a:cubicBezTo>
                      <a:pt x="14444" y="4337"/>
                      <a:pt x="14711" y="4738"/>
                      <a:pt x="14945" y="5171"/>
                    </a:cubicBezTo>
                    <a:cubicBezTo>
                      <a:pt x="14945" y="5205"/>
                      <a:pt x="14978" y="5238"/>
                      <a:pt x="15045" y="5271"/>
                    </a:cubicBezTo>
                    <a:lnTo>
                      <a:pt x="16179" y="5705"/>
                    </a:lnTo>
                    <a:lnTo>
                      <a:pt x="16679" y="8173"/>
                    </a:lnTo>
                    <a:lnTo>
                      <a:pt x="15812" y="9007"/>
                    </a:lnTo>
                    <a:cubicBezTo>
                      <a:pt x="15779" y="9041"/>
                      <a:pt x="15745" y="9074"/>
                      <a:pt x="15745" y="9141"/>
                    </a:cubicBezTo>
                    <a:cubicBezTo>
                      <a:pt x="15712" y="9608"/>
                      <a:pt x="15612" y="10041"/>
                      <a:pt x="15478" y="10508"/>
                    </a:cubicBezTo>
                    <a:cubicBezTo>
                      <a:pt x="15478" y="10542"/>
                      <a:pt x="15478" y="10608"/>
                      <a:pt x="15478" y="10642"/>
                    </a:cubicBezTo>
                    <a:lnTo>
                      <a:pt x="16079" y="11976"/>
                    </a:lnTo>
                    <a:lnTo>
                      <a:pt x="14678" y="14078"/>
                    </a:lnTo>
                    <a:lnTo>
                      <a:pt x="13244" y="14044"/>
                    </a:lnTo>
                    <a:cubicBezTo>
                      <a:pt x="13177" y="14044"/>
                      <a:pt x="13143" y="14044"/>
                      <a:pt x="13110" y="14078"/>
                    </a:cubicBezTo>
                    <a:cubicBezTo>
                      <a:pt x="12743" y="14378"/>
                      <a:pt x="12343" y="14645"/>
                      <a:pt x="11943" y="14845"/>
                    </a:cubicBezTo>
                    <a:cubicBezTo>
                      <a:pt x="11876" y="14878"/>
                      <a:pt x="11843" y="14911"/>
                      <a:pt x="11843" y="14978"/>
                    </a:cubicBezTo>
                    <a:lnTo>
                      <a:pt x="11376" y="16112"/>
                    </a:lnTo>
                    <a:lnTo>
                      <a:pt x="8940" y="16613"/>
                    </a:lnTo>
                    <a:lnTo>
                      <a:pt x="8107" y="15745"/>
                    </a:lnTo>
                    <a:cubicBezTo>
                      <a:pt x="8040" y="15679"/>
                      <a:pt x="8006" y="15679"/>
                      <a:pt x="7973" y="15679"/>
                    </a:cubicBezTo>
                    <a:cubicBezTo>
                      <a:pt x="7473" y="15612"/>
                      <a:pt x="7039" y="15545"/>
                      <a:pt x="6572" y="15412"/>
                    </a:cubicBezTo>
                    <a:lnTo>
                      <a:pt x="6505" y="15412"/>
                    </a:lnTo>
                    <a:cubicBezTo>
                      <a:pt x="6505" y="15412"/>
                      <a:pt x="6472" y="15412"/>
                      <a:pt x="6439" y="15445"/>
                    </a:cubicBezTo>
                    <a:lnTo>
                      <a:pt x="5138" y="16012"/>
                    </a:lnTo>
                    <a:lnTo>
                      <a:pt x="3036" y="14645"/>
                    </a:lnTo>
                    <a:lnTo>
                      <a:pt x="3036" y="13177"/>
                    </a:lnTo>
                    <a:cubicBezTo>
                      <a:pt x="3036" y="13144"/>
                      <a:pt x="3036" y="13077"/>
                      <a:pt x="3003" y="13043"/>
                    </a:cubicBezTo>
                    <a:cubicBezTo>
                      <a:pt x="2703" y="12710"/>
                      <a:pt x="2436" y="12310"/>
                      <a:pt x="2236" y="11909"/>
                    </a:cubicBezTo>
                    <a:cubicBezTo>
                      <a:pt x="2202" y="11843"/>
                      <a:pt x="2169" y="11809"/>
                      <a:pt x="2102" y="11776"/>
                    </a:cubicBezTo>
                    <a:lnTo>
                      <a:pt x="968" y="11342"/>
                    </a:lnTo>
                    <a:lnTo>
                      <a:pt x="468" y="8874"/>
                    </a:lnTo>
                    <a:lnTo>
                      <a:pt x="1335" y="8040"/>
                    </a:lnTo>
                    <a:cubicBezTo>
                      <a:pt x="1368" y="8007"/>
                      <a:pt x="1402" y="7973"/>
                      <a:pt x="1402" y="7906"/>
                    </a:cubicBezTo>
                    <a:cubicBezTo>
                      <a:pt x="1435" y="7473"/>
                      <a:pt x="1535" y="7006"/>
                      <a:pt x="1669" y="6572"/>
                    </a:cubicBezTo>
                    <a:cubicBezTo>
                      <a:pt x="1669" y="6505"/>
                      <a:pt x="1669" y="6439"/>
                      <a:pt x="1669" y="6405"/>
                    </a:cubicBezTo>
                    <a:lnTo>
                      <a:pt x="1068" y="5071"/>
                    </a:lnTo>
                    <a:lnTo>
                      <a:pt x="2469" y="2970"/>
                    </a:lnTo>
                    <a:lnTo>
                      <a:pt x="3904" y="3003"/>
                    </a:lnTo>
                    <a:cubicBezTo>
                      <a:pt x="3937" y="3003"/>
                      <a:pt x="4004" y="2970"/>
                      <a:pt x="4037" y="2970"/>
                    </a:cubicBezTo>
                    <a:cubicBezTo>
                      <a:pt x="4404" y="2669"/>
                      <a:pt x="4804" y="2403"/>
                      <a:pt x="5204" y="2169"/>
                    </a:cubicBezTo>
                    <a:cubicBezTo>
                      <a:pt x="5271" y="2169"/>
                      <a:pt x="5305" y="2102"/>
                      <a:pt x="5305" y="2069"/>
                    </a:cubicBezTo>
                    <a:lnTo>
                      <a:pt x="5738" y="901"/>
                    </a:lnTo>
                    <a:lnTo>
                      <a:pt x="8207" y="401"/>
                    </a:lnTo>
                    <a:close/>
                    <a:moveTo>
                      <a:pt x="8207" y="1"/>
                    </a:moveTo>
                    <a:lnTo>
                      <a:pt x="5505" y="568"/>
                    </a:lnTo>
                    <a:cubicBezTo>
                      <a:pt x="5438" y="568"/>
                      <a:pt x="5405" y="635"/>
                      <a:pt x="5371" y="701"/>
                    </a:cubicBezTo>
                    <a:lnTo>
                      <a:pt x="4904" y="1869"/>
                    </a:lnTo>
                    <a:cubicBezTo>
                      <a:pt x="4504" y="2069"/>
                      <a:pt x="4137" y="2302"/>
                      <a:pt x="3803" y="2603"/>
                    </a:cubicBezTo>
                    <a:lnTo>
                      <a:pt x="2302" y="2569"/>
                    </a:lnTo>
                    <a:cubicBezTo>
                      <a:pt x="2236" y="2569"/>
                      <a:pt x="2169" y="2603"/>
                      <a:pt x="2136" y="2669"/>
                    </a:cubicBezTo>
                    <a:lnTo>
                      <a:pt x="601" y="4938"/>
                    </a:lnTo>
                    <a:cubicBezTo>
                      <a:pt x="568" y="5004"/>
                      <a:pt x="568" y="5071"/>
                      <a:pt x="601" y="5138"/>
                    </a:cubicBezTo>
                    <a:lnTo>
                      <a:pt x="1202" y="6505"/>
                    </a:lnTo>
                    <a:cubicBezTo>
                      <a:pt x="1102" y="6939"/>
                      <a:pt x="1035" y="7373"/>
                      <a:pt x="968" y="7806"/>
                    </a:cubicBezTo>
                    <a:lnTo>
                      <a:pt x="67" y="8707"/>
                    </a:lnTo>
                    <a:cubicBezTo>
                      <a:pt x="34" y="8740"/>
                      <a:pt x="1" y="8807"/>
                      <a:pt x="1" y="8874"/>
                    </a:cubicBezTo>
                    <a:lnTo>
                      <a:pt x="568" y="11576"/>
                    </a:lnTo>
                    <a:cubicBezTo>
                      <a:pt x="568" y="11642"/>
                      <a:pt x="635" y="11709"/>
                      <a:pt x="701" y="11709"/>
                    </a:cubicBezTo>
                    <a:lnTo>
                      <a:pt x="1869" y="12176"/>
                    </a:lnTo>
                    <a:cubicBezTo>
                      <a:pt x="2069" y="12576"/>
                      <a:pt x="2302" y="12943"/>
                      <a:pt x="2603" y="13310"/>
                    </a:cubicBezTo>
                    <a:lnTo>
                      <a:pt x="2603" y="14778"/>
                    </a:lnTo>
                    <a:cubicBezTo>
                      <a:pt x="2603" y="14845"/>
                      <a:pt x="2636" y="14911"/>
                      <a:pt x="2703" y="14945"/>
                    </a:cubicBezTo>
                    <a:lnTo>
                      <a:pt x="4971" y="16479"/>
                    </a:lnTo>
                    <a:cubicBezTo>
                      <a:pt x="5004" y="16496"/>
                      <a:pt x="5038" y="16504"/>
                      <a:pt x="5071" y="16504"/>
                    </a:cubicBezTo>
                    <a:cubicBezTo>
                      <a:pt x="5104" y="16504"/>
                      <a:pt x="5138" y="16496"/>
                      <a:pt x="5171" y="16479"/>
                    </a:cubicBezTo>
                    <a:lnTo>
                      <a:pt x="6539" y="15879"/>
                    </a:lnTo>
                    <a:cubicBezTo>
                      <a:pt x="6972" y="15979"/>
                      <a:pt x="7406" y="16079"/>
                      <a:pt x="7840" y="16112"/>
                    </a:cubicBezTo>
                    <a:lnTo>
                      <a:pt x="8707" y="17013"/>
                    </a:lnTo>
                    <a:cubicBezTo>
                      <a:pt x="8740" y="17046"/>
                      <a:pt x="8807" y="17080"/>
                      <a:pt x="8874" y="17080"/>
                    </a:cubicBezTo>
                    <a:lnTo>
                      <a:pt x="8907" y="17080"/>
                    </a:lnTo>
                    <a:lnTo>
                      <a:pt x="11609" y="16513"/>
                    </a:lnTo>
                    <a:cubicBezTo>
                      <a:pt x="11676" y="16513"/>
                      <a:pt x="11709" y="16446"/>
                      <a:pt x="11742" y="16379"/>
                    </a:cubicBezTo>
                    <a:lnTo>
                      <a:pt x="12209" y="15212"/>
                    </a:lnTo>
                    <a:cubicBezTo>
                      <a:pt x="12576" y="15012"/>
                      <a:pt x="12977" y="14745"/>
                      <a:pt x="13310" y="14478"/>
                    </a:cubicBezTo>
                    <a:lnTo>
                      <a:pt x="14811" y="14511"/>
                    </a:lnTo>
                    <a:cubicBezTo>
                      <a:pt x="14878" y="14511"/>
                      <a:pt x="14945" y="14478"/>
                      <a:pt x="14978" y="14411"/>
                    </a:cubicBezTo>
                    <a:lnTo>
                      <a:pt x="16479" y="12143"/>
                    </a:lnTo>
                    <a:cubicBezTo>
                      <a:pt x="16513" y="12076"/>
                      <a:pt x="16513" y="12009"/>
                      <a:pt x="16479" y="11943"/>
                    </a:cubicBezTo>
                    <a:lnTo>
                      <a:pt x="15879" y="10575"/>
                    </a:lnTo>
                    <a:cubicBezTo>
                      <a:pt x="15979" y="10141"/>
                      <a:pt x="16079" y="9708"/>
                      <a:pt x="16112" y="9274"/>
                    </a:cubicBezTo>
                    <a:lnTo>
                      <a:pt x="17013" y="8407"/>
                    </a:lnTo>
                    <a:cubicBezTo>
                      <a:pt x="17080" y="8340"/>
                      <a:pt x="17080" y="8273"/>
                      <a:pt x="17080" y="8207"/>
                    </a:cubicBezTo>
                    <a:lnTo>
                      <a:pt x="16546" y="5505"/>
                    </a:lnTo>
                    <a:cubicBezTo>
                      <a:pt x="16513" y="5438"/>
                      <a:pt x="16479" y="5405"/>
                      <a:pt x="16412" y="5371"/>
                    </a:cubicBezTo>
                    <a:lnTo>
                      <a:pt x="15245" y="4904"/>
                    </a:lnTo>
                    <a:cubicBezTo>
                      <a:pt x="15011" y="4504"/>
                      <a:pt x="14778" y="4137"/>
                      <a:pt x="14478" y="3804"/>
                    </a:cubicBezTo>
                    <a:lnTo>
                      <a:pt x="14511" y="2302"/>
                    </a:lnTo>
                    <a:cubicBezTo>
                      <a:pt x="14511" y="2236"/>
                      <a:pt x="14478" y="2169"/>
                      <a:pt x="14411" y="2136"/>
                    </a:cubicBezTo>
                    <a:lnTo>
                      <a:pt x="12143" y="601"/>
                    </a:lnTo>
                    <a:lnTo>
                      <a:pt x="11943" y="601"/>
                    </a:lnTo>
                    <a:lnTo>
                      <a:pt x="10575" y="1202"/>
                    </a:lnTo>
                    <a:cubicBezTo>
                      <a:pt x="10141" y="1102"/>
                      <a:pt x="9708" y="1002"/>
                      <a:pt x="9274" y="968"/>
                    </a:cubicBezTo>
                    <a:lnTo>
                      <a:pt x="8407" y="68"/>
                    </a:lnTo>
                    <a:cubicBezTo>
                      <a:pt x="8340" y="34"/>
                      <a:pt x="8273" y="1"/>
                      <a:pt x="82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45"/>
              <p:cNvSpPr/>
              <p:nvPr/>
            </p:nvSpPr>
            <p:spPr>
              <a:xfrm>
                <a:off x="5166352" y="2159053"/>
                <a:ext cx="986075" cy="1160777"/>
              </a:xfrm>
              <a:custGeom>
                <a:avLst/>
                <a:gdLst/>
                <a:ahLst/>
                <a:cxnLst/>
                <a:rect l="l" t="t" r="r" b="b"/>
                <a:pathLst>
                  <a:path w="47068" h="55407" extrusionOk="0">
                    <a:moveTo>
                      <a:pt x="30122" y="15845"/>
                    </a:moveTo>
                    <a:lnTo>
                      <a:pt x="27887" y="32457"/>
                    </a:lnTo>
                    <a:lnTo>
                      <a:pt x="13943" y="30589"/>
                    </a:lnTo>
                    <a:lnTo>
                      <a:pt x="30122" y="15845"/>
                    </a:lnTo>
                    <a:close/>
                    <a:moveTo>
                      <a:pt x="32223" y="0"/>
                    </a:moveTo>
                    <a:lnTo>
                      <a:pt x="1601" y="28220"/>
                    </a:lnTo>
                    <a:lnTo>
                      <a:pt x="0" y="40262"/>
                    </a:lnTo>
                    <a:lnTo>
                      <a:pt x="26386" y="43831"/>
                    </a:lnTo>
                    <a:lnTo>
                      <a:pt x="25051" y="53705"/>
                    </a:lnTo>
                    <a:lnTo>
                      <a:pt x="37694" y="55406"/>
                    </a:lnTo>
                    <a:lnTo>
                      <a:pt x="38995" y="45533"/>
                    </a:lnTo>
                    <a:lnTo>
                      <a:pt x="45533" y="46433"/>
                    </a:lnTo>
                    <a:lnTo>
                      <a:pt x="47067" y="35058"/>
                    </a:lnTo>
                    <a:lnTo>
                      <a:pt x="40529" y="34158"/>
                    </a:lnTo>
                    <a:lnTo>
                      <a:pt x="44832" y="1735"/>
                    </a:lnTo>
                    <a:lnTo>
                      <a:pt x="3222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29" name="Google Shape;929;p45"/>
            <p:cNvSpPr/>
            <p:nvPr/>
          </p:nvSpPr>
          <p:spPr>
            <a:xfrm>
              <a:off x="4368094" y="3024079"/>
              <a:ext cx="759836" cy="515873"/>
            </a:xfrm>
            <a:custGeom>
              <a:avLst/>
              <a:gdLst/>
              <a:ahLst/>
              <a:cxnLst/>
              <a:rect l="l" t="t" r="r" b="b"/>
              <a:pathLst>
                <a:path w="36269" h="24624" extrusionOk="0">
                  <a:moveTo>
                    <a:pt x="14393" y="0"/>
                  </a:moveTo>
                  <a:cubicBezTo>
                    <a:pt x="1" y="0"/>
                    <a:pt x="908" y="15522"/>
                    <a:pt x="376" y="24257"/>
                  </a:cubicBezTo>
                  <a:lnTo>
                    <a:pt x="30865" y="24624"/>
                  </a:lnTo>
                  <a:cubicBezTo>
                    <a:pt x="30865" y="24624"/>
                    <a:pt x="36269" y="2608"/>
                    <a:pt x="17422" y="206"/>
                  </a:cubicBezTo>
                  <a:cubicBezTo>
                    <a:pt x="16343" y="67"/>
                    <a:pt x="15335" y="0"/>
                    <a:pt x="143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45"/>
            <p:cNvSpPr/>
            <p:nvPr/>
          </p:nvSpPr>
          <p:spPr>
            <a:xfrm>
              <a:off x="4468905" y="3094093"/>
              <a:ext cx="321499" cy="320765"/>
            </a:xfrm>
            <a:custGeom>
              <a:avLst/>
              <a:gdLst/>
              <a:ahLst/>
              <a:cxnLst/>
              <a:rect l="l" t="t" r="r" b="b"/>
              <a:pathLst>
                <a:path w="15346" h="15311" extrusionOk="0">
                  <a:moveTo>
                    <a:pt x="7673" y="0"/>
                  </a:moveTo>
                  <a:cubicBezTo>
                    <a:pt x="3437" y="0"/>
                    <a:pt x="1" y="3436"/>
                    <a:pt x="1" y="7672"/>
                  </a:cubicBezTo>
                  <a:cubicBezTo>
                    <a:pt x="1" y="11875"/>
                    <a:pt x="3437" y="15311"/>
                    <a:pt x="7673" y="15311"/>
                  </a:cubicBezTo>
                  <a:cubicBezTo>
                    <a:pt x="11909" y="15311"/>
                    <a:pt x="15345" y="11875"/>
                    <a:pt x="15345" y="7672"/>
                  </a:cubicBezTo>
                  <a:cubicBezTo>
                    <a:pt x="15345" y="3436"/>
                    <a:pt x="11909" y="0"/>
                    <a:pt x="76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45"/>
            <p:cNvSpPr/>
            <p:nvPr/>
          </p:nvSpPr>
          <p:spPr>
            <a:xfrm>
              <a:off x="4485686" y="3092292"/>
              <a:ext cx="301219" cy="129701"/>
            </a:xfrm>
            <a:custGeom>
              <a:avLst/>
              <a:gdLst/>
              <a:ahLst/>
              <a:cxnLst/>
              <a:rect l="l" t="t" r="r" b="b"/>
              <a:pathLst>
                <a:path w="14378" h="6191" extrusionOk="0">
                  <a:moveTo>
                    <a:pt x="6818" y="1"/>
                  </a:moveTo>
                  <a:cubicBezTo>
                    <a:pt x="3523" y="1"/>
                    <a:pt x="332" y="2415"/>
                    <a:pt x="0" y="4856"/>
                  </a:cubicBezTo>
                  <a:lnTo>
                    <a:pt x="14377" y="6190"/>
                  </a:lnTo>
                  <a:cubicBezTo>
                    <a:pt x="13877" y="3088"/>
                    <a:pt x="10741" y="586"/>
                    <a:pt x="7873" y="86"/>
                  </a:cubicBezTo>
                  <a:cubicBezTo>
                    <a:pt x="7522" y="28"/>
                    <a:pt x="7169" y="1"/>
                    <a:pt x="68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45"/>
            <p:cNvSpPr/>
            <p:nvPr/>
          </p:nvSpPr>
          <p:spPr>
            <a:xfrm>
              <a:off x="4656198" y="3171608"/>
              <a:ext cx="98549" cy="152453"/>
            </a:xfrm>
            <a:custGeom>
              <a:avLst/>
              <a:gdLst/>
              <a:ahLst/>
              <a:cxnLst/>
              <a:rect l="l" t="t" r="r" b="b"/>
              <a:pathLst>
                <a:path w="4704" h="7277" extrusionOk="0">
                  <a:moveTo>
                    <a:pt x="2426" y="1"/>
                  </a:moveTo>
                  <a:cubicBezTo>
                    <a:pt x="1223" y="1"/>
                    <a:pt x="165" y="1546"/>
                    <a:pt x="67" y="3539"/>
                  </a:cubicBezTo>
                  <a:cubicBezTo>
                    <a:pt x="0" y="5540"/>
                    <a:pt x="901" y="7208"/>
                    <a:pt x="2169" y="7275"/>
                  </a:cubicBezTo>
                  <a:cubicBezTo>
                    <a:pt x="2194" y="7276"/>
                    <a:pt x="2219" y="7277"/>
                    <a:pt x="2245" y="7277"/>
                  </a:cubicBezTo>
                  <a:cubicBezTo>
                    <a:pt x="3448" y="7277"/>
                    <a:pt x="4506" y="5732"/>
                    <a:pt x="4604" y="3772"/>
                  </a:cubicBezTo>
                  <a:cubicBezTo>
                    <a:pt x="4704" y="1771"/>
                    <a:pt x="3770" y="69"/>
                    <a:pt x="2502" y="3"/>
                  </a:cubicBezTo>
                  <a:cubicBezTo>
                    <a:pt x="2477" y="1"/>
                    <a:pt x="2452" y="1"/>
                    <a:pt x="24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45"/>
            <p:cNvSpPr/>
            <p:nvPr/>
          </p:nvSpPr>
          <p:spPr>
            <a:xfrm>
              <a:off x="4403227" y="3084980"/>
              <a:ext cx="395557" cy="338971"/>
            </a:xfrm>
            <a:custGeom>
              <a:avLst/>
              <a:gdLst/>
              <a:ahLst/>
              <a:cxnLst/>
              <a:rect l="l" t="t" r="r" b="b"/>
              <a:pathLst>
                <a:path w="18881" h="16180" extrusionOk="0">
                  <a:moveTo>
                    <a:pt x="10808" y="835"/>
                  </a:moveTo>
                  <a:cubicBezTo>
                    <a:pt x="14811" y="835"/>
                    <a:pt x="18046" y="4104"/>
                    <a:pt x="18046" y="8107"/>
                  </a:cubicBezTo>
                  <a:cubicBezTo>
                    <a:pt x="18046" y="12462"/>
                    <a:pt x="14475" y="15351"/>
                    <a:pt x="10750" y="15351"/>
                  </a:cubicBezTo>
                  <a:cubicBezTo>
                    <a:pt x="8968" y="15351"/>
                    <a:pt x="7150" y="14690"/>
                    <a:pt x="5671" y="13211"/>
                  </a:cubicBezTo>
                  <a:cubicBezTo>
                    <a:pt x="1101" y="8641"/>
                    <a:pt x="4337" y="835"/>
                    <a:pt x="10808" y="835"/>
                  </a:cubicBezTo>
                  <a:close/>
                  <a:moveTo>
                    <a:pt x="10735" y="0"/>
                  </a:moveTo>
                  <a:cubicBezTo>
                    <a:pt x="8756" y="0"/>
                    <a:pt x="6740" y="733"/>
                    <a:pt x="5104" y="2370"/>
                  </a:cubicBezTo>
                  <a:cubicBezTo>
                    <a:pt x="0" y="7473"/>
                    <a:pt x="3603" y="16180"/>
                    <a:pt x="10808" y="16180"/>
                  </a:cubicBezTo>
                  <a:cubicBezTo>
                    <a:pt x="15278" y="16180"/>
                    <a:pt x="18880" y="12544"/>
                    <a:pt x="18880" y="8107"/>
                  </a:cubicBezTo>
                  <a:cubicBezTo>
                    <a:pt x="18880" y="3228"/>
                    <a:pt x="14887" y="0"/>
                    <a:pt x="107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45"/>
            <p:cNvSpPr/>
            <p:nvPr/>
          </p:nvSpPr>
          <p:spPr>
            <a:xfrm>
              <a:off x="4964247" y="3277385"/>
              <a:ext cx="39281" cy="250185"/>
            </a:xfrm>
            <a:custGeom>
              <a:avLst/>
              <a:gdLst/>
              <a:ahLst/>
              <a:cxnLst/>
              <a:rect l="l" t="t" r="r" b="b"/>
              <a:pathLst>
                <a:path w="1875" h="11942" extrusionOk="0">
                  <a:moveTo>
                    <a:pt x="246" y="0"/>
                  </a:moveTo>
                  <a:cubicBezTo>
                    <a:pt x="124" y="0"/>
                    <a:pt x="1" y="100"/>
                    <a:pt x="40" y="257"/>
                  </a:cubicBezTo>
                  <a:cubicBezTo>
                    <a:pt x="1408" y="5995"/>
                    <a:pt x="74" y="11632"/>
                    <a:pt x="74" y="11699"/>
                  </a:cubicBezTo>
                  <a:cubicBezTo>
                    <a:pt x="40" y="11799"/>
                    <a:pt x="107" y="11932"/>
                    <a:pt x="240" y="11932"/>
                  </a:cubicBezTo>
                  <a:lnTo>
                    <a:pt x="274" y="11932"/>
                  </a:lnTo>
                  <a:cubicBezTo>
                    <a:pt x="292" y="11938"/>
                    <a:pt x="309" y="11941"/>
                    <a:pt x="327" y="11941"/>
                  </a:cubicBezTo>
                  <a:cubicBezTo>
                    <a:pt x="407" y="11941"/>
                    <a:pt x="480" y="11881"/>
                    <a:pt x="507" y="11799"/>
                  </a:cubicBezTo>
                  <a:cubicBezTo>
                    <a:pt x="507" y="11732"/>
                    <a:pt x="1875" y="5995"/>
                    <a:pt x="441" y="157"/>
                  </a:cubicBezTo>
                  <a:cubicBezTo>
                    <a:pt x="413" y="48"/>
                    <a:pt x="330" y="0"/>
                    <a:pt x="2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45"/>
            <p:cNvSpPr/>
            <p:nvPr/>
          </p:nvSpPr>
          <p:spPr>
            <a:xfrm>
              <a:off x="4898694" y="3140833"/>
              <a:ext cx="51726" cy="76970"/>
            </a:xfrm>
            <a:custGeom>
              <a:avLst/>
              <a:gdLst/>
              <a:ahLst/>
              <a:cxnLst/>
              <a:rect l="l" t="t" r="r" b="b"/>
              <a:pathLst>
                <a:path w="2469" h="3674" extrusionOk="0">
                  <a:moveTo>
                    <a:pt x="224" y="1"/>
                  </a:moveTo>
                  <a:cubicBezTo>
                    <a:pt x="182" y="1"/>
                    <a:pt x="139" y="12"/>
                    <a:pt x="100" y="37"/>
                  </a:cubicBezTo>
                  <a:cubicBezTo>
                    <a:pt x="0" y="137"/>
                    <a:pt x="0" y="237"/>
                    <a:pt x="67" y="338"/>
                  </a:cubicBezTo>
                  <a:cubicBezTo>
                    <a:pt x="868" y="1305"/>
                    <a:pt x="1535" y="2406"/>
                    <a:pt x="2069" y="3540"/>
                  </a:cubicBezTo>
                  <a:cubicBezTo>
                    <a:pt x="2102" y="3607"/>
                    <a:pt x="2169" y="3640"/>
                    <a:pt x="2235" y="3673"/>
                  </a:cubicBezTo>
                  <a:cubicBezTo>
                    <a:pt x="2269" y="3640"/>
                    <a:pt x="2302" y="3640"/>
                    <a:pt x="2335" y="3640"/>
                  </a:cubicBezTo>
                  <a:cubicBezTo>
                    <a:pt x="2435" y="3573"/>
                    <a:pt x="2469" y="3473"/>
                    <a:pt x="2435" y="3373"/>
                  </a:cubicBezTo>
                  <a:cubicBezTo>
                    <a:pt x="1902" y="2172"/>
                    <a:pt x="1201" y="1071"/>
                    <a:pt x="401" y="71"/>
                  </a:cubicBezTo>
                  <a:cubicBezTo>
                    <a:pt x="359" y="29"/>
                    <a:pt x="293" y="1"/>
                    <a:pt x="2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45"/>
            <p:cNvSpPr/>
            <p:nvPr/>
          </p:nvSpPr>
          <p:spPr>
            <a:xfrm>
              <a:off x="3495903" y="4112012"/>
              <a:ext cx="696294" cy="338531"/>
            </a:xfrm>
            <a:custGeom>
              <a:avLst/>
              <a:gdLst/>
              <a:ahLst/>
              <a:cxnLst/>
              <a:rect l="l" t="t" r="r" b="b"/>
              <a:pathLst>
                <a:path w="33236" h="16159" extrusionOk="0">
                  <a:moveTo>
                    <a:pt x="14843" y="0"/>
                  </a:moveTo>
                  <a:cubicBezTo>
                    <a:pt x="14155" y="0"/>
                    <a:pt x="13478" y="336"/>
                    <a:pt x="13088" y="981"/>
                  </a:cubicBezTo>
                  <a:cubicBezTo>
                    <a:pt x="7017" y="10521"/>
                    <a:pt x="4115" y="11989"/>
                    <a:pt x="2914" y="11989"/>
                  </a:cubicBezTo>
                  <a:lnTo>
                    <a:pt x="2880" y="11989"/>
                  </a:lnTo>
                  <a:cubicBezTo>
                    <a:pt x="2858" y="11988"/>
                    <a:pt x="2837" y="11988"/>
                    <a:pt x="2815" y="11988"/>
                  </a:cubicBezTo>
                  <a:cubicBezTo>
                    <a:pt x="110" y="11988"/>
                    <a:pt x="0" y="16092"/>
                    <a:pt x="2747" y="16158"/>
                  </a:cubicBezTo>
                  <a:lnTo>
                    <a:pt x="2914" y="16158"/>
                  </a:lnTo>
                  <a:cubicBezTo>
                    <a:pt x="6450" y="16158"/>
                    <a:pt x="10219" y="12856"/>
                    <a:pt x="15323" y="5217"/>
                  </a:cubicBezTo>
                  <a:cubicBezTo>
                    <a:pt x="19826" y="8886"/>
                    <a:pt x="24663" y="12122"/>
                    <a:pt x="29800" y="14857"/>
                  </a:cubicBezTo>
                  <a:cubicBezTo>
                    <a:pt x="30130" y="15033"/>
                    <a:pt x="30483" y="15116"/>
                    <a:pt x="30829" y="15116"/>
                  </a:cubicBezTo>
                  <a:cubicBezTo>
                    <a:pt x="31599" y="15116"/>
                    <a:pt x="32333" y="14704"/>
                    <a:pt x="32702" y="13990"/>
                  </a:cubicBezTo>
                  <a:cubicBezTo>
                    <a:pt x="33235" y="12923"/>
                    <a:pt x="32768" y="11622"/>
                    <a:pt x="31701" y="11155"/>
                  </a:cubicBezTo>
                  <a:cubicBezTo>
                    <a:pt x="26164" y="8153"/>
                    <a:pt x="20960" y="4617"/>
                    <a:pt x="16223" y="514"/>
                  </a:cubicBezTo>
                  <a:cubicBezTo>
                    <a:pt x="15822" y="168"/>
                    <a:pt x="15330" y="0"/>
                    <a:pt x="148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45"/>
            <p:cNvSpPr/>
            <p:nvPr/>
          </p:nvSpPr>
          <p:spPr>
            <a:xfrm>
              <a:off x="3740034" y="3628654"/>
              <a:ext cx="435634" cy="486438"/>
            </a:xfrm>
            <a:custGeom>
              <a:avLst/>
              <a:gdLst/>
              <a:ahLst/>
              <a:cxnLst/>
              <a:rect l="l" t="t" r="r" b="b"/>
              <a:pathLst>
                <a:path w="20794" h="23219" extrusionOk="0">
                  <a:moveTo>
                    <a:pt x="19144" y="1"/>
                  </a:moveTo>
                  <a:cubicBezTo>
                    <a:pt x="19123" y="1"/>
                    <a:pt x="19102" y="1"/>
                    <a:pt x="19081" y="2"/>
                  </a:cubicBezTo>
                  <a:cubicBezTo>
                    <a:pt x="18547" y="2"/>
                    <a:pt x="6371" y="469"/>
                    <a:pt x="667" y="4372"/>
                  </a:cubicBezTo>
                  <a:cubicBezTo>
                    <a:pt x="167" y="4706"/>
                    <a:pt x="0" y="5339"/>
                    <a:pt x="234" y="5907"/>
                  </a:cubicBezTo>
                  <a:cubicBezTo>
                    <a:pt x="2869" y="11944"/>
                    <a:pt x="3236" y="19716"/>
                    <a:pt x="2936" y="21785"/>
                  </a:cubicBezTo>
                  <a:cubicBezTo>
                    <a:pt x="2836" y="22485"/>
                    <a:pt x="3303" y="23119"/>
                    <a:pt x="3970" y="23219"/>
                  </a:cubicBezTo>
                  <a:lnTo>
                    <a:pt x="4170" y="23219"/>
                  </a:lnTo>
                  <a:cubicBezTo>
                    <a:pt x="4770" y="23219"/>
                    <a:pt x="5304" y="22752"/>
                    <a:pt x="5404" y="22151"/>
                  </a:cubicBezTo>
                  <a:cubicBezTo>
                    <a:pt x="5804" y="19450"/>
                    <a:pt x="5271" y="11944"/>
                    <a:pt x="2936" y="5907"/>
                  </a:cubicBezTo>
                  <a:cubicBezTo>
                    <a:pt x="8406" y="2904"/>
                    <a:pt x="19047" y="2504"/>
                    <a:pt x="19147" y="2504"/>
                  </a:cubicBezTo>
                  <a:cubicBezTo>
                    <a:pt x="20793" y="2438"/>
                    <a:pt x="20717" y="1"/>
                    <a:pt x="19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45"/>
            <p:cNvSpPr/>
            <p:nvPr/>
          </p:nvSpPr>
          <p:spPr>
            <a:xfrm>
              <a:off x="3664195" y="4051634"/>
              <a:ext cx="226805" cy="161713"/>
            </a:xfrm>
            <a:custGeom>
              <a:avLst/>
              <a:gdLst/>
              <a:ahLst/>
              <a:cxnLst/>
              <a:rect l="l" t="t" r="r" b="b"/>
              <a:pathLst>
                <a:path w="10826" h="7719" extrusionOk="0">
                  <a:moveTo>
                    <a:pt x="7113" y="1"/>
                  </a:moveTo>
                  <a:cubicBezTo>
                    <a:pt x="5769" y="1"/>
                    <a:pt x="4233" y="487"/>
                    <a:pt x="3120" y="1361"/>
                  </a:cubicBezTo>
                  <a:cubicBezTo>
                    <a:pt x="1919" y="2228"/>
                    <a:pt x="351" y="4964"/>
                    <a:pt x="184" y="5931"/>
                  </a:cubicBezTo>
                  <a:cubicBezTo>
                    <a:pt x="0" y="6853"/>
                    <a:pt x="693" y="7718"/>
                    <a:pt x="1612" y="7718"/>
                  </a:cubicBezTo>
                  <a:cubicBezTo>
                    <a:pt x="1691" y="7718"/>
                    <a:pt x="1771" y="7712"/>
                    <a:pt x="1852" y="7699"/>
                  </a:cubicBezTo>
                  <a:cubicBezTo>
                    <a:pt x="3112" y="7582"/>
                    <a:pt x="4783" y="5973"/>
                    <a:pt x="5172" y="5582"/>
                  </a:cubicBezTo>
                  <a:lnTo>
                    <a:pt x="5172" y="5582"/>
                  </a:lnTo>
                  <a:cubicBezTo>
                    <a:pt x="4504" y="6298"/>
                    <a:pt x="4802" y="6886"/>
                    <a:pt x="5660" y="6886"/>
                  </a:cubicBezTo>
                  <a:cubicBezTo>
                    <a:pt x="6270" y="6886"/>
                    <a:pt x="7161" y="6589"/>
                    <a:pt x="8190" y="5831"/>
                  </a:cubicBezTo>
                  <a:cubicBezTo>
                    <a:pt x="9558" y="4797"/>
                    <a:pt x="10825" y="3596"/>
                    <a:pt x="9891" y="1394"/>
                  </a:cubicBezTo>
                  <a:cubicBezTo>
                    <a:pt x="9486" y="437"/>
                    <a:pt x="8386" y="1"/>
                    <a:pt x="71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45"/>
            <p:cNvSpPr/>
            <p:nvPr/>
          </p:nvSpPr>
          <p:spPr>
            <a:xfrm>
              <a:off x="4011881" y="3438616"/>
              <a:ext cx="1215289" cy="1032186"/>
            </a:xfrm>
            <a:custGeom>
              <a:avLst/>
              <a:gdLst/>
              <a:ahLst/>
              <a:cxnLst/>
              <a:rect l="l" t="t" r="r" b="b"/>
              <a:pathLst>
                <a:path w="58009" h="49269" extrusionOk="0">
                  <a:moveTo>
                    <a:pt x="0" y="0"/>
                  </a:moveTo>
                  <a:lnTo>
                    <a:pt x="2035" y="47634"/>
                  </a:lnTo>
                  <a:lnTo>
                    <a:pt x="51137" y="49269"/>
                  </a:lnTo>
                  <a:lnTo>
                    <a:pt x="58008" y="13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45"/>
            <p:cNvSpPr/>
            <p:nvPr/>
          </p:nvSpPr>
          <p:spPr>
            <a:xfrm>
              <a:off x="5083180" y="3465872"/>
              <a:ext cx="364111" cy="1004930"/>
            </a:xfrm>
            <a:custGeom>
              <a:avLst/>
              <a:gdLst/>
              <a:ahLst/>
              <a:cxnLst/>
              <a:rect l="l" t="t" r="r" b="b"/>
              <a:pathLst>
                <a:path w="17380" h="47968" extrusionOk="0">
                  <a:moveTo>
                    <a:pt x="6872" y="0"/>
                  </a:moveTo>
                  <a:lnTo>
                    <a:pt x="1" y="47968"/>
                  </a:lnTo>
                  <a:lnTo>
                    <a:pt x="13210" y="45966"/>
                  </a:lnTo>
                  <a:lnTo>
                    <a:pt x="17380" y="1668"/>
                  </a:lnTo>
                  <a:lnTo>
                    <a:pt x="687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45"/>
            <p:cNvSpPr/>
            <p:nvPr/>
          </p:nvSpPr>
          <p:spPr>
            <a:xfrm>
              <a:off x="5083180" y="3465872"/>
              <a:ext cx="364111" cy="1004930"/>
            </a:xfrm>
            <a:custGeom>
              <a:avLst/>
              <a:gdLst/>
              <a:ahLst/>
              <a:cxnLst/>
              <a:rect l="l" t="t" r="r" b="b"/>
              <a:pathLst>
                <a:path w="17380" h="47968" extrusionOk="0">
                  <a:moveTo>
                    <a:pt x="6872" y="0"/>
                  </a:moveTo>
                  <a:lnTo>
                    <a:pt x="1" y="47968"/>
                  </a:lnTo>
                  <a:lnTo>
                    <a:pt x="13210" y="45966"/>
                  </a:lnTo>
                  <a:lnTo>
                    <a:pt x="17380" y="1668"/>
                  </a:lnTo>
                  <a:lnTo>
                    <a:pt x="687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45"/>
            <p:cNvSpPr/>
            <p:nvPr/>
          </p:nvSpPr>
          <p:spPr>
            <a:xfrm>
              <a:off x="4114641" y="3539909"/>
              <a:ext cx="993721" cy="828908"/>
            </a:xfrm>
            <a:custGeom>
              <a:avLst/>
              <a:gdLst/>
              <a:ahLst/>
              <a:cxnLst/>
              <a:rect l="l" t="t" r="r" b="b"/>
              <a:pathLst>
                <a:path w="47433" h="39566" extrusionOk="0">
                  <a:moveTo>
                    <a:pt x="5217" y="1"/>
                  </a:moveTo>
                  <a:cubicBezTo>
                    <a:pt x="2304" y="1"/>
                    <a:pt x="0" y="2410"/>
                    <a:pt x="99" y="5339"/>
                  </a:cubicBezTo>
                  <a:lnTo>
                    <a:pt x="1333" y="33626"/>
                  </a:lnTo>
                  <a:cubicBezTo>
                    <a:pt x="1433" y="36295"/>
                    <a:pt x="3601" y="38429"/>
                    <a:pt x="6270" y="38529"/>
                  </a:cubicBezTo>
                  <a:lnTo>
                    <a:pt x="37726" y="39564"/>
                  </a:lnTo>
                  <a:cubicBezTo>
                    <a:pt x="37770" y="39565"/>
                    <a:pt x="37814" y="39565"/>
                    <a:pt x="37858" y="39565"/>
                  </a:cubicBezTo>
                  <a:cubicBezTo>
                    <a:pt x="40403" y="39565"/>
                    <a:pt x="42569" y="37685"/>
                    <a:pt x="42929" y="35160"/>
                  </a:cubicBezTo>
                  <a:lnTo>
                    <a:pt x="46999" y="6673"/>
                  </a:lnTo>
                  <a:cubicBezTo>
                    <a:pt x="47433" y="3638"/>
                    <a:pt x="45131" y="903"/>
                    <a:pt x="42062" y="836"/>
                  </a:cubicBezTo>
                  <a:lnTo>
                    <a:pt x="5336" y="2"/>
                  </a:lnTo>
                  <a:cubicBezTo>
                    <a:pt x="5296" y="1"/>
                    <a:pt x="5256" y="1"/>
                    <a:pt x="52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45"/>
            <p:cNvSpPr/>
            <p:nvPr/>
          </p:nvSpPr>
          <p:spPr>
            <a:xfrm>
              <a:off x="4220815" y="3721630"/>
              <a:ext cx="123731" cy="147488"/>
            </a:xfrm>
            <a:custGeom>
              <a:avLst/>
              <a:gdLst/>
              <a:ahLst/>
              <a:cxnLst/>
              <a:rect l="l" t="t" r="r" b="b"/>
              <a:pathLst>
                <a:path w="5906" h="7040" extrusionOk="0">
                  <a:moveTo>
                    <a:pt x="234" y="1"/>
                  </a:moveTo>
                  <a:lnTo>
                    <a:pt x="1" y="6872"/>
                  </a:lnTo>
                  <a:lnTo>
                    <a:pt x="5772" y="7039"/>
                  </a:lnTo>
                  <a:lnTo>
                    <a:pt x="5838" y="5505"/>
                  </a:lnTo>
                  <a:lnTo>
                    <a:pt x="2169" y="5371"/>
                  </a:lnTo>
                  <a:lnTo>
                    <a:pt x="2203" y="4037"/>
                  </a:lnTo>
                  <a:lnTo>
                    <a:pt x="5505" y="4137"/>
                  </a:lnTo>
                  <a:lnTo>
                    <a:pt x="5572" y="2736"/>
                  </a:lnTo>
                  <a:lnTo>
                    <a:pt x="2269" y="2636"/>
                  </a:lnTo>
                  <a:lnTo>
                    <a:pt x="2303" y="1535"/>
                  </a:lnTo>
                  <a:lnTo>
                    <a:pt x="5872" y="1635"/>
                  </a:lnTo>
                  <a:lnTo>
                    <a:pt x="5905" y="201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45"/>
            <p:cNvSpPr/>
            <p:nvPr/>
          </p:nvSpPr>
          <p:spPr>
            <a:xfrm>
              <a:off x="4366879" y="3726532"/>
              <a:ext cx="141182" cy="147467"/>
            </a:xfrm>
            <a:custGeom>
              <a:avLst/>
              <a:gdLst/>
              <a:ahLst/>
              <a:cxnLst/>
              <a:rect l="l" t="t" r="r" b="b"/>
              <a:pathLst>
                <a:path w="6739" h="7039" extrusionOk="0">
                  <a:moveTo>
                    <a:pt x="2269" y="1435"/>
                  </a:moveTo>
                  <a:lnTo>
                    <a:pt x="3203" y="1468"/>
                  </a:lnTo>
                  <a:cubicBezTo>
                    <a:pt x="3503" y="1468"/>
                    <a:pt x="3770" y="1535"/>
                    <a:pt x="4003" y="1668"/>
                  </a:cubicBezTo>
                  <a:cubicBezTo>
                    <a:pt x="4137" y="1802"/>
                    <a:pt x="4204" y="2002"/>
                    <a:pt x="4204" y="2202"/>
                  </a:cubicBezTo>
                  <a:cubicBezTo>
                    <a:pt x="4204" y="2335"/>
                    <a:pt x="4137" y="2469"/>
                    <a:pt x="4037" y="2602"/>
                  </a:cubicBezTo>
                  <a:cubicBezTo>
                    <a:pt x="3970" y="2702"/>
                    <a:pt x="3837" y="2769"/>
                    <a:pt x="3703" y="2802"/>
                  </a:cubicBezTo>
                  <a:cubicBezTo>
                    <a:pt x="3503" y="2836"/>
                    <a:pt x="3336" y="2869"/>
                    <a:pt x="3136" y="2869"/>
                  </a:cubicBezTo>
                  <a:lnTo>
                    <a:pt x="2236" y="2836"/>
                  </a:lnTo>
                  <a:lnTo>
                    <a:pt x="2269" y="1435"/>
                  </a:lnTo>
                  <a:close/>
                  <a:moveTo>
                    <a:pt x="201" y="0"/>
                  </a:moveTo>
                  <a:lnTo>
                    <a:pt x="1" y="6839"/>
                  </a:lnTo>
                  <a:lnTo>
                    <a:pt x="2135" y="6905"/>
                  </a:lnTo>
                  <a:lnTo>
                    <a:pt x="2236" y="4137"/>
                  </a:lnTo>
                  <a:lnTo>
                    <a:pt x="2402" y="4137"/>
                  </a:lnTo>
                  <a:cubicBezTo>
                    <a:pt x="2602" y="4137"/>
                    <a:pt x="2769" y="4203"/>
                    <a:pt x="2936" y="4303"/>
                  </a:cubicBezTo>
                  <a:cubicBezTo>
                    <a:pt x="3069" y="4437"/>
                    <a:pt x="3203" y="4637"/>
                    <a:pt x="3303" y="4837"/>
                  </a:cubicBezTo>
                  <a:lnTo>
                    <a:pt x="4370" y="6972"/>
                  </a:lnTo>
                  <a:lnTo>
                    <a:pt x="6739" y="7039"/>
                  </a:lnTo>
                  <a:lnTo>
                    <a:pt x="5771" y="5037"/>
                  </a:lnTo>
                  <a:cubicBezTo>
                    <a:pt x="5705" y="4870"/>
                    <a:pt x="5605" y="4737"/>
                    <a:pt x="5505" y="4604"/>
                  </a:cubicBezTo>
                  <a:cubicBezTo>
                    <a:pt x="5404" y="4470"/>
                    <a:pt x="5304" y="4337"/>
                    <a:pt x="5171" y="4237"/>
                  </a:cubicBezTo>
                  <a:cubicBezTo>
                    <a:pt x="5004" y="4137"/>
                    <a:pt x="4837" y="4037"/>
                    <a:pt x="4637" y="3970"/>
                  </a:cubicBezTo>
                  <a:cubicBezTo>
                    <a:pt x="4904" y="3936"/>
                    <a:pt x="5138" y="3836"/>
                    <a:pt x="5371" y="3736"/>
                  </a:cubicBezTo>
                  <a:cubicBezTo>
                    <a:pt x="6372" y="3169"/>
                    <a:pt x="6672" y="1902"/>
                    <a:pt x="6072" y="968"/>
                  </a:cubicBezTo>
                  <a:cubicBezTo>
                    <a:pt x="5871" y="667"/>
                    <a:pt x="5571" y="434"/>
                    <a:pt x="5238" y="334"/>
                  </a:cubicBezTo>
                  <a:cubicBezTo>
                    <a:pt x="4737" y="167"/>
                    <a:pt x="4237" y="100"/>
                    <a:pt x="3737" y="100"/>
                  </a:cubicBezTo>
                  <a:lnTo>
                    <a:pt x="20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45"/>
            <p:cNvSpPr/>
            <p:nvPr/>
          </p:nvSpPr>
          <p:spPr>
            <a:xfrm>
              <a:off x="4522726" y="3730722"/>
              <a:ext cx="141873" cy="148179"/>
            </a:xfrm>
            <a:custGeom>
              <a:avLst/>
              <a:gdLst/>
              <a:ahLst/>
              <a:cxnLst/>
              <a:rect l="l" t="t" r="r" b="b"/>
              <a:pathLst>
                <a:path w="6772" h="7073" extrusionOk="0">
                  <a:moveTo>
                    <a:pt x="2302" y="1468"/>
                  </a:moveTo>
                  <a:lnTo>
                    <a:pt x="3236" y="1502"/>
                  </a:lnTo>
                  <a:cubicBezTo>
                    <a:pt x="3280" y="1496"/>
                    <a:pt x="3326" y="1493"/>
                    <a:pt x="3372" y="1493"/>
                  </a:cubicBezTo>
                  <a:cubicBezTo>
                    <a:pt x="3601" y="1493"/>
                    <a:pt x="3842" y="1563"/>
                    <a:pt x="4036" y="1702"/>
                  </a:cubicBezTo>
                  <a:cubicBezTo>
                    <a:pt x="4170" y="1835"/>
                    <a:pt x="4237" y="2035"/>
                    <a:pt x="4203" y="2202"/>
                  </a:cubicBezTo>
                  <a:cubicBezTo>
                    <a:pt x="4203" y="2369"/>
                    <a:pt x="4170" y="2502"/>
                    <a:pt x="4070" y="2602"/>
                  </a:cubicBezTo>
                  <a:cubicBezTo>
                    <a:pt x="3970" y="2702"/>
                    <a:pt x="3870" y="2802"/>
                    <a:pt x="3703" y="2802"/>
                  </a:cubicBezTo>
                  <a:cubicBezTo>
                    <a:pt x="3536" y="2869"/>
                    <a:pt x="3336" y="2869"/>
                    <a:pt x="3169" y="2903"/>
                  </a:cubicBezTo>
                  <a:lnTo>
                    <a:pt x="2269" y="2869"/>
                  </a:lnTo>
                  <a:lnTo>
                    <a:pt x="2302" y="1468"/>
                  </a:lnTo>
                  <a:close/>
                  <a:moveTo>
                    <a:pt x="234" y="0"/>
                  </a:moveTo>
                  <a:lnTo>
                    <a:pt x="0" y="6872"/>
                  </a:lnTo>
                  <a:lnTo>
                    <a:pt x="2135" y="6939"/>
                  </a:lnTo>
                  <a:lnTo>
                    <a:pt x="2235" y="4137"/>
                  </a:lnTo>
                  <a:lnTo>
                    <a:pt x="2435" y="4137"/>
                  </a:lnTo>
                  <a:cubicBezTo>
                    <a:pt x="2602" y="4137"/>
                    <a:pt x="2802" y="4203"/>
                    <a:pt x="2936" y="4304"/>
                  </a:cubicBezTo>
                  <a:cubicBezTo>
                    <a:pt x="3102" y="4470"/>
                    <a:pt x="3203" y="4670"/>
                    <a:pt x="3303" y="4871"/>
                  </a:cubicBezTo>
                  <a:lnTo>
                    <a:pt x="4370" y="6972"/>
                  </a:lnTo>
                  <a:lnTo>
                    <a:pt x="6772" y="7072"/>
                  </a:lnTo>
                  <a:lnTo>
                    <a:pt x="5804" y="5037"/>
                  </a:lnTo>
                  <a:cubicBezTo>
                    <a:pt x="5704" y="4904"/>
                    <a:pt x="5638" y="4771"/>
                    <a:pt x="5504" y="4637"/>
                  </a:cubicBezTo>
                  <a:cubicBezTo>
                    <a:pt x="5437" y="4504"/>
                    <a:pt x="5304" y="4370"/>
                    <a:pt x="5204" y="4270"/>
                  </a:cubicBezTo>
                  <a:cubicBezTo>
                    <a:pt x="5037" y="4137"/>
                    <a:pt x="4837" y="4037"/>
                    <a:pt x="4637" y="4003"/>
                  </a:cubicBezTo>
                  <a:cubicBezTo>
                    <a:pt x="4904" y="3937"/>
                    <a:pt x="5171" y="3870"/>
                    <a:pt x="5404" y="3736"/>
                  </a:cubicBezTo>
                  <a:cubicBezTo>
                    <a:pt x="6005" y="3403"/>
                    <a:pt x="6371" y="2802"/>
                    <a:pt x="6371" y="2102"/>
                  </a:cubicBezTo>
                  <a:cubicBezTo>
                    <a:pt x="6405" y="1735"/>
                    <a:pt x="6305" y="1335"/>
                    <a:pt x="6071" y="1001"/>
                  </a:cubicBezTo>
                  <a:cubicBezTo>
                    <a:pt x="5871" y="701"/>
                    <a:pt x="5604" y="467"/>
                    <a:pt x="5237" y="334"/>
                  </a:cubicBezTo>
                  <a:cubicBezTo>
                    <a:pt x="4770" y="201"/>
                    <a:pt x="4270" y="134"/>
                    <a:pt x="3736" y="134"/>
                  </a:cubicBezTo>
                  <a:lnTo>
                    <a:pt x="23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45"/>
            <p:cNvSpPr/>
            <p:nvPr/>
          </p:nvSpPr>
          <p:spPr>
            <a:xfrm>
              <a:off x="4668957" y="3735142"/>
              <a:ext cx="152893" cy="149478"/>
            </a:xfrm>
            <a:custGeom>
              <a:avLst/>
              <a:gdLst/>
              <a:ahLst/>
              <a:cxnLst/>
              <a:rect l="l" t="t" r="r" b="b"/>
              <a:pathLst>
                <a:path w="7298" h="7135" extrusionOk="0">
                  <a:moveTo>
                    <a:pt x="3660" y="1653"/>
                  </a:moveTo>
                  <a:cubicBezTo>
                    <a:pt x="3694" y="1653"/>
                    <a:pt x="3727" y="1655"/>
                    <a:pt x="3761" y="1657"/>
                  </a:cubicBezTo>
                  <a:cubicBezTo>
                    <a:pt x="4128" y="1657"/>
                    <a:pt x="4495" y="1824"/>
                    <a:pt x="4762" y="2124"/>
                  </a:cubicBezTo>
                  <a:cubicBezTo>
                    <a:pt x="5029" y="2558"/>
                    <a:pt x="5162" y="3058"/>
                    <a:pt x="5096" y="3559"/>
                  </a:cubicBezTo>
                  <a:cubicBezTo>
                    <a:pt x="5162" y="4126"/>
                    <a:pt x="4995" y="4660"/>
                    <a:pt x="4695" y="5127"/>
                  </a:cubicBezTo>
                  <a:cubicBezTo>
                    <a:pt x="4408" y="5398"/>
                    <a:pt x="4037" y="5532"/>
                    <a:pt x="3669" y="5532"/>
                  </a:cubicBezTo>
                  <a:cubicBezTo>
                    <a:pt x="3268" y="5532"/>
                    <a:pt x="2872" y="5373"/>
                    <a:pt x="2594" y="5060"/>
                  </a:cubicBezTo>
                  <a:cubicBezTo>
                    <a:pt x="2294" y="4593"/>
                    <a:pt x="2193" y="4093"/>
                    <a:pt x="2227" y="3559"/>
                  </a:cubicBezTo>
                  <a:cubicBezTo>
                    <a:pt x="2227" y="3025"/>
                    <a:pt x="2394" y="2491"/>
                    <a:pt x="2694" y="2091"/>
                  </a:cubicBezTo>
                  <a:cubicBezTo>
                    <a:pt x="2938" y="1816"/>
                    <a:pt x="3294" y="1653"/>
                    <a:pt x="3660" y="1653"/>
                  </a:cubicBezTo>
                  <a:close/>
                  <a:moveTo>
                    <a:pt x="3407" y="1"/>
                  </a:moveTo>
                  <a:cubicBezTo>
                    <a:pt x="1541" y="1"/>
                    <a:pt x="0" y="1556"/>
                    <a:pt x="125" y="3492"/>
                  </a:cubicBezTo>
                  <a:cubicBezTo>
                    <a:pt x="59" y="4159"/>
                    <a:pt x="192" y="4893"/>
                    <a:pt x="526" y="5494"/>
                  </a:cubicBezTo>
                  <a:cubicBezTo>
                    <a:pt x="792" y="6027"/>
                    <a:pt x="1193" y="6428"/>
                    <a:pt x="1726" y="6728"/>
                  </a:cubicBezTo>
                  <a:cubicBezTo>
                    <a:pt x="2327" y="6995"/>
                    <a:pt x="2961" y="7128"/>
                    <a:pt x="3628" y="7128"/>
                  </a:cubicBezTo>
                  <a:cubicBezTo>
                    <a:pt x="3709" y="7132"/>
                    <a:pt x="3790" y="7134"/>
                    <a:pt x="3871" y="7134"/>
                  </a:cubicBezTo>
                  <a:cubicBezTo>
                    <a:pt x="4456" y="7134"/>
                    <a:pt x="5035" y="7025"/>
                    <a:pt x="5563" y="6761"/>
                  </a:cubicBezTo>
                  <a:cubicBezTo>
                    <a:pt x="6063" y="6494"/>
                    <a:pt x="6463" y="6094"/>
                    <a:pt x="6763" y="5594"/>
                  </a:cubicBezTo>
                  <a:cubicBezTo>
                    <a:pt x="7064" y="4993"/>
                    <a:pt x="7230" y="4326"/>
                    <a:pt x="7230" y="3659"/>
                  </a:cubicBezTo>
                  <a:cubicBezTo>
                    <a:pt x="7297" y="2692"/>
                    <a:pt x="6997" y="1758"/>
                    <a:pt x="6396" y="1057"/>
                  </a:cubicBezTo>
                  <a:cubicBezTo>
                    <a:pt x="5725" y="386"/>
                    <a:pt x="4840" y="21"/>
                    <a:pt x="3916" y="21"/>
                  </a:cubicBezTo>
                  <a:cubicBezTo>
                    <a:pt x="3875" y="21"/>
                    <a:pt x="3835" y="22"/>
                    <a:pt x="3795" y="23"/>
                  </a:cubicBezTo>
                  <a:cubicBezTo>
                    <a:pt x="3664" y="8"/>
                    <a:pt x="3535" y="1"/>
                    <a:pt x="34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45"/>
            <p:cNvSpPr/>
            <p:nvPr/>
          </p:nvSpPr>
          <p:spPr>
            <a:xfrm>
              <a:off x="4842779" y="3741197"/>
              <a:ext cx="141894" cy="148179"/>
            </a:xfrm>
            <a:custGeom>
              <a:avLst/>
              <a:gdLst/>
              <a:ahLst/>
              <a:cxnLst/>
              <a:rect l="l" t="t" r="r" b="b"/>
              <a:pathLst>
                <a:path w="6773" h="7073" extrusionOk="0">
                  <a:moveTo>
                    <a:pt x="2302" y="1435"/>
                  </a:moveTo>
                  <a:lnTo>
                    <a:pt x="3236" y="1469"/>
                  </a:lnTo>
                  <a:cubicBezTo>
                    <a:pt x="3503" y="1469"/>
                    <a:pt x="3770" y="1535"/>
                    <a:pt x="4004" y="1669"/>
                  </a:cubicBezTo>
                  <a:cubicBezTo>
                    <a:pt x="4170" y="1802"/>
                    <a:pt x="4237" y="2002"/>
                    <a:pt x="4204" y="2202"/>
                  </a:cubicBezTo>
                  <a:cubicBezTo>
                    <a:pt x="4204" y="2336"/>
                    <a:pt x="4170" y="2503"/>
                    <a:pt x="4070" y="2603"/>
                  </a:cubicBezTo>
                  <a:cubicBezTo>
                    <a:pt x="3970" y="2736"/>
                    <a:pt x="3837" y="2803"/>
                    <a:pt x="3703" y="2803"/>
                  </a:cubicBezTo>
                  <a:cubicBezTo>
                    <a:pt x="3537" y="2870"/>
                    <a:pt x="3337" y="2870"/>
                    <a:pt x="3136" y="2903"/>
                  </a:cubicBezTo>
                  <a:lnTo>
                    <a:pt x="2269" y="2870"/>
                  </a:lnTo>
                  <a:lnTo>
                    <a:pt x="2302" y="1435"/>
                  </a:lnTo>
                  <a:close/>
                  <a:moveTo>
                    <a:pt x="201" y="1"/>
                  </a:moveTo>
                  <a:lnTo>
                    <a:pt x="1" y="6872"/>
                  </a:lnTo>
                  <a:lnTo>
                    <a:pt x="2136" y="6939"/>
                  </a:lnTo>
                  <a:lnTo>
                    <a:pt x="2236" y="4137"/>
                  </a:lnTo>
                  <a:lnTo>
                    <a:pt x="2403" y="4137"/>
                  </a:lnTo>
                  <a:cubicBezTo>
                    <a:pt x="2603" y="4137"/>
                    <a:pt x="2769" y="4204"/>
                    <a:pt x="2936" y="4337"/>
                  </a:cubicBezTo>
                  <a:cubicBezTo>
                    <a:pt x="3103" y="4471"/>
                    <a:pt x="3203" y="4671"/>
                    <a:pt x="3303" y="4871"/>
                  </a:cubicBezTo>
                  <a:lnTo>
                    <a:pt x="4371" y="7006"/>
                  </a:lnTo>
                  <a:lnTo>
                    <a:pt x="6772" y="7073"/>
                  </a:lnTo>
                  <a:lnTo>
                    <a:pt x="5805" y="5038"/>
                  </a:lnTo>
                  <a:cubicBezTo>
                    <a:pt x="5705" y="4904"/>
                    <a:pt x="5605" y="4771"/>
                    <a:pt x="5505" y="4637"/>
                  </a:cubicBezTo>
                  <a:cubicBezTo>
                    <a:pt x="5405" y="4504"/>
                    <a:pt x="5305" y="4371"/>
                    <a:pt x="5171" y="4271"/>
                  </a:cubicBezTo>
                  <a:cubicBezTo>
                    <a:pt x="5004" y="4137"/>
                    <a:pt x="4838" y="4070"/>
                    <a:pt x="4637" y="4004"/>
                  </a:cubicBezTo>
                  <a:cubicBezTo>
                    <a:pt x="4904" y="3937"/>
                    <a:pt x="5171" y="3870"/>
                    <a:pt x="5405" y="3737"/>
                  </a:cubicBezTo>
                  <a:cubicBezTo>
                    <a:pt x="6005" y="3437"/>
                    <a:pt x="6372" y="2803"/>
                    <a:pt x="6372" y="2102"/>
                  </a:cubicBezTo>
                  <a:cubicBezTo>
                    <a:pt x="6372" y="1735"/>
                    <a:pt x="6272" y="1335"/>
                    <a:pt x="6072" y="1002"/>
                  </a:cubicBezTo>
                  <a:cubicBezTo>
                    <a:pt x="5872" y="701"/>
                    <a:pt x="5571" y="468"/>
                    <a:pt x="5238" y="334"/>
                  </a:cubicBezTo>
                  <a:cubicBezTo>
                    <a:pt x="4771" y="201"/>
                    <a:pt x="4237" y="134"/>
                    <a:pt x="3737" y="134"/>
                  </a:cubicBezTo>
                  <a:lnTo>
                    <a:pt x="20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45"/>
            <p:cNvSpPr/>
            <p:nvPr/>
          </p:nvSpPr>
          <p:spPr>
            <a:xfrm>
              <a:off x="4213147" y="3989727"/>
              <a:ext cx="715610" cy="140051"/>
            </a:xfrm>
            <a:custGeom>
              <a:avLst/>
              <a:gdLst/>
              <a:ahLst/>
              <a:cxnLst/>
              <a:rect l="l" t="t" r="r" b="b"/>
              <a:pathLst>
                <a:path w="34158" h="6685" extrusionOk="0">
                  <a:moveTo>
                    <a:pt x="4883" y="0"/>
                  </a:moveTo>
                  <a:cubicBezTo>
                    <a:pt x="4751" y="0"/>
                    <a:pt x="4616" y="50"/>
                    <a:pt x="4503" y="146"/>
                  </a:cubicBezTo>
                  <a:lnTo>
                    <a:pt x="234" y="4016"/>
                  </a:lnTo>
                  <a:cubicBezTo>
                    <a:pt x="33" y="4216"/>
                    <a:pt x="0" y="4583"/>
                    <a:pt x="200" y="4816"/>
                  </a:cubicBezTo>
                  <a:cubicBezTo>
                    <a:pt x="309" y="4925"/>
                    <a:pt x="466" y="4984"/>
                    <a:pt x="624" y="4984"/>
                  </a:cubicBezTo>
                  <a:cubicBezTo>
                    <a:pt x="759" y="4984"/>
                    <a:pt x="894" y="4942"/>
                    <a:pt x="1001" y="4850"/>
                  </a:cubicBezTo>
                  <a:lnTo>
                    <a:pt x="4837" y="1314"/>
                  </a:lnTo>
                  <a:lnTo>
                    <a:pt x="8406" y="5217"/>
                  </a:lnTo>
                  <a:cubicBezTo>
                    <a:pt x="8506" y="5317"/>
                    <a:pt x="8640" y="5383"/>
                    <a:pt x="8773" y="5417"/>
                  </a:cubicBezTo>
                  <a:cubicBezTo>
                    <a:pt x="8940" y="5417"/>
                    <a:pt x="9073" y="5350"/>
                    <a:pt x="9207" y="5250"/>
                  </a:cubicBezTo>
                  <a:lnTo>
                    <a:pt x="13043" y="1748"/>
                  </a:lnTo>
                  <a:lnTo>
                    <a:pt x="16612" y="5650"/>
                  </a:lnTo>
                  <a:cubicBezTo>
                    <a:pt x="16716" y="5772"/>
                    <a:pt x="16865" y="5830"/>
                    <a:pt x="17012" y="5830"/>
                  </a:cubicBezTo>
                  <a:cubicBezTo>
                    <a:pt x="17148" y="5830"/>
                    <a:pt x="17283" y="5780"/>
                    <a:pt x="17379" y="5684"/>
                  </a:cubicBezTo>
                  <a:lnTo>
                    <a:pt x="21249" y="2148"/>
                  </a:lnTo>
                  <a:lnTo>
                    <a:pt x="24818" y="6084"/>
                  </a:lnTo>
                  <a:cubicBezTo>
                    <a:pt x="24926" y="6192"/>
                    <a:pt x="25074" y="6252"/>
                    <a:pt x="25223" y="6252"/>
                  </a:cubicBezTo>
                  <a:cubicBezTo>
                    <a:pt x="25350" y="6252"/>
                    <a:pt x="25478" y="6209"/>
                    <a:pt x="25585" y="6117"/>
                  </a:cubicBezTo>
                  <a:lnTo>
                    <a:pt x="29454" y="2581"/>
                  </a:lnTo>
                  <a:lnTo>
                    <a:pt x="33024" y="6484"/>
                  </a:lnTo>
                  <a:cubicBezTo>
                    <a:pt x="33124" y="6618"/>
                    <a:pt x="33257" y="6684"/>
                    <a:pt x="33424" y="6684"/>
                  </a:cubicBezTo>
                  <a:cubicBezTo>
                    <a:pt x="33891" y="6684"/>
                    <a:pt x="34158" y="6117"/>
                    <a:pt x="33858" y="5784"/>
                  </a:cubicBezTo>
                  <a:lnTo>
                    <a:pt x="29855" y="1447"/>
                  </a:lnTo>
                  <a:cubicBezTo>
                    <a:pt x="29751" y="1326"/>
                    <a:pt x="29611" y="1268"/>
                    <a:pt x="29468" y="1268"/>
                  </a:cubicBezTo>
                  <a:cubicBezTo>
                    <a:pt x="29335" y="1268"/>
                    <a:pt x="29200" y="1318"/>
                    <a:pt x="29087" y="1414"/>
                  </a:cubicBezTo>
                  <a:lnTo>
                    <a:pt x="25218" y="4916"/>
                  </a:lnTo>
                  <a:lnTo>
                    <a:pt x="21649" y="1014"/>
                  </a:lnTo>
                  <a:cubicBezTo>
                    <a:pt x="21545" y="892"/>
                    <a:pt x="21405" y="834"/>
                    <a:pt x="21262" y="834"/>
                  </a:cubicBezTo>
                  <a:cubicBezTo>
                    <a:pt x="21129" y="834"/>
                    <a:pt x="20994" y="884"/>
                    <a:pt x="20882" y="980"/>
                  </a:cubicBezTo>
                  <a:lnTo>
                    <a:pt x="17046" y="4516"/>
                  </a:lnTo>
                  <a:lnTo>
                    <a:pt x="13476" y="613"/>
                  </a:lnTo>
                  <a:cubicBezTo>
                    <a:pt x="13376" y="480"/>
                    <a:pt x="13243" y="413"/>
                    <a:pt x="13076" y="413"/>
                  </a:cubicBezTo>
                  <a:cubicBezTo>
                    <a:pt x="12943" y="413"/>
                    <a:pt x="12809" y="447"/>
                    <a:pt x="12676" y="547"/>
                  </a:cubicBezTo>
                  <a:lnTo>
                    <a:pt x="8840" y="4083"/>
                  </a:lnTo>
                  <a:lnTo>
                    <a:pt x="5270" y="180"/>
                  </a:lnTo>
                  <a:cubicBezTo>
                    <a:pt x="5167" y="58"/>
                    <a:pt x="5027" y="0"/>
                    <a:pt x="48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45"/>
            <p:cNvSpPr/>
            <p:nvPr/>
          </p:nvSpPr>
          <p:spPr>
            <a:xfrm>
              <a:off x="3427648" y="4199646"/>
              <a:ext cx="103451" cy="292127"/>
            </a:xfrm>
            <a:custGeom>
              <a:avLst/>
              <a:gdLst/>
              <a:ahLst/>
              <a:cxnLst/>
              <a:rect l="l" t="t" r="r" b="b"/>
              <a:pathLst>
                <a:path w="4938" h="13944" extrusionOk="0">
                  <a:moveTo>
                    <a:pt x="1268" y="0"/>
                  </a:moveTo>
                  <a:lnTo>
                    <a:pt x="1" y="1368"/>
                  </a:lnTo>
                  <a:lnTo>
                    <a:pt x="2336" y="12709"/>
                  </a:lnTo>
                  <a:lnTo>
                    <a:pt x="4937" y="13943"/>
                  </a:lnTo>
                  <a:lnTo>
                    <a:pt x="126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45"/>
            <p:cNvSpPr/>
            <p:nvPr/>
          </p:nvSpPr>
          <p:spPr>
            <a:xfrm>
              <a:off x="3454213" y="4199646"/>
              <a:ext cx="149562" cy="292127"/>
            </a:xfrm>
            <a:custGeom>
              <a:avLst/>
              <a:gdLst/>
              <a:ahLst/>
              <a:cxnLst/>
              <a:rect l="l" t="t" r="r" b="b"/>
              <a:pathLst>
                <a:path w="7139" h="13944" extrusionOk="0">
                  <a:moveTo>
                    <a:pt x="0" y="0"/>
                  </a:moveTo>
                  <a:lnTo>
                    <a:pt x="3669" y="13943"/>
                  </a:lnTo>
                  <a:lnTo>
                    <a:pt x="7139" y="11942"/>
                  </a:lnTo>
                  <a:lnTo>
                    <a:pt x="4170" y="2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45"/>
            <p:cNvSpPr/>
            <p:nvPr/>
          </p:nvSpPr>
          <p:spPr>
            <a:xfrm>
              <a:off x="3454213" y="4199646"/>
              <a:ext cx="149562" cy="292127"/>
            </a:xfrm>
            <a:custGeom>
              <a:avLst/>
              <a:gdLst/>
              <a:ahLst/>
              <a:cxnLst/>
              <a:rect l="l" t="t" r="r" b="b"/>
              <a:pathLst>
                <a:path w="7139" h="13944" extrusionOk="0">
                  <a:moveTo>
                    <a:pt x="0" y="0"/>
                  </a:moveTo>
                  <a:lnTo>
                    <a:pt x="3669" y="13943"/>
                  </a:lnTo>
                  <a:lnTo>
                    <a:pt x="7139" y="11942"/>
                  </a:lnTo>
                  <a:lnTo>
                    <a:pt x="4170" y="2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45"/>
            <p:cNvSpPr/>
            <p:nvPr/>
          </p:nvSpPr>
          <p:spPr>
            <a:xfrm>
              <a:off x="4657350" y="4307769"/>
              <a:ext cx="560035" cy="227328"/>
            </a:xfrm>
            <a:custGeom>
              <a:avLst/>
              <a:gdLst/>
              <a:ahLst/>
              <a:cxnLst/>
              <a:rect l="l" t="t" r="r" b="b"/>
              <a:pathLst>
                <a:path w="26732" h="10851" extrusionOk="0">
                  <a:moveTo>
                    <a:pt x="23168" y="4909"/>
                  </a:moveTo>
                  <a:cubicBezTo>
                    <a:pt x="23175" y="4921"/>
                    <a:pt x="23183" y="4934"/>
                    <a:pt x="23195" y="4946"/>
                  </a:cubicBezTo>
                  <a:cubicBezTo>
                    <a:pt x="23193" y="4941"/>
                    <a:pt x="23184" y="4928"/>
                    <a:pt x="23168" y="4909"/>
                  </a:cubicBezTo>
                  <a:close/>
                  <a:moveTo>
                    <a:pt x="21016" y="0"/>
                  </a:moveTo>
                  <a:cubicBezTo>
                    <a:pt x="20026" y="0"/>
                    <a:pt x="18889" y="156"/>
                    <a:pt x="17591" y="543"/>
                  </a:cubicBezTo>
                  <a:cubicBezTo>
                    <a:pt x="17291" y="643"/>
                    <a:pt x="16991" y="810"/>
                    <a:pt x="16757" y="1044"/>
                  </a:cubicBezTo>
                  <a:cubicBezTo>
                    <a:pt x="12982" y="4722"/>
                    <a:pt x="6411" y="6685"/>
                    <a:pt x="3120" y="6685"/>
                  </a:cubicBezTo>
                  <a:cubicBezTo>
                    <a:pt x="3038" y="6685"/>
                    <a:pt x="2958" y="6683"/>
                    <a:pt x="2881" y="6681"/>
                  </a:cubicBezTo>
                  <a:cubicBezTo>
                    <a:pt x="2859" y="6680"/>
                    <a:pt x="2837" y="6680"/>
                    <a:pt x="2815" y="6680"/>
                  </a:cubicBezTo>
                  <a:cubicBezTo>
                    <a:pt x="77" y="6680"/>
                    <a:pt x="1" y="10784"/>
                    <a:pt x="2747" y="10851"/>
                  </a:cubicBezTo>
                  <a:lnTo>
                    <a:pt x="3048" y="10851"/>
                  </a:lnTo>
                  <a:cubicBezTo>
                    <a:pt x="6884" y="10851"/>
                    <a:pt x="14389" y="8849"/>
                    <a:pt x="19259" y="4413"/>
                  </a:cubicBezTo>
                  <a:cubicBezTo>
                    <a:pt x="19950" y="4242"/>
                    <a:pt x="20530" y="4176"/>
                    <a:pt x="21015" y="4176"/>
                  </a:cubicBezTo>
                  <a:cubicBezTo>
                    <a:pt x="22443" y="4176"/>
                    <a:pt x="23039" y="4750"/>
                    <a:pt x="23168" y="4909"/>
                  </a:cubicBezTo>
                  <a:lnTo>
                    <a:pt x="23168" y="4909"/>
                  </a:lnTo>
                  <a:cubicBezTo>
                    <a:pt x="23157" y="4888"/>
                    <a:pt x="23150" y="4867"/>
                    <a:pt x="23129" y="4846"/>
                  </a:cubicBezTo>
                  <a:lnTo>
                    <a:pt x="26731" y="2745"/>
                  </a:lnTo>
                  <a:cubicBezTo>
                    <a:pt x="26651" y="2611"/>
                    <a:pt x="25063" y="0"/>
                    <a:pt x="210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45"/>
            <p:cNvSpPr/>
            <p:nvPr/>
          </p:nvSpPr>
          <p:spPr>
            <a:xfrm>
              <a:off x="4544388" y="4289794"/>
              <a:ext cx="213858" cy="303314"/>
            </a:xfrm>
            <a:custGeom>
              <a:avLst/>
              <a:gdLst/>
              <a:ahLst/>
              <a:cxnLst/>
              <a:rect l="l" t="t" r="r" b="b"/>
              <a:pathLst>
                <a:path w="10208" h="14478" extrusionOk="0">
                  <a:moveTo>
                    <a:pt x="0" y="0"/>
                  </a:moveTo>
                  <a:lnTo>
                    <a:pt x="601" y="14010"/>
                  </a:lnTo>
                  <a:lnTo>
                    <a:pt x="8173" y="14477"/>
                  </a:lnTo>
                  <a:lnTo>
                    <a:pt x="10208" y="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45"/>
            <p:cNvSpPr/>
            <p:nvPr/>
          </p:nvSpPr>
          <p:spPr>
            <a:xfrm>
              <a:off x="4715591" y="4298174"/>
              <a:ext cx="60818" cy="294934"/>
            </a:xfrm>
            <a:custGeom>
              <a:avLst/>
              <a:gdLst/>
              <a:ahLst/>
              <a:cxnLst/>
              <a:rect l="l" t="t" r="r" b="b"/>
              <a:pathLst>
                <a:path w="2903" h="14078" extrusionOk="0">
                  <a:moveTo>
                    <a:pt x="2036" y="0"/>
                  </a:moveTo>
                  <a:lnTo>
                    <a:pt x="1" y="14077"/>
                  </a:lnTo>
                  <a:lnTo>
                    <a:pt x="1802" y="12309"/>
                  </a:lnTo>
                  <a:lnTo>
                    <a:pt x="2903" y="3603"/>
                  </a:lnTo>
                  <a:lnTo>
                    <a:pt x="203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45"/>
            <p:cNvSpPr/>
            <p:nvPr/>
          </p:nvSpPr>
          <p:spPr>
            <a:xfrm>
              <a:off x="4715591" y="4298174"/>
              <a:ext cx="60818" cy="294934"/>
            </a:xfrm>
            <a:custGeom>
              <a:avLst/>
              <a:gdLst/>
              <a:ahLst/>
              <a:cxnLst/>
              <a:rect l="l" t="t" r="r" b="b"/>
              <a:pathLst>
                <a:path w="2903" h="14078" extrusionOk="0">
                  <a:moveTo>
                    <a:pt x="2036" y="0"/>
                  </a:moveTo>
                  <a:lnTo>
                    <a:pt x="1" y="14077"/>
                  </a:lnTo>
                  <a:lnTo>
                    <a:pt x="1802" y="12309"/>
                  </a:lnTo>
                  <a:lnTo>
                    <a:pt x="2903" y="3603"/>
                  </a:lnTo>
                  <a:lnTo>
                    <a:pt x="203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45"/>
            <p:cNvSpPr/>
            <p:nvPr/>
          </p:nvSpPr>
          <p:spPr>
            <a:xfrm>
              <a:off x="5312310" y="3697432"/>
              <a:ext cx="361408" cy="784557"/>
            </a:xfrm>
            <a:custGeom>
              <a:avLst/>
              <a:gdLst/>
              <a:ahLst/>
              <a:cxnLst/>
              <a:rect l="l" t="t" r="r" b="b"/>
              <a:pathLst>
                <a:path w="17251" h="37449" extrusionOk="0">
                  <a:moveTo>
                    <a:pt x="1335" y="0"/>
                  </a:moveTo>
                  <a:cubicBezTo>
                    <a:pt x="670" y="0"/>
                    <a:pt x="1" y="472"/>
                    <a:pt x="72" y="1356"/>
                  </a:cubicBezTo>
                  <a:cubicBezTo>
                    <a:pt x="105" y="1923"/>
                    <a:pt x="1172" y="15633"/>
                    <a:pt x="2273" y="22171"/>
                  </a:cubicBezTo>
                  <a:cubicBezTo>
                    <a:pt x="2273" y="22238"/>
                    <a:pt x="2306" y="22338"/>
                    <a:pt x="2340" y="22404"/>
                  </a:cubicBezTo>
                  <a:cubicBezTo>
                    <a:pt x="4575" y="28075"/>
                    <a:pt x="10446" y="33913"/>
                    <a:pt x="14782" y="37215"/>
                  </a:cubicBezTo>
                  <a:cubicBezTo>
                    <a:pt x="14982" y="37382"/>
                    <a:pt x="15249" y="37448"/>
                    <a:pt x="15516" y="37448"/>
                  </a:cubicBezTo>
                  <a:lnTo>
                    <a:pt x="15549" y="37448"/>
                  </a:lnTo>
                  <a:cubicBezTo>
                    <a:pt x="16750" y="37448"/>
                    <a:pt x="17250" y="35947"/>
                    <a:pt x="16283" y="35213"/>
                  </a:cubicBezTo>
                  <a:cubicBezTo>
                    <a:pt x="13047" y="32745"/>
                    <a:pt x="6943" y="27108"/>
                    <a:pt x="4708" y="21604"/>
                  </a:cubicBezTo>
                  <a:cubicBezTo>
                    <a:pt x="3641" y="15132"/>
                    <a:pt x="2573" y="1289"/>
                    <a:pt x="2573" y="1156"/>
                  </a:cubicBezTo>
                  <a:cubicBezTo>
                    <a:pt x="2511" y="372"/>
                    <a:pt x="1924" y="0"/>
                    <a:pt x="13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45"/>
            <p:cNvSpPr/>
            <p:nvPr/>
          </p:nvSpPr>
          <p:spPr>
            <a:xfrm>
              <a:off x="5667664" y="4420040"/>
              <a:ext cx="126245" cy="75231"/>
            </a:xfrm>
            <a:custGeom>
              <a:avLst/>
              <a:gdLst/>
              <a:ahLst/>
              <a:cxnLst/>
              <a:rect l="l" t="t" r="r" b="b"/>
              <a:pathLst>
                <a:path w="6026" h="3591" extrusionOk="0">
                  <a:moveTo>
                    <a:pt x="1825" y="0"/>
                  </a:moveTo>
                  <a:cubicBezTo>
                    <a:pt x="777" y="0"/>
                    <a:pt x="0" y="1500"/>
                    <a:pt x="1089" y="2289"/>
                  </a:cubicBezTo>
                  <a:cubicBezTo>
                    <a:pt x="2290" y="3157"/>
                    <a:pt x="3391" y="3590"/>
                    <a:pt x="4358" y="3590"/>
                  </a:cubicBezTo>
                  <a:cubicBezTo>
                    <a:pt x="6026" y="3590"/>
                    <a:pt x="6026" y="1088"/>
                    <a:pt x="4358" y="1088"/>
                  </a:cubicBezTo>
                  <a:cubicBezTo>
                    <a:pt x="4158" y="1088"/>
                    <a:pt x="3591" y="1022"/>
                    <a:pt x="2557" y="254"/>
                  </a:cubicBezTo>
                  <a:cubicBezTo>
                    <a:pt x="2311" y="76"/>
                    <a:pt x="2061" y="0"/>
                    <a:pt x="18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45"/>
            <p:cNvSpPr/>
            <p:nvPr/>
          </p:nvSpPr>
          <p:spPr>
            <a:xfrm>
              <a:off x="5687671" y="4402568"/>
              <a:ext cx="311003" cy="138710"/>
            </a:xfrm>
            <a:custGeom>
              <a:avLst/>
              <a:gdLst/>
              <a:ahLst/>
              <a:cxnLst/>
              <a:rect l="l" t="t" r="r" b="b"/>
              <a:pathLst>
                <a:path w="14845" h="6621" extrusionOk="0">
                  <a:moveTo>
                    <a:pt x="5858" y="0"/>
                  </a:moveTo>
                  <a:cubicBezTo>
                    <a:pt x="3702" y="0"/>
                    <a:pt x="1321" y="651"/>
                    <a:pt x="501" y="3090"/>
                  </a:cubicBezTo>
                  <a:cubicBezTo>
                    <a:pt x="1" y="4558"/>
                    <a:pt x="2502" y="5492"/>
                    <a:pt x="3737" y="5992"/>
                  </a:cubicBezTo>
                  <a:cubicBezTo>
                    <a:pt x="4901" y="6444"/>
                    <a:pt x="5912" y="6621"/>
                    <a:pt x="6697" y="6621"/>
                  </a:cubicBezTo>
                  <a:cubicBezTo>
                    <a:pt x="8518" y="6621"/>
                    <a:pt x="9122" y="5667"/>
                    <a:pt x="7606" y="4991"/>
                  </a:cubicBezTo>
                  <a:lnTo>
                    <a:pt x="7606" y="4991"/>
                  </a:lnTo>
                  <a:cubicBezTo>
                    <a:pt x="7606" y="4991"/>
                    <a:pt x="9375" y="5284"/>
                    <a:pt x="11076" y="5284"/>
                  </a:cubicBezTo>
                  <a:cubicBezTo>
                    <a:pt x="12008" y="5284"/>
                    <a:pt x="12920" y="5196"/>
                    <a:pt x="13510" y="4925"/>
                  </a:cubicBezTo>
                  <a:cubicBezTo>
                    <a:pt x="14845" y="4291"/>
                    <a:pt x="14845" y="3157"/>
                    <a:pt x="13810" y="2490"/>
                  </a:cubicBezTo>
                  <a:cubicBezTo>
                    <a:pt x="12376" y="1622"/>
                    <a:pt x="10808" y="955"/>
                    <a:pt x="9207" y="488"/>
                  </a:cubicBezTo>
                  <a:cubicBezTo>
                    <a:pt x="8474" y="257"/>
                    <a:pt x="7210" y="0"/>
                    <a:pt x="58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45"/>
            <p:cNvSpPr/>
            <p:nvPr/>
          </p:nvSpPr>
          <p:spPr>
            <a:xfrm>
              <a:off x="5252309" y="3620357"/>
              <a:ext cx="176818" cy="257077"/>
            </a:xfrm>
            <a:custGeom>
              <a:avLst/>
              <a:gdLst/>
              <a:ahLst/>
              <a:cxnLst/>
              <a:rect l="l" t="t" r="r" b="b"/>
              <a:pathLst>
                <a:path w="8440" h="12271" extrusionOk="0">
                  <a:moveTo>
                    <a:pt x="3767" y="1"/>
                  </a:moveTo>
                  <a:cubicBezTo>
                    <a:pt x="1792" y="1"/>
                    <a:pt x="970" y="2342"/>
                    <a:pt x="500" y="5535"/>
                  </a:cubicBezTo>
                  <a:cubicBezTo>
                    <a:pt x="0" y="8904"/>
                    <a:pt x="100" y="11907"/>
                    <a:pt x="2368" y="12240"/>
                  </a:cubicBezTo>
                  <a:cubicBezTo>
                    <a:pt x="2508" y="12260"/>
                    <a:pt x="2650" y="12270"/>
                    <a:pt x="2793" y="12270"/>
                  </a:cubicBezTo>
                  <a:cubicBezTo>
                    <a:pt x="4998" y="12270"/>
                    <a:pt x="7469" y="9900"/>
                    <a:pt x="7939" y="6736"/>
                  </a:cubicBezTo>
                  <a:cubicBezTo>
                    <a:pt x="8439" y="3367"/>
                    <a:pt x="6471" y="365"/>
                    <a:pt x="4170" y="31"/>
                  </a:cubicBezTo>
                  <a:cubicBezTo>
                    <a:pt x="4030" y="11"/>
                    <a:pt x="3896" y="1"/>
                    <a:pt x="37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45"/>
            <p:cNvSpPr/>
            <p:nvPr/>
          </p:nvSpPr>
          <p:spPr>
            <a:xfrm>
              <a:off x="4406705" y="4491060"/>
              <a:ext cx="48939" cy="82480"/>
            </a:xfrm>
            <a:custGeom>
              <a:avLst/>
              <a:gdLst/>
              <a:ahLst/>
              <a:cxnLst/>
              <a:rect l="l" t="t" r="r" b="b"/>
              <a:pathLst>
                <a:path w="2336" h="3937" extrusionOk="0">
                  <a:moveTo>
                    <a:pt x="1" y="0"/>
                  </a:moveTo>
                  <a:lnTo>
                    <a:pt x="668" y="1968"/>
                  </a:lnTo>
                  <a:lnTo>
                    <a:pt x="1" y="3936"/>
                  </a:lnTo>
                  <a:lnTo>
                    <a:pt x="1202" y="3936"/>
                  </a:lnTo>
                  <a:lnTo>
                    <a:pt x="2336" y="1968"/>
                  </a:lnTo>
                  <a:lnTo>
                    <a:pt x="12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45"/>
            <p:cNvSpPr/>
            <p:nvPr/>
          </p:nvSpPr>
          <p:spPr>
            <a:xfrm>
              <a:off x="4357095" y="4502939"/>
              <a:ext cx="51034" cy="60106"/>
            </a:xfrm>
            <a:custGeom>
              <a:avLst/>
              <a:gdLst/>
              <a:ahLst/>
              <a:cxnLst/>
              <a:rect l="l" t="t" r="r" b="b"/>
              <a:pathLst>
                <a:path w="2436" h="2869" extrusionOk="0">
                  <a:moveTo>
                    <a:pt x="534" y="0"/>
                  </a:moveTo>
                  <a:lnTo>
                    <a:pt x="1" y="1568"/>
                  </a:lnTo>
                  <a:lnTo>
                    <a:pt x="868" y="2869"/>
                  </a:lnTo>
                  <a:lnTo>
                    <a:pt x="2436" y="2435"/>
                  </a:lnTo>
                  <a:lnTo>
                    <a:pt x="2436" y="2435"/>
                  </a:lnTo>
                  <a:cubicBezTo>
                    <a:pt x="2414" y="2436"/>
                    <a:pt x="2393" y="2437"/>
                    <a:pt x="2372" y="2437"/>
                  </a:cubicBezTo>
                  <a:cubicBezTo>
                    <a:pt x="1033" y="2437"/>
                    <a:pt x="1022" y="397"/>
                    <a:pt x="2342" y="397"/>
                  </a:cubicBezTo>
                  <a:cubicBezTo>
                    <a:pt x="2373" y="397"/>
                    <a:pt x="2404" y="398"/>
                    <a:pt x="2436" y="400"/>
                  </a:cubicBezTo>
                  <a:lnTo>
                    <a:pt x="53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45"/>
            <p:cNvSpPr/>
            <p:nvPr/>
          </p:nvSpPr>
          <p:spPr>
            <a:xfrm>
              <a:off x="4340335" y="4491060"/>
              <a:ext cx="95050" cy="82480"/>
            </a:xfrm>
            <a:custGeom>
              <a:avLst/>
              <a:gdLst/>
              <a:ahLst/>
              <a:cxnLst/>
              <a:rect l="l" t="t" r="r" b="b"/>
              <a:pathLst>
                <a:path w="4537" h="3937" extrusionOk="0">
                  <a:moveTo>
                    <a:pt x="2255" y="942"/>
                  </a:moveTo>
                  <a:cubicBezTo>
                    <a:pt x="2791" y="942"/>
                    <a:pt x="3302" y="1354"/>
                    <a:pt x="3302" y="1968"/>
                  </a:cubicBezTo>
                  <a:cubicBezTo>
                    <a:pt x="3302" y="2535"/>
                    <a:pt x="2835" y="3002"/>
                    <a:pt x="2268" y="3002"/>
                  </a:cubicBezTo>
                  <a:cubicBezTo>
                    <a:pt x="1368" y="3002"/>
                    <a:pt x="901" y="1901"/>
                    <a:pt x="1534" y="1234"/>
                  </a:cubicBezTo>
                  <a:cubicBezTo>
                    <a:pt x="1747" y="1032"/>
                    <a:pt x="2004" y="942"/>
                    <a:pt x="2255" y="942"/>
                  </a:cubicBezTo>
                  <a:close/>
                  <a:moveTo>
                    <a:pt x="1134" y="0"/>
                  </a:moveTo>
                  <a:lnTo>
                    <a:pt x="0" y="1968"/>
                  </a:lnTo>
                  <a:lnTo>
                    <a:pt x="1134" y="3936"/>
                  </a:lnTo>
                  <a:lnTo>
                    <a:pt x="3402" y="3936"/>
                  </a:lnTo>
                  <a:lnTo>
                    <a:pt x="4537" y="1968"/>
                  </a:lnTo>
                  <a:lnTo>
                    <a:pt x="340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45"/>
            <p:cNvSpPr/>
            <p:nvPr/>
          </p:nvSpPr>
          <p:spPr>
            <a:xfrm>
              <a:off x="6065735" y="4427456"/>
              <a:ext cx="36369" cy="60818"/>
            </a:xfrm>
            <a:custGeom>
              <a:avLst/>
              <a:gdLst/>
              <a:ahLst/>
              <a:cxnLst/>
              <a:rect l="l" t="t" r="r" b="b"/>
              <a:pathLst>
                <a:path w="1736" h="2903" extrusionOk="0">
                  <a:moveTo>
                    <a:pt x="835" y="1"/>
                  </a:moveTo>
                  <a:lnTo>
                    <a:pt x="1" y="1468"/>
                  </a:lnTo>
                  <a:lnTo>
                    <a:pt x="835" y="2903"/>
                  </a:lnTo>
                  <a:lnTo>
                    <a:pt x="1735" y="2903"/>
                  </a:lnTo>
                  <a:lnTo>
                    <a:pt x="1202" y="1468"/>
                  </a:lnTo>
                  <a:lnTo>
                    <a:pt x="173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45"/>
            <p:cNvSpPr/>
            <p:nvPr/>
          </p:nvSpPr>
          <p:spPr>
            <a:xfrm>
              <a:off x="6100680" y="4436548"/>
              <a:ext cx="37752" cy="44037"/>
            </a:xfrm>
            <a:custGeom>
              <a:avLst/>
              <a:gdLst/>
              <a:ahLst/>
              <a:cxnLst/>
              <a:rect l="l" t="t" r="r" b="b"/>
              <a:pathLst>
                <a:path w="1802" h="2102" extrusionOk="0">
                  <a:moveTo>
                    <a:pt x="1435" y="0"/>
                  </a:moveTo>
                  <a:lnTo>
                    <a:pt x="1" y="267"/>
                  </a:lnTo>
                  <a:cubicBezTo>
                    <a:pt x="22" y="266"/>
                    <a:pt x="42" y="265"/>
                    <a:pt x="62" y="265"/>
                  </a:cubicBezTo>
                  <a:cubicBezTo>
                    <a:pt x="1038" y="265"/>
                    <a:pt x="1048" y="1772"/>
                    <a:pt x="91" y="1772"/>
                  </a:cubicBezTo>
                  <a:cubicBezTo>
                    <a:pt x="62" y="1772"/>
                    <a:pt x="32" y="1771"/>
                    <a:pt x="1" y="1768"/>
                  </a:cubicBezTo>
                  <a:lnTo>
                    <a:pt x="1" y="1768"/>
                  </a:lnTo>
                  <a:lnTo>
                    <a:pt x="1168" y="2102"/>
                  </a:lnTo>
                  <a:lnTo>
                    <a:pt x="1802" y="1134"/>
                  </a:lnTo>
                  <a:lnTo>
                    <a:pt x="143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45"/>
            <p:cNvSpPr/>
            <p:nvPr/>
          </p:nvSpPr>
          <p:spPr>
            <a:xfrm>
              <a:off x="6080421" y="4427456"/>
              <a:ext cx="69910" cy="60818"/>
            </a:xfrm>
            <a:custGeom>
              <a:avLst/>
              <a:gdLst/>
              <a:ahLst/>
              <a:cxnLst/>
              <a:rect l="l" t="t" r="r" b="b"/>
              <a:pathLst>
                <a:path w="3337" h="2903" extrusionOk="0">
                  <a:moveTo>
                    <a:pt x="1670" y="695"/>
                  </a:moveTo>
                  <a:cubicBezTo>
                    <a:pt x="1857" y="695"/>
                    <a:pt x="2048" y="769"/>
                    <a:pt x="2202" y="935"/>
                  </a:cubicBezTo>
                  <a:cubicBezTo>
                    <a:pt x="2702" y="1402"/>
                    <a:pt x="2335" y="2202"/>
                    <a:pt x="1668" y="2202"/>
                  </a:cubicBezTo>
                  <a:cubicBezTo>
                    <a:pt x="1268" y="2202"/>
                    <a:pt x="901" y="1869"/>
                    <a:pt x="934" y="1468"/>
                  </a:cubicBezTo>
                  <a:cubicBezTo>
                    <a:pt x="934" y="999"/>
                    <a:pt x="1293" y="695"/>
                    <a:pt x="1670" y="695"/>
                  </a:cubicBezTo>
                  <a:close/>
                  <a:moveTo>
                    <a:pt x="834" y="1"/>
                  </a:moveTo>
                  <a:lnTo>
                    <a:pt x="0" y="1468"/>
                  </a:lnTo>
                  <a:lnTo>
                    <a:pt x="834" y="2903"/>
                  </a:lnTo>
                  <a:lnTo>
                    <a:pt x="2502" y="2903"/>
                  </a:lnTo>
                  <a:lnTo>
                    <a:pt x="3336" y="1468"/>
                  </a:lnTo>
                  <a:lnTo>
                    <a:pt x="25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45"/>
            <p:cNvSpPr/>
            <p:nvPr/>
          </p:nvSpPr>
          <p:spPr>
            <a:xfrm>
              <a:off x="5410230" y="4491752"/>
              <a:ext cx="76907" cy="37061"/>
            </a:xfrm>
            <a:custGeom>
              <a:avLst/>
              <a:gdLst/>
              <a:ahLst/>
              <a:cxnLst/>
              <a:rect l="l" t="t" r="r" b="b"/>
              <a:pathLst>
                <a:path w="3671" h="1769" extrusionOk="0">
                  <a:moveTo>
                    <a:pt x="901" y="0"/>
                  </a:moveTo>
                  <a:cubicBezTo>
                    <a:pt x="401" y="0"/>
                    <a:pt x="1" y="401"/>
                    <a:pt x="1" y="901"/>
                  </a:cubicBezTo>
                  <a:cubicBezTo>
                    <a:pt x="1" y="1368"/>
                    <a:pt x="401" y="1768"/>
                    <a:pt x="901" y="1768"/>
                  </a:cubicBezTo>
                  <a:lnTo>
                    <a:pt x="2769" y="1768"/>
                  </a:lnTo>
                  <a:cubicBezTo>
                    <a:pt x="3270" y="1768"/>
                    <a:pt x="3670" y="1368"/>
                    <a:pt x="3670" y="901"/>
                  </a:cubicBezTo>
                  <a:cubicBezTo>
                    <a:pt x="3670" y="401"/>
                    <a:pt x="3270" y="0"/>
                    <a:pt x="27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45"/>
            <p:cNvSpPr/>
            <p:nvPr/>
          </p:nvSpPr>
          <p:spPr>
            <a:xfrm>
              <a:off x="5355027" y="4473504"/>
              <a:ext cx="90357" cy="78060"/>
            </a:xfrm>
            <a:custGeom>
              <a:avLst/>
              <a:gdLst/>
              <a:ahLst/>
              <a:cxnLst/>
              <a:rect l="l" t="t" r="r" b="b"/>
              <a:pathLst>
                <a:path w="4313" h="3726" extrusionOk="0">
                  <a:moveTo>
                    <a:pt x="2116" y="0"/>
                  </a:moveTo>
                  <a:cubicBezTo>
                    <a:pt x="1484" y="0"/>
                    <a:pt x="852" y="315"/>
                    <a:pt x="501" y="972"/>
                  </a:cubicBezTo>
                  <a:cubicBezTo>
                    <a:pt x="1" y="1906"/>
                    <a:pt x="368" y="3040"/>
                    <a:pt x="1335" y="3540"/>
                  </a:cubicBezTo>
                  <a:cubicBezTo>
                    <a:pt x="1602" y="3667"/>
                    <a:pt x="1873" y="3725"/>
                    <a:pt x="2136" y="3725"/>
                  </a:cubicBezTo>
                  <a:cubicBezTo>
                    <a:pt x="3316" y="3725"/>
                    <a:pt x="4313" y="2554"/>
                    <a:pt x="3903" y="1272"/>
                  </a:cubicBezTo>
                  <a:cubicBezTo>
                    <a:pt x="3614" y="440"/>
                    <a:pt x="2864" y="0"/>
                    <a:pt x="21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45"/>
            <p:cNvSpPr/>
            <p:nvPr/>
          </p:nvSpPr>
          <p:spPr>
            <a:xfrm>
              <a:off x="5375998" y="4467994"/>
              <a:ext cx="48227" cy="84575"/>
            </a:xfrm>
            <a:custGeom>
              <a:avLst/>
              <a:gdLst/>
              <a:ahLst/>
              <a:cxnLst/>
              <a:rect l="l" t="t" r="r" b="b"/>
              <a:pathLst>
                <a:path w="2302" h="4037" extrusionOk="0">
                  <a:moveTo>
                    <a:pt x="1802" y="0"/>
                  </a:moveTo>
                  <a:lnTo>
                    <a:pt x="0" y="3803"/>
                  </a:lnTo>
                  <a:lnTo>
                    <a:pt x="501" y="4037"/>
                  </a:lnTo>
                  <a:lnTo>
                    <a:pt x="2302" y="234"/>
                  </a:lnTo>
                  <a:lnTo>
                    <a:pt x="18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969" name="Google Shape;969;p45"/>
          <p:cNvCxnSpPr/>
          <p:nvPr/>
        </p:nvCxnSpPr>
        <p:spPr>
          <a:xfrm rot="5400000">
            <a:off x="5644800" y="1517920"/>
            <a:ext cx="1085654" cy="689866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970" name="Google Shape;970;p45"/>
          <p:cNvCxnSpPr>
            <a:stCxn id="917" idx="6"/>
          </p:cNvCxnSpPr>
          <p:nvPr/>
        </p:nvCxnSpPr>
        <p:spPr>
          <a:xfrm>
            <a:off x="2524947" y="2573242"/>
            <a:ext cx="1763700" cy="558600"/>
          </a:xfrm>
          <a:prstGeom prst="bentConnector3">
            <a:avLst>
              <a:gd name="adj1" fmla="val 29238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971" name="Google Shape;971;p45"/>
          <p:cNvCxnSpPr>
            <a:stCxn id="914" idx="2"/>
          </p:cNvCxnSpPr>
          <p:nvPr/>
        </p:nvCxnSpPr>
        <p:spPr>
          <a:xfrm flipH="1">
            <a:off x="5445794" y="3261605"/>
            <a:ext cx="1167900" cy="5850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</p:spTree>
    <p:extLst>
      <p:ext uri="{BB962C8B-B14F-4D97-AF65-F5344CB8AC3E}">
        <p14:creationId xmlns:p14="http://schemas.microsoft.com/office/powerpoint/2010/main" val="22644648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45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Real-World Cases</a:t>
            </a:r>
            <a:endParaRPr dirty="0"/>
          </a:p>
        </p:txBody>
      </p:sp>
      <p:sp>
        <p:nvSpPr>
          <p:cNvPr id="909" name="Google Shape;909;p45"/>
          <p:cNvSpPr txBox="1">
            <a:spLocks noGrp="1"/>
          </p:cNvSpPr>
          <p:nvPr>
            <p:ph type="subTitle" idx="4294967295"/>
          </p:nvPr>
        </p:nvSpPr>
        <p:spPr>
          <a:xfrm>
            <a:off x="6513971" y="3740100"/>
            <a:ext cx="2586187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sz="1400" dirty="0"/>
              <a:t>NVIDIA uses ES for evolving neural network architectures tailored for specific tasks, such as image recognition or gaming AI.</a:t>
            </a:r>
            <a:endParaRPr lang="ru-RU" sz="1400" dirty="0"/>
          </a:p>
          <a:p>
            <a:pPr marL="0" lvl="0" indent="0">
              <a:buNone/>
            </a:pPr>
            <a:endParaRPr sz="1400" dirty="0"/>
          </a:p>
        </p:txBody>
      </p:sp>
      <p:sp>
        <p:nvSpPr>
          <p:cNvPr id="910" name="Google Shape;910;p45"/>
          <p:cNvSpPr txBox="1">
            <a:spLocks noGrp="1"/>
          </p:cNvSpPr>
          <p:nvPr>
            <p:ph type="subTitle" idx="4294967295"/>
          </p:nvPr>
        </p:nvSpPr>
        <p:spPr>
          <a:xfrm>
            <a:off x="6513972" y="3388576"/>
            <a:ext cx="1910400" cy="3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Poppins Black"/>
                <a:ea typeface="Poppins Black"/>
                <a:cs typeface="Poppins Black"/>
                <a:sym typeface="Poppins Black"/>
              </a:rPr>
              <a:t>Nvidia</a:t>
            </a:r>
            <a:endParaRPr dirty="0"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911" name="Google Shape;911;p45"/>
          <p:cNvSpPr txBox="1">
            <a:spLocks noGrp="1"/>
          </p:cNvSpPr>
          <p:nvPr>
            <p:ph type="subTitle" idx="4294967295"/>
          </p:nvPr>
        </p:nvSpPr>
        <p:spPr>
          <a:xfrm>
            <a:off x="6704444" y="1049762"/>
            <a:ext cx="1910400" cy="3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Poppins Black"/>
                <a:ea typeface="Poppins Black"/>
                <a:cs typeface="Poppins Black"/>
                <a:sym typeface="Poppins Black"/>
              </a:rPr>
              <a:t>Amazon</a:t>
            </a:r>
            <a:endParaRPr dirty="0"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912" name="Google Shape;912;p45"/>
          <p:cNvSpPr txBox="1">
            <a:spLocks noGrp="1"/>
          </p:cNvSpPr>
          <p:nvPr>
            <p:ph type="subTitle" idx="4294967295"/>
          </p:nvPr>
        </p:nvSpPr>
        <p:spPr>
          <a:xfrm>
            <a:off x="6728449" y="1421162"/>
            <a:ext cx="2277849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sz="1400" dirty="0"/>
              <a:t>Amazon employs ES within </a:t>
            </a:r>
            <a:r>
              <a:rPr lang="en-US" sz="1400" dirty="0" err="1"/>
              <a:t>AutoML</a:t>
            </a:r>
            <a:r>
              <a:rPr lang="en-US" sz="1400" dirty="0"/>
              <a:t> systems to optimize machine learning pipelines.</a:t>
            </a:r>
            <a:endParaRPr sz="1400" dirty="0"/>
          </a:p>
        </p:txBody>
      </p:sp>
      <p:sp>
        <p:nvSpPr>
          <p:cNvPr id="913" name="Google Shape;913;p45"/>
          <p:cNvSpPr/>
          <p:nvPr/>
        </p:nvSpPr>
        <p:spPr>
          <a:xfrm>
            <a:off x="6432194" y="1144712"/>
            <a:ext cx="181500" cy="1815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4" name="Google Shape;914;p45"/>
          <p:cNvSpPr/>
          <p:nvPr/>
        </p:nvSpPr>
        <p:spPr>
          <a:xfrm>
            <a:off x="6613694" y="3170855"/>
            <a:ext cx="181500" cy="1815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5" name="Google Shape;915;p45"/>
          <p:cNvSpPr txBox="1">
            <a:spLocks noGrp="1"/>
          </p:cNvSpPr>
          <p:nvPr>
            <p:ph type="subTitle" idx="4294967295"/>
          </p:nvPr>
        </p:nvSpPr>
        <p:spPr>
          <a:xfrm>
            <a:off x="212942" y="3050325"/>
            <a:ext cx="2417136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sz="1400" dirty="0"/>
              <a:t>Tesla uses ES to generate adversarial examples for testing the robustness of computer vision models.</a:t>
            </a:r>
            <a:endParaRPr sz="1400" dirty="0"/>
          </a:p>
        </p:txBody>
      </p:sp>
      <p:sp>
        <p:nvSpPr>
          <p:cNvPr id="916" name="Google Shape;916;p45"/>
          <p:cNvSpPr txBox="1">
            <a:spLocks noGrp="1"/>
          </p:cNvSpPr>
          <p:nvPr>
            <p:ph type="subTitle" idx="4294967295"/>
          </p:nvPr>
        </p:nvSpPr>
        <p:spPr>
          <a:xfrm>
            <a:off x="718178" y="2698800"/>
            <a:ext cx="1911900" cy="3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Poppins Black"/>
                <a:ea typeface="Poppins Black"/>
                <a:cs typeface="Poppins Black"/>
                <a:sym typeface="Poppins Black"/>
              </a:rPr>
              <a:t>Tesla</a:t>
            </a:r>
            <a:endParaRPr dirty="0"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917" name="Google Shape;917;p45"/>
          <p:cNvSpPr/>
          <p:nvPr/>
        </p:nvSpPr>
        <p:spPr>
          <a:xfrm>
            <a:off x="2343447" y="2482492"/>
            <a:ext cx="181500" cy="1815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8" name="Google Shape;918;p45"/>
          <p:cNvGrpSpPr/>
          <p:nvPr/>
        </p:nvGrpSpPr>
        <p:grpSpPr>
          <a:xfrm>
            <a:off x="2954927" y="1597012"/>
            <a:ext cx="3256837" cy="2798228"/>
            <a:chOff x="2922397" y="1693395"/>
            <a:chExt cx="3387950" cy="2910879"/>
          </a:xfrm>
        </p:grpSpPr>
        <p:sp>
          <p:nvSpPr>
            <p:cNvPr id="919" name="Google Shape;919;p45"/>
            <p:cNvSpPr/>
            <p:nvPr/>
          </p:nvSpPr>
          <p:spPr>
            <a:xfrm>
              <a:off x="2922397" y="4406485"/>
              <a:ext cx="3387950" cy="197789"/>
            </a:xfrm>
            <a:custGeom>
              <a:avLst/>
              <a:gdLst/>
              <a:ahLst/>
              <a:cxnLst/>
              <a:rect l="l" t="t" r="r" b="b"/>
              <a:pathLst>
                <a:path w="161716" h="9441" extrusionOk="0">
                  <a:moveTo>
                    <a:pt x="80858" y="1"/>
                  </a:moveTo>
                  <a:cubicBezTo>
                    <a:pt x="36193" y="1"/>
                    <a:pt x="0" y="2136"/>
                    <a:pt x="0" y="4738"/>
                  </a:cubicBezTo>
                  <a:cubicBezTo>
                    <a:pt x="0" y="7339"/>
                    <a:pt x="36193" y="9441"/>
                    <a:pt x="80858" y="9441"/>
                  </a:cubicBezTo>
                  <a:cubicBezTo>
                    <a:pt x="125523" y="9441"/>
                    <a:pt x="161716" y="7339"/>
                    <a:pt x="161716" y="4738"/>
                  </a:cubicBezTo>
                  <a:cubicBezTo>
                    <a:pt x="161716" y="2136"/>
                    <a:pt x="125523" y="1"/>
                    <a:pt x="808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20" name="Google Shape;920;p45"/>
            <p:cNvGrpSpPr/>
            <p:nvPr/>
          </p:nvGrpSpPr>
          <p:grpSpPr>
            <a:xfrm>
              <a:off x="3201931" y="1693395"/>
              <a:ext cx="2740138" cy="1406945"/>
              <a:chOff x="3053774" y="1737895"/>
              <a:chExt cx="3098652" cy="1591027"/>
            </a:xfrm>
          </p:grpSpPr>
          <p:sp>
            <p:nvSpPr>
              <p:cNvPr id="921" name="Google Shape;921;p45"/>
              <p:cNvSpPr/>
              <p:nvPr/>
            </p:nvSpPr>
            <p:spPr>
              <a:xfrm>
                <a:off x="3053774" y="2164626"/>
                <a:ext cx="993763" cy="1164296"/>
              </a:xfrm>
              <a:custGeom>
                <a:avLst/>
                <a:gdLst/>
                <a:ahLst/>
                <a:cxnLst/>
                <a:rect l="l" t="t" r="r" b="b"/>
                <a:pathLst>
                  <a:path w="47435" h="55575" extrusionOk="0">
                    <a:moveTo>
                      <a:pt x="23351" y="18014"/>
                    </a:moveTo>
                    <a:lnTo>
                      <a:pt x="26353" y="34492"/>
                    </a:lnTo>
                    <a:lnTo>
                      <a:pt x="12509" y="37027"/>
                    </a:lnTo>
                    <a:lnTo>
                      <a:pt x="23351" y="18014"/>
                    </a:lnTo>
                    <a:close/>
                    <a:moveTo>
                      <a:pt x="32991" y="1"/>
                    </a:moveTo>
                    <a:lnTo>
                      <a:pt x="20448" y="2269"/>
                    </a:lnTo>
                    <a:lnTo>
                      <a:pt x="1" y="38562"/>
                    </a:lnTo>
                    <a:lnTo>
                      <a:pt x="2202" y="50537"/>
                    </a:lnTo>
                    <a:lnTo>
                      <a:pt x="28421" y="45767"/>
                    </a:lnTo>
                    <a:lnTo>
                      <a:pt x="30222" y="55574"/>
                    </a:lnTo>
                    <a:lnTo>
                      <a:pt x="42731" y="53272"/>
                    </a:lnTo>
                    <a:lnTo>
                      <a:pt x="40963" y="43499"/>
                    </a:lnTo>
                    <a:lnTo>
                      <a:pt x="47434" y="42298"/>
                    </a:lnTo>
                    <a:lnTo>
                      <a:pt x="45366" y="31023"/>
                    </a:lnTo>
                    <a:lnTo>
                      <a:pt x="38895" y="32191"/>
                    </a:lnTo>
                    <a:lnTo>
                      <a:pt x="3299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45"/>
              <p:cNvSpPr/>
              <p:nvPr/>
            </p:nvSpPr>
            <p:spPr>
              <a:xfrm>
                <a:off x="4150947" y="1737895"/>
                <a:ext cx="959510" cy="1206469"/>
              </a:xfrm>
              <a:custGeom>
                <a:avLst/>
                <a:gdLst/>
                <a:ahLst/>
                <a:cxnLst/>
                <a:rect l="l" t="t" r="r" b="b"/>
                <a:pathLst>
                  <a:path w="45800" h="57588" extrusionOk="0">
                    <a:moveTo>
                      <a:pt x="22263" y="1"/>
                    </a:moveTo>
                    <a:cubicBezTo>
                      <a:pt x="16838" y="1"/>
                      <a:pt x="12437" y="1448"/>
                      <a:pt x="9107" y="4358"/>
                    </a:cubicBezTo>
                    <a:cubicBezTo>
                      <a:pt x="4837" y="8061"/>
                      <a:pt x="2035" y="15166"/>
                      <a:pt x="667" y="25640"/>
                    </a:cubicBezTo>
                    <a:cubicBezTo>
                      <a:pt x="134" y="29543"/>
                      <a:pt x="0" y="33513"/>
                      <a:pt x="267" y="37449"/>
                    </a:cubicBezTo>
                    <a:cubicBezTo>
                      <a:pt x="534" y="41051"/>
                      <a:pt x="1201" y="43987"/>
                      <a:pt x="2235" y="46188"/>
                    </a:cubicBezTo>
                    <a:cubicBezTo>
                      <a:pt x="3569" y="49157"/>
                      <a:pt x="5704" y="51692"/>
                      <a:pt x="8373" y="53594"/>
                    </a:cubicBezTo>
                    <a:cubicBezTo>
                      <a:pt x="10975" y="55428"/>
                      <a:pt x="14611" y="56663"/>
                      <a:pt x="19214" y="57263"/>
                    </a:cubicBezTo>
                    <a:cubicBezTo>
                      <a:pt x="20862" y="57479"/>
                      <a:pt x="22426" y="57587"/>
                      <a:pt x="23904" y="57587"/>
                    </a:cubicBezTo>
                    <a:cubicBezTo>
                      <a:pt x="29725" y="57587"/>
                      <a:pt x="34221" y="55911"/>
                      <a:pt x="37360" y="52560"/>
                    </a:cubicBezTo>
                    <a:cubicBezTo>
                      <a:pt x="41296" y="48357"/>
                      <a:pt x="43932" y="41252"/>
                      <a:pt x="45199" y="31244"/>
                    </a:cubicBezTo>
                    <a:cubicBezTo>
                      <a:pt x="45766" y="26908"/>
                      <a:pt x="45800" y="22538"/>
                      <a:pt x="45333" y="18202"/>
                    </a:cubicBezTo>
                    <a:cubicBezTo>
                      <a:pt x="45132" y="16167"/>
                      <a:pt x="44699" y="14165"/>
                      <a:pt x="43998" y="12264"/>
                    </a:cubicBezTo>
                    <a:cubicBezTo>
                      <a:pt x="43298" y="10429"/>
                      <a:pt x="42297" y="8695"/>
                      <a:pt x="41063" y="7160"/>
                    </a:cubicBezTo>
                    <a:cubicBezTo>
                      <a:pt x="39629" y="5393"/>
                      <a:pt x="37827" y="3925"/>
                      <a:pt x="35792" y="2857"/>
                    </a:cubicBezTo>
                    <a:cubicBezTo>
                      <a:pt x="33558" y="1623"/>
                      <a:pt x="30622" y="789"/>
                      <a:pt x="26919" y="322"/>
                    </a:cubicBezTo>
                    <a:cubicBezTo>
                      <a:pt x="25292" y="108"/>
                      <a:pt x="23740" y="1"/>
                      <a:pt x="2226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45"/>
              <p:cNvSpPr/>
              <p:nvPr/>
            </p:nvSpPr>
            <p:spPr>
              <a:xfrm>
                <a:off x="4247380" y="1833741"/>
                <a:ext cx="766644" cy="1014818"/>
              </a:xfrm>
              <a:custGeom>
                <a:avLst/>
                <a:gdLst/>
                <a:ahLst/>
                <a:cxnLst/>
                <a:rect l="l" t="t" r="r" b="b"/>
                <a:pathLst>
                  <a:path w="36594" h="48440" extrusionOk="0">
                    <a:moveTo>
                      <a:pt x="17690" y="0"/>
                    </a:moveTo>
                    <a:cubicBezTo>
                      <a:pt x="13357" y="0"/>
                      <a:pt x="10025" y="1075"/>
                      <a:pt x="7506" y="3253"/>
                    </a:cubicBezTo>
                    <a:cubicBezTo>
                      <a:pt x="5171" y="5287"/>
                      <a:pt x="2102" y="10091"/>
                      <a:pt x="601" y="21666"/>
                    </a:cubicBezTo>
                    <a:cubicBezTo>
                      <a:pt x="134" y="25268"/>
                      <a:pt x="1" y="28904"/>
                      <a:pt x="234" y="32540"/>
                    </a:cubicBezTo>
                    <a:cubicBezTo>
                      <a:pt x="468" y="35576"/>
                      <a:pt x="1001" y="37944"/>
                      <a:pt x="1802" y="39612"/>
                    </a:cubicBezTo>
                    <a:lnTo>
                      <a:pt x="1802" y="39679"/>
                    </a:lnTo>
                    <a:cubicBezTo>
                      <a:pt x="2803" y="41914"/>
                      <a:pt x="4404" y="43848"/>
                      <a:pt x="6405" y="45249"/>
                    </a:cubicBezTo>
                    <a:cubicBezTo>
                      <a:pt x="8407" y="46684"/>
                      <a:pt x="11375" y="47651"/>
                      <a:pt x="15178" y="48118"/>
                    </a:cubicBezTo>
                    <a:cubicBezTo>
                      <a:pt x="16279" y="48285"/>
                      <a:pt x="17346" y="48352"/>
                      <a:pt x="18347" y="48385"/>
                    </a:cubicBezTo>
                    <a:lnTo>
                      <a:pt x="18347" y="48418"/>
                    </a:lnTo>
                    <a:cubicBezTo>
                      <a:pt x="18707" y="48433"/>
                      <a:pt x="19060" y="48440"/>
                      <a:pt x="19405" y="48440"/>
                    </a:cubicBezTo>
                    <a:cubicBezTo>
                      <a:pt x="23893" y="48440"/>
                      <a:pt x="27158" y="47234"/>
                      <a:pt x="29388" y="44849"/>
                    </a:cubicBezTo>
                    <a:cubicBezTo>
                      <a:pt x="32657" y="41380"/>
                      <a:pt x="34892" y="35075"/>
                      <a:pt x="36026" y="26102"/>
                    </a:cubicBezTo>
                    <a:cubicBezTo>
                      <a:pt x="36560" y="22133"/>
                      <a:pt x="36593" y="18097"/>
                      <a:pt x="36160" y="14127"/>
                    </a:cubicBezTo>
                    <a:cubicBezTo>
                      <a:pt x="35993" y="12459"/>
                      <a:pt x="35659" y="10858"/>
                      <a:pt x="35092" y="9290"/>
                    </a:cubicBezTo>
                    <a:cubicBezTo>
                      <a:pt x="34559" y="7889"/>
                      <a:pt x="33791" y="6588"/>
                      <a:pt x="32857" y="5421"/>
                    </a:cubicBezTo>
                    <a:cubicBezTo>
                      <a:pt x="31790" y="4153"/>
                      <a:pt x="30456" y="3086"/>
                      <a:pt x="28988" y="2319"/>
                    </a:cubicBezTo>
                    <a:cubicBezTo>
                      <a:pt x="27253" y="1385"/>
                      <a:pt x="24818" y="717"/>
                      <a:pt x="21749" y="284"/>
                    </a:cubicBezTo>
                    <a:cubicBezTo>
                      <a:pt x="20682" y="150"/>
                      <a:pt x="19615" y="50"/>
                      <a:pt x="18647" y="17"/>
                    </a:cubicBezTo>
                    <a:cubicBezTo>
                      <a:pt x="18323" y="6"/>
                      <a:pt x="18004" y="0"/>
                      <a:pt x="176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45"/>
              <p:cNvSpPr/>
              <p:nvPr/>
            </p:nvSpPr>
            <p:spPr>
              <a:xfrm>
                <a:off x="4364092" y="1877422"/>
                <a:ext cx="439573" cy="439573"/>
              </a:xfrm>
              <a:custGeom>
                <a:avLst/>
                <a:gdLst/>
                <a:ahLst/>
                <a:cxnLst/>
                <a:rect l="l" t="t" r="r" b="b"/>
                <a:pathLst>
                  <a:path w="20982" h="20982" extrusionOk="0">
                    <a:moveTo>
                      <a:pt x="10464" y="4237"/>
                    </a:moveTo>
                    <a:cubicBezTo>
                      <a:pt x="13744" y="4237"/>
                      <a:pt x="16861" y="6859"/>
                      <a:pt x="16745" y="10708"/>
                    </a:cubicBezTo>
                    <a:cubicBezTo>
                      <a:pt x="16647" y="14115"/>
                      <a:pt x="13847" y="16781"/>
                      <a:pt x="10461" y="16781"/>
                    </a:cubicBezTo>
                    <a:cubicBezTo>
                      <a:pt x="10399" y="16781"/>
                      <a:pt x="10337" y="16781"/>
                      <a:pt x="10274" y="16779"/>
                    </a:cubicBezTo>
                    <a:cubicBezTo>
                      <a:pt x="4704" y="16545"/>
                      <a:pt x="2168" y="9740"/>
                      <a:pt x="6238" y="5938"/>
                    </a:cubicBezTo>
                    <a:cubicBezTo>
                      <a:pt x="7496" y="4762"/>
                      <a:pt x="8997" y="4237"/>
                      <a:pt x="10464" y="4237"/>
                    </a:cubicBezTo>
                    <a:close/>
                    <a:moveTo>
                      <a:pt x="10074" y="0"/>
                    </a:moveTo>
                    <a:lnTo>
                      <a:pt x="9740" y="934"/>
                    </a:lnTo>
                    <a:cubicBezTo>
                      <a:pt x="9207" y="1001"/>
                      <a:pt x="8706" y="1068"/>
                      <a:pt x="8173" y="1201"/>
                    </a:cubicBezTo>
                    <a:lnTo>
                      <a:pt x="7572" y="367"/>
                    </a:lnTo>
                    <a:lnTo>
                      <a:pt x="6071" y="934"/>
                    </a:lnTo>
                    <a:lnTo>
                      <a:pt x="6171" y="1935"/>
                    </a:lnTo>
                    <a:cubicBezTo>
                      <a:pt x="5671" y="2202"/>
                      <a:pt x="5237" y="2469"/>
                      <a:pt x="4804" y="2769"/>
                    </a:cubicBezTo>
                    <a:lnTo>
                      <a:pt x="3903" y="2268"/>
                    </a:lnTo>
                    <a:lnTo>
                      <a:pt x="2769" y="3336"/>
                    </a:lnTo>
                    <a:lnTo>
                      <a:pt x="3236" y="4236"/>
                    </a:lnTo>
                    <a:cubicBezTo>
                      <a:pt x="2869" y="4637"/>
                      <a:pt x="2569" y="5104"/>
                      <a:pt x="2302" y="5537"/>
                    </a:cubicBezTo>
                    <a:lnTo>
                      <a:pt x="1268" y="5404"/>
                    </a:lnTo>
                    <a:lnTo>
                      <a:pt x="634" y="6838"/>
                    </a:lnTo>
                    <a:lnTo>
                      <a:pt x="1401" y="7505"/>
                    </a:lnTo>
                    <a:cubicBezTo>
                      <a:pt x="1234" y="8006"/>
                      <a:pt x="1101" y="8540"/>
                      <a:pt x="1034" y="9073"/>
                    </a:cubicBezTo>
                    <a:lnTo>
                      <a:pt x="34" y="9307"/>
                    </a:lnTo>
                    <a:lnTo>
                      <a:pt x="0" y="10875"/>
                    </a:lnTo>
                    <a:lnTo>
                      <a:pt x="968" y="11208"/>
                    </a:lnTo>
                    <a:cubicBezTo>
                      <a:pt x="1001" y="11742"/>
                      <a:pt x="1101" y="12276"/>
                      <a:pt x="1201" y="12809"/>
                    </a:cubicBezTo>
                    <a:lnTo>
                      <a:pt x="367" y="13410"/>
                    </a:lnTo>
                    <a:lnTo>
                      <a:pt x="934" y="14877"/>
                    </a:lnTo>
                    <a:lnTo>
                      <a:pt x="1968" y="14811"/>
                    </a:lnTo>
                    <a:cubicBezTo>
                      <a:pt x="2202" y="15278"/>
                      <a:pt x="2469" y="15745"/>
                      <a:pt x="2802" y="16178"/>
                    </a:cubicBezTo>
                    <a:lnTo>
                      <a:pt x="2268" y="17046"/>
                    </a:lnTo>
                    <a:lnTo>
                      <a:pt x="3336" y="18213"/>
                    </a:lnTo>
                    <a:lnTo>
                      <a:pt x="4270" y="17746"/>
                    </a:lnTo>
                    <a:cubicBezTo>
                      <a:pt x="4670" y="18080"/>
                      <a:pt x="5104" y="18413"/>
                      <a:pt x="5571" y="18680"/>
                    </a:cubicBezTo>
                    <a:lnTo>
                      <a:pt x="5404" y="19681"/>
                    </a:lnTo>
                    <a:lnTo>
                      <a:pt x="6838" y="20348"/>
                    </a:lnTo>
                    <a:lnTo>
                      <a:pt x="7506" y="19581"/>
                    </a:lnTo>
                    <a:cubicBezTo>
                      <a:pt x="8039" y="19748"/>
                      <a:pt x="8540" y="19848"/>
                      <a:pt x="9073" y="19948"/>
                    </a:cubicBezTo>
                    <a:lnTo>
                      <a:pt x="9340" y="20915"/>
                    </a:lnTo>
                    <a:lnTo>
                      <a:pt x="10908" y="20982"/>
                    </a:lnTo>
                    <a:lnTo>
                      <a:pt x="11208" y="20014"/>
                    </a:lnTo>
                    <a:cubicBezTo>
                      <a:pt x="11742" y="19981"/>
                      <a:pt x="12276" y="19881"/>
                      <a:pt x="12809" y="19748"/>
                    </a:cubicBezTo>
                    <a:lnTo>
                      <a:pt x="13410" y="20582"/>
                    </a:lnTo>
                    <a:lnTo>
                      <a:pt x="14911" y="20014"/>
                    </a:lnTo>
                    <a:lnTo>
                      <a:pt x="14811" y="19014"/>
                    </a:lnTo>
                    <a:cubicBezTo>
                      <a:pt x="15278" y="18780"/>
                      <a:pt x="15745" y="18480"/>
                      <a:pt x="16178" y="18180"/>
                    </a:cubicBezTo>
                    <a:lnTo>
                      <a:pt x="17046" y="18713"/>
                    </a:lnTo>
                    <a:lnTo>
                      <a:pt x="18213" y="17613"/>
                    </a:lnTo>
                    <a:lnTo>
                      <a:pt x="17746" y="16712"/>
                    </a:lnTo>
                    <a:cubicBezTo>
                      <a:pt x="18113" y="16312"/>
                      <a:pt x="18413" y="15878"/>
                      <a:pt x="18680" y="15411"/>
                    </a:cubicBezTo>
                    <a:lnTo>
                      <a:pt x="19681" y="15545"/>
                    </a:lnTo>
                    <a:lnTo>
                      <a:pt x="20348" y="14110"/>
                    </a:lnTo>
                    <a:lnTo>
                      <a:pt x="19581" y="13443"/>
                    </a:lnTo>
                    <a:cubicBezTo>
                      <a:pt x="19748" y="12943"/>
                      <a:pt x="19881" y="12442"/>
                      <a:pt x="19948" y="11909"/>
                    </a:cubicBezTo>
                    <a:lnTo>
                      <a:pt x="20948" y="11642"/>
                    </a:lnTo>
                    <a:lnTo>
                      <a:pt x="20982" y="10074"/>
                    </a:lnTo>
                    <a:lnTo>
                      <a:pt x="20014" y="9740"/>
                    </a:lnTo>
                    <a:cubicBezTo>
                      <a:pt x="19981" y="9207"/>
                      <a:pt x="19881" y="8673"/>
                      <a:pt x="19781" y="8173"/>
                    </a:cubicBezTo>
                    <a:lnTo>
                      <a:pt x="20615" y="7539"/>
                    </a:lnTo>
                    <a:lnTo>
                      <a:pt x="20048" y="6071"/>
                    </a:lnTo>
                    <a:lnTo>
                      <a:pt x="19014" y="6138"/>
                    </a:lnTo>
                    <a:cubicBezTo>
                      <a:pt x="18780" y="5671"/>
                      <a:pt x="18513" y="5237"/>
                      <a:pt x="18180" y="4804"/>
                    </a:cubicBezTo>
                    <a:lnTo>
                      <a:pt x="18714" y="3903"/>
                    </a:lnTo>
                    <a:lnTo>
                      <a:pt x="17613" y="2769"/>
                    </a:lnTo>
                    <a:lnTo>
                      <a:pt x="16712" y="3236"/>
                    </a:lnTo>
                    <a:cubicBezTo>
                      <a:pt x="16312" y="2869"/>
                      <a:pt x="15878" y="2569"/>
                      <a:pt x="15411" y="2268"/>
                    </a:cubicBezTo>
                    <a:lnTo>
                      <a:pt x="15578" y="1268"/>
                    </a:lnTo>
                    <a:lnTo>
                      <a:pt x="14110" y="601"/>
                    </a:lnTo>
                    <a:lnTo>
                      <a:pt x="13476" y="1401"/>
                    </a:lnTo>
                    <a:cubicBezTo>
                      <a:pt x="12943" y="1234"/>
                      <a:pt x="12442" y="1101"/>
                      <a:pt x="11909" y="1034"/>
                    </a:cubicBezTo>
                    <a:lnTo>
                      <a:pt x="11642" y="33"/>
                    </a:lnTo>
                    <a:lnTo>
                      <a:pt x="1007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45"/>
              <p:cNvSpPr/>
              <p:nvPr/>
            </p:nvSpPr>
            <p:spPr>
              <a:xfrm>
                <a:off x="4645011" y="2552494"/>
                <a:ext cx="297720" cy="297720"/>
              </a:xfrm>
              <a:custGeom>
                <a:avLst/>
                <a:gdLst/>
                <a:ahLst/>
                <a:cxnLst/>
                <a:rect l="l" t="t" r="r" b="b"/>
                <a:pathLst>
                  <a:path w="14211" h="14211" extrusionOk="0">
                    <a:moveTo>
                      <a:pt x="7106" y="5268"/>
                    </a:moveTo>
                    <a:cubicBezTo>
                      <a:pt x="7401" y="5268"/>
                      <a:pt x="7708" y="5341"/>
                      <a:pt x="8006" y="5504"/>
                    </a:cubicBezTo>
                    <a:cubicBezTo>
                      <a:pt x="8907" y="6004"/>
                      <a:pt x="9241" y="7105"/>
                      <a:pt x="8740" y="8006"/>
                    </a:cubicBezTo>
                    <a:cubicBezTo>
                      <a:pt x="8379" y="8668"/>
                      <a:pt x="7746" y="8984"/>
                      <a:pt x="7117" y="8984"/>
                    </a:cubicBezTo>
                    <a:cubicBezTo>
                      <a:pt x="6352" y="8984"/>
                      <a:pt x="5594" y="8517"/>
                      <a:pt x="5338" y="7639"/>
                    </a:cubicBezTo>
                    <a:cubicBezTo>
                      <a:pt x="4966" y="6390"/>
                      <a:pt x="5949" y="5268"/>
                      <a:pt x="7106" y="5268"/>
                    </a:cubicBezTo>
                    <a:close/>
                    <a:moveTo>
                      <a:pt x="7339" y="0"/>
                    </a:moveTo>
                    <a:lnTo>
                      <a:pt x="7072" y="634"/>
                    </a:lnTo>
                    <a:cubicBezTo>
                      <a:pt x="6739" y="634"/>
                      <a:pt x="6372" y="667"/>
                      <a:pt x="6005" y="734"/>
                    </a:cubicBezTo>
                    <a:lnTo>
                      <a:pt x="5638" y="167"/>
                    </a:lnTo>
                    <a:lnTo>
                      <a:pt x="4604" y="467"/>
                    </a:lnTo>
                    <a:lnTo>
                      <a:pt x="4604" y="1134"/>
                    </a:lnTo>
                    <a:cubicBezTo>
                      <a:pt x="4270" y="1301"/>
                      <a:pt x="3937" y="1468"/>
                      <a:pt x="3637" y="1635"/>
                    </a:cubicBezTo>
                    <a:lnTo>
                      <a:pt x="3070" y="1234"/>
                    </a:lnTo>
                    <a:lnTo>
                      <a:pt x="2236" y="1902"/>
                    </a:lnTo>
                    <a:lnTo>
                      <a:pt x="2503" y="2535"/>
                    </a:lnTo>
                    <a:cubicBezTo>
                      <a:pt x="2269" y="2802"/>
                      <a:pt x="2036" y="3069"/>
                      <a:pt x="1802" y="3369"/>
                    </a:cubicBezTo>
                    <a:lnTo>
                      <a:pt x="1135" y="3202"/>
                    </a:lnTo>
                    <a:lnTo>
                      <a:pt x="635" y="4170"/>
                    </a:lnTo>
                    <a:lnTo>
                      <a:pt x="1102" y="4637"/>
                    </a:lnTo>
                    <a:cubicBezTo>
                      <a:pt x="968" y="4970"/>
                      <a:pt x="868" y="5337"/>
                      <a:pt x="801" y="5671"/>
                    </a:cubicBezTo>
                    <a:lnTo>
                      <a:pt x="101" y="5804"/>
                    </a:lnTo>
                    <a:lnTo>
                      <a:pt x="1" y="6872"/>
                    </a:lnTo>
                    <a:lnTo>
                      <a:pt x="635" y="7139"/>
                    </a:lnTo>
                    <a:cubicBezTo>
                      <a:pt x="635" y="7472"/>
                      <a:pt x="668" y="7839"/>
                      <a:pt x="735" y="8206"/>
                    </a:cubicBezTo>
                    <a:lnTo>
                      <a:pt x="134" y="8573"/>
                    </a:lnTo>
                    <a:lnTo>
                      <a:pt x="434" y="9607"/>
                    </a:lnTo>
                    <a:lnTo>
                      <a:pt x="1135" y="9607"/>
                    </a:lnTo>
                    <a:cubicBezTo>
                      <a:pt x="1268" y="9941"/>
                      <a:pt x="1435" y="10241"/>
                      <a:pt x="1635" y="10574"/>
                    </a:cubicBezTo>
                    <a:lnTo>
                      <a:pt x="1235" y="11141"/>
                    </a:lnTo>
                    <a:lnTo>
                      <a:pt x="1902" y="11975"/>
                    </a:lnTo>
                    <a:lnTo>
                      <a:pt x="2536" y="11675"/>
                    </a:lnTo>
                    <a:cubicBezTo>
                      <a:pt x="2803" y="11942"/>
                      <a:pt x="3070" y="12176"/>
                      <a:pt x="3370" y="12376"/>
                    </a:cubicBezTo>
                    <a:lnTo>
                      <a:pt x="3236" y="13076"/>
                    </a:lnTo>
                    <a:lnTo>
                      <a:pt x="4170" y="13577"/>
                    </a:lnTo>
                    <a:lnTo>
                      <a:pt x="4637" y="13110"/>
                    </a:lnTo>
                    <a:cubicBezTo>
                      <a:pt x="4971" y="13243"/>
                      <a:pt x="5338" y="13343"/>
                      <a:pt x="5671" y="13410"/>
                    </a:cubicBezTo>
                    <a:lnTo>
                      <a:pt x="5805" y="14110"/>
                    </a:lnTo>
                    <a:lnTo>
                      <a:pt x="6872" y="14210"/>
                    </a:lnTo>
                    <a:lnTo>
                      <a:pt x="7139" y="13577"/>
                    </a:lnTo>
                    <a:cubicBezTo>
                      <a:pt x="7506" y="13577"/>
                      <a:pt x="7873" y="13543"/>
                      <a:pt x="8240" y="13510"/>
                    </a:cubicBezTo>
                    <a:lnTo>
                      <a:pt x="8607" y="14077"/>
                    </a:lnTo>
                    <a:lnTo>
                      <a:pt x="9608" y="13777"/>
                    </a:lnTo>
                    <a:lnTo>
                      <a:pt x="9608" y="13076"/>
                    </a:lnTo>
                    <a:cubicBezTo>
                      <a:pt x="9941" y="12943"/>
                      <a:pt x="10275" y="12776"/>
                      <a:pt x="10575" y="12576"/>
                    </a:cubicBezTo>
                    <a:lnTo>
                      <a:pt x="11142" y="13009"/>
                    </a:lnTo>
                    <a:lnTo>
                      <a:pt x="11976" y="12342"/>
                    </a:lnTo>
                    <a:lnTo>
                      <a:pt x="11709" y="11709"/>
                    </a:lnTo>
                    <a:cubicBezTo>
                      <a:pt x="11976" y="11442"/>
                      <a:pt x="12209" y="11175"/>
                      <a:pt x="12410" y="10875"/>
                    </a:cubicBezTo>
                    <a:lnTo>
                      <a:pt x="13077" y="11008"/>
                    </a:lnTo>
                    <a:lnTo>
                      <a:pt x="13610" y="10074"/>
                    </a:lnTo>
                    <a:lnTo>
                      <a:pt x="13110" y="9607"/>
                    </a:lnTo>
                    <a:cubicBezTo>
                      <a:pt x="13244" y="9240"/>
                      <a:pt x="13344" y="8907"/>
                      <a:pt x="13444" y="8573"/>
                    </a:cubicBezTo>
                    <a:lnTo>
                      <a:pt x="14111" y="8440"/>
                    </a:lnTo>
                    <a:lnTo>
                      <a:pt x="14211" y="7372"/>
                    </a:lnTo>
                    <a:lnTo>
                      <a:pt x="13577" y="7105"/>
                    </a:lnTo>
                    <a:cubicBezTo>
                      <a:pt x="13577" y="6738"/>
                      <a:pt x="13544" y="6371"/>
                      <a:pt x="13477" y="6038"/>
                    </a:cubicBezTo>
                    <a:lnTo>
                      <a:pt x="14077" y="5671"/>
                    </a:lnTo>
                    <a:lnTo>
                      <a:pt x="13777" y="4637"/>
                    </a:lnTo>
                    <a:lnTo>
                      <a:pt x="13077" y="4637"/>
                    </a:lnTo>
                    <a:cubicBezTo>
                      <a:pt x="12943" y="4303"/>
                      <a:pt x="12777" y="3970"/>
                      <a:pt x="12576" y="3669"/>
                    </a:cubicBezTo>
                    <a:lnTo>
                      <a:pt x="12977" y="3102"/>
                    </a:lnTo>
                    <a:lnTo>
                      <a:pt x="12310" y="2268"/>
                    </a:lnTo>
                    <a:lnTo>
                      <a:pt x="11676" y="2535"/>
                    </a:lnTo>
                    <a:cubicBezTo>
                      <a:pt x="11409" y="2268"/>
                      <a:pt x="11142" y="2035"/>
                      <a:pt x="10842" y="1835"/>
                    </a:cubicBezTo>
                    <a:lnTo>
                      <a:pt x="11009" y="1134"/>
                    </a:lnTo>
                    <a:lnTo>
                      <a:pt x="10041" y="634"/>
                    </a:lnTo>
                    <a:lnTo>
                      <a:pt x="9574" y="1134"/>
                    </a:lnTo>
                    <a:cubicBezTo>
                      <a:pt x="9241" y="1001"/>
                      <a:pt x="8874" y="867"/>
                      <a:pt x="8540" y="801"/>
                    </a:cubicBezTo>
                    <a:lnTo>
                      <a:pt x="8407" y="134"/>
                    </a:lnTo>
                    <a:lnTo>
                      <a:pt x="733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45"/>
              <p:cNvSpPr/>
              <p:nvPr/>
            </p:nvSpPr>
            <p:spPr>
              <a:xfrm>
                <a:off x="4724684" y="2203760"/>
                <a:ext cx="339662" cy="339662"/>
              </a:xfrm>
              <a:custGeom>
                <a:avLst/>
                <a:gdLst/>
                <a:ahLst/>
                <a:cxnLst/>
                <a:rect l="l" t="t" r="r" b="b"/>
                <a:pathLst>
                  <a:path w="16213" h="16213" extrusionOk="0">
                    <a:moveTo>
                      <a:pt x="8074" y="5135"/>
                    </a:moveTo>
                    <a:cubicBezTo>
                      <a:pt x="9635" y="5135"/>
                      <a:pt x="11121" y="6384"/>
                      <a:pt x="11075" y="8207"/>
                    </a:cubicBezTo>
                    <a:cubicBezTo>
                      <a:pt x="11009" y="9820"/>
                      <a:pt x="9676" y="11076"/>
                      <a:pt x="8069" y="11076"/>
                    </a:cubicBezTo>
                    <a:cubicBezTo>
                      <a:pt x="8048" y="11076"/>
                      <a:pt x="8027" y="11076"/>
                      <a:pt x="8006" y="11076"/>
                    </a:cubicBezTo>
                    <a:cubicBezTo>
                      <a:pt x="5338" y="10975"/>
                      <a:pt x="4137" y="7740"/>
                      <a:pt x="6071" y="5939"/>
                    </a:cubicBezTo>
                    <a:cubicBezTo>
                      <a:pt x="6668" y="5383"/>
                      <a:pt x="7378" y="5135"/>
                      <a:pt x="8074" y="5135"/>
                    </a:cubicBezTo>
                    <a:close/>
                    <a:moveTo>
                      <a:pt x="7072" y="1"/>
                    </a:moveTo>
                    <a:lnTo>
                      <a:pt x="6205" y="1235"/>
                    </a:lnTo>
                    <a:cubicBezTo>
                      <a:pt x="5771" y="1369"/>
                      <a:pt x="5338" y="1535"/>
                      <a:pt x="4904" y="1735"/>
                    </a:cubicBezTo>
                    <a:lnTo>
                      <a:pt x="3670" y="1402"/>
                    </a:lnTo>
                    <a:lnTo>
                      <a:pt x="1735" y="3237"/>
                    </a:lnTo>
                    <a:lnTo>
                      <a:pt x="1969" y="4471"/>
                    </a:lnTo>
                    <a:cubicBezTo>
                      <a:pt x="1735" y="4871"/>
                      <a:pt x="1535" y="5271"/>
                      <a:pt x="1368" y="5738"/>
                    </a:cubicBezTo>
                    <a:lnTo>
                      <a:pt x="67" y="6506"/>
                    </a:lnTo>
                    <a:lnTo>
                      <a:pt x="0" y="9141"/>
                    </a:lnTo>
                    <a:lnTo>
                      <a:pt x="1235" y="10008"/>
                    </a:lnTo>
                    <a:cubicBezTo>
                      <a:pt x="1368" y="10442"/>
                      <a:pt x="1535" y="10875"/>
                      <a:pt x="1735" y="11309"/>
                    </a:cubicBezTo>
                    <a:lnTo>
                      <a:pt x="1435" y="12543"/>
                    </a:lnTo>
                    <a:lnTo>
                      <a:pt x="3236" y="14478"/>
                    </a:lnTo>
                    <a:lnTo>
                      <a:pt x="4470" y="14244"/>
                    </a:lnTo>
                    <a:cubicBezTo>
                      <a:pt x="4871" y="14478"/>
                      <a:pt x="5304" y="14678"/>
                      <a:pt x="5738" y="14845"/>
                    </a:cubicBezTo>
                    <a:lnTo>
                      <a:pt x="6505" y="16146"/>
                    </a:lnTo>
                    <a:lnTo>
                      <a:pt x="9140" y="16213"/>
                    </a:lnTo>
                    <a:lnTo>
                      <a:pt x="10008" y="14978"/>
                    </a:lnTo>
                    <a:cubicBezTo>
                      <a:pt x="10441" y="14845"/>
                      <a:pt x="10875" y="14678"/>
                      <a:pt x="11309" y="14478"/>
                    </a:cubicBezTo>
                    <a:lnTo>
                      <a:pt x="12543" y="14778"/>
                    </a:lnTo>
                    <a:lnTo>
                      <a:pt x="14477" y="12977"/>
                    </a:lnTo>
                    <a:lnTo>
                      <a:pt x="14244" y="11743"/>
                    </a:lnTo>
                    <a:cubicBezTo>
                      <a:pt x="14477" y="11342"/>
                      <a:pt x="14678" y="10909"/>
                      <a:pt x="14844" y="10475"/>
                    </a:cubicBezTo>
                    <a:lnTo>
                      <a:pt x="16145" y="9708"/>
                    </a:lnTo>
                    <a:lnTo>
                      <a:pt x="16212" y="7073"/>
                    </a:lnTo>
                    <a:lnTo>
                      <a:pt x="14978" y="6205"/>
                    </a:lnTo>
                    <a:cubicBezTo>
                      <a:pt x="14844" y="5738"/>
                      <a:pt x="14678" y="5338"/>
                      <a:pt x="14477" y="4904"/>
                    </a:cubicBezTo>
                    <a:lnTo>
                      <a:pt x="14778" y="3670"/>
                    </a:lnTo>
                    <a:lnTo>
                      <a:pt x="12976" y="1735"/>
                    </a:lnTo>
                    <a:lnTo>
                      <a:pt x="11742" y="1969"/>
                    </a:lnTo>
                    <a:cubicBezTo>
                      <a:pt x="11342" y="1735"/>
                      <a:pt x="10908" y="1535"/>
                      <a:pt x="10475" y="1369"/>
                    </a:cubicBezTo>
                    <a:lnTo>
                      <a:pt x="9707" y="68"/>
                    </a:lnTo>
                    <a:lnTo>
                      <a:pt x="707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45"/>
              <p:cNvSpPr/>
              <p:nvPr/>
            </p:nvSpPr>
            <p:spPr>
              <a:xfrm>
                <a:off x="4302583" y="2346325"/>
                <a:ext cx="357826" cy="357826"/>
              </a:xfrm>
              <a:custGeom>
                <a:avLst/>
                <a:gdLst/>
                <a:ahLst/>
                <a:cxnLst/>
                <a:rect l="l" t="t" r="r" b="b"/>
                <a:pathLst>
                  <a:path w="17080" h="17080" extrusionOk="0">
                    <a:moveTo>
                      <a:pt x="8564" y="3363"/>
                    </a:moveTo>
                    <a:cubicBezTo>
                      <a:pt x="9542" y="3363"/>
                      <a:pt x="10532" y="3645"/>
                      <a:pt x="11409" y="4237"/>
                    </a:cubicBezTo>
                    <a:cubicBezTo>
                      <a:pt x="15212" y="6739"/>
                      <a:pt x="14077" y="12643"/>
                      <a:pt x="9608" y="13544"/>
                    </a:cubicBezTo>
                    <a:cubicBezTo>
                      <a:pt x="9245" y="13616"/>
                      <a:pt x="8889" y="13651"/>
                      <a:pt x="8544" y="13651"/>
                    </a:cubicBezTo>
                    <a:cubicBezTo>
                      <a:pt x="4605" y="13651"/>
                      <a:pt x="1973" y="9168"/>
                      <a:pt x="4304" y="5672"/>
                    </a:cubicBezTo>
                    <a:cubicBezTo>
                      <a:pt x="5270" y="4180"/>
                      <a:pt x="6899" y="3363"/>
                      <a:pt x="8564" y="3363"/>
                    </a:cubicBezTo>
                    <a:close/>
                    <a:moveTo>
                      <a:pt x="8576" y="2947"/>
                    </a:moveTo>
                    <a:cubicBezTo>
                      <a:pt x="6816" y="2947"/>
                      <a:pt x="5050" y="3768"/>
                      <a:pt x="3937" y="5438"/>
                    </a:cubicBezTo>
                    <a:cubicBezTo>
                      <a:pt x="1502" y="9141"/>
                      <a:pt x="4137" y="14044"/>
                      <a:pt x="8574" y="14078"/>
                    </a:cubicBezTo>
                    <a:cubicBezTo>
                      <a:pt x="12777" y="14078"/>
                      <a:pt x="15478" y="9574"/>
                      <a:pt x="13477" y="5872"/>
                    </a:cubicBezTo>
                    <a:cubicBezTo>
                      <a:pt x="12430" y="3935"/>
                      <a:pt x="10507" y="2947"/>
                      <a:pt x="8576" y="2947"/>
                    </a:cubicBezTo>
                    <a:close/>
                    <a:moveTo>
                      <a:pt x="8207" y="401"/>
                    </a:moveTo>
                    <a:lnTo>
                      <a:pt x="9041" y="1302"/>
                    </a:lnTo>
                    <a:cubicBezTo>
                      <a:pt x="9074" y="1335"/>
                      <a:pt x="9107" y="1335"/>
                      <a:pt x="9174" y="1335"/>
                    </a:cubicBezTo>
                    <a:cubicBezTo>
                      <a:pt x="9641" y="1402"/>
                      <a:pt x="10108" y="1469"/>
                      <a:pt x="10575" y="1602"/>
                    </a:cubicBezTo>
                    <a:cubicBezTo>
                      <a:pt x="10592" y="1619"/>
                      <a:pt x="10608" y="1627"/>
                      <a:pt x="10629" y="1627"/>
                    </a:cubicBezTo>
                    <a:cubicBezTo>
                      <a:pt x="10650" y="1627"/>
                      <a:pt x="10675" y="1619"/>
                      <a:pt x="10708" y="1602"/>
                    </a:cubicBezTo>
                    <a:lnTo>
                      <a:pt x="12043" y="1035"/>
                    </a:lnTo>
                    <a:lnTo>
                      <a:pt x="14111" y="2403"/>
                    </a:lnTo>
                    <a:lnTo>
                      <a:pt x="14111" y="3870"/>
                    </a:lnTo>
                    <a:cubicBezTo>
                      <a:pt x="14111" y="3904"/>
                      <a:pt x="14111" y="3937"/>
                      <a:pt x="14144" y="4004"/>
                    </a:cubicBezTo>
                    <a:cubicBezTo>
                      <a:pt x="14444" y="4337"/>
                      <a:pt x="14711" y="4738"/>
                      <a:pt x="14945" y="5171"/>
                    </a:cubicBezTo>
                    <a:cubicBezTo>
                      <a:pt x="14945" y="5205"/>
                      <a:pt x="14978" y="5238"/>
                      <a:pt x="15045" y="5271"/>
                    </a:cubicBezTo>
                    <a:lnTo>
                      <a:pt x="16179" y="5705"/>
                    </a:lnTo>
                    <a:lnTo>
                      <a:pt x="16679" y="8173"/>
                    </a:lnTo>
                    <a:lnTo>
                      <a:pt x="15812" y="9007"/>
                    </a:lnTo>
                    <a:cubicBezTo>
                      <a:pt x="15779" y="9041"/>
                      <a:pt x="15745" y="9074"/>
                      <a:pt x="15745" y="9141"/>
                    </a:cubicBezTo>
                    <a:cubicBezTo>
                      <a:pt x="15712" y="9608"/>
                      <a:pt x="15612" y="10041"/>
                      <a:pt x="15478" y="10508"/>
                    </a:cubicBezTo>
                    <a:cubicBezTo>
                      <a:pt x="15478" y="10542"/>
                      <a:pt x="15478" y="10608"/>
                      <a:pt x="15478" y="10642"/>
                    </a:cubicBezTo>
                    <a:lnTo>
                      <a:pt x="16079" y="11976"/>
                    </a:lnTo>
                    <a:lnTo>
                      <a:pt x="14678" y="14078"/>
                    </a:lnTo>
                    <a:lnTo>
                      <a:pt x="13244" y="14044"/>
                    </a:lnTo>
                    <a:cubicBezTo>
                      <a:pt x="13177" y="14044"/>
                      <a:pt x="13143" y="14044"/>
                      <a:pt x="13110" y="14078"/>
                    </a:cubicBezTo>
                    <a:cubicBezTo>
                      <a:pt x="12743" y="14378"/>
                      <a:pt x="12343" y="14645"/>
                      <a:pt x="11943" y="14845"/>
                    </a:cubicBezTo>
                    <a:cubicBezTo>
                      <a:pt x="11876" y="14878"/>
                      <a:pt x="11843" y="14911"/>
                      <a:pt x="11843" y="14978"/>
                    </a:cubicBezTo>
                    <a:lnTo>
                      <a:pt x="11376" y="16112"/>
                    </a:lnTo>
                    <a:lnTo>
                      <a:pt x="8940" y="16613"/>
                    </a:lnTo>
                    <a:lnTo>
                      <a:pt x="8107" y="15745"/>
                    </a:lnTo>
                    <a:cubicBezTo>
                      <a:pt x="8040" y="15679"/>
                      <a:pt x="8006" y="15679"/>
                      <a:pt x="7973" y="15679"/>
                    </a:cubicBezTo>
                    <a:cubicBezTo>
                      <a:pt x="7473" y="15612"/>
                      <a:pt x="7039" y="15545"/>
                      <a:pt x="6572" y="15412"/>
                    </a:cubicBezTo>
                    <a:lnTo>
                      <a:pt x="6505" y="15412"/>
                    </a:lnTo>
                    <a:cubicBezTo>
                      <a:pt x="6505" y="15412"/>
                      <a:pt x="6472" y="15412"/>
                      <a:pt x="6439" y="15445"/>
                    </a:cubicBezTo>
                    <a:lnTo>
                      <a:pt x="5138" y="16012"/>
                    </a:lnTo>
                    <a:lnTo>
                      <a:pt x="3036" y="14645"/>
                    </a:lnTo>
                    <a:lnTo>
                      <a:pt x="3036" y="13177"/>
                    </a:lnTo>
                    <a:cubicBezTo>
                      <a:pt x="3036" y="13144"/>
                      <a:pt x="3036" y="13077"/>
                      <a:pt x="3003" y="13043"/>
                    </a:cubicBezTo>
                    <a:cubicBezTo>
                      <a:pt x="2703" y="12710"/>
                      <a:pt x="2436" y="12310"/>
                      <a:pt x="2236" y="11909"/>
                    </a:cubicBezTo>
                    <a:cubicBezTo>
                      <a:pt x="2202" y="11843"/>
                      <a:pt x="2169" y="11809"/>
                      <a:pt x="2102" y="11776"/>
                    </a:cubicBezTo>
                    <a:lnTo>
                      <a:pt x="968" y="11342"/>
                    </a:lnTo>
                    <a:lnTo>
                      <a:pt x="468" y="8874"/>
                    </a:lnTo>
                    <a:lnTo>
                      <a:pt x="1335" y="8040"/>
                    </a:lnTo>
                    <a:cubicBezTo>
                      <a:pt x="1368" y="8007"/>
                      <a:pt x="1402" y="7973"/>
                      <a:pt x="1402" y="7906"/>
                    </a:cubicBezTo>
                    <a:cubicBezTo>
                      <a:pt x="1435" y="7473"/>
                      <a:pt x="1535" y="7006"/>
                      <a:pt x="1669" y="6572"/>
                    </a:cubicBezTo>
                    <a:cubicBezTo>
                      <a:pt x="1669" y="6505"/>
                      <a:pt x="1669" y="6439"/>
                      <a:pt x="1669" y="6405"/>
                    </a:cubicBezTo>
                    <a:lnTo>
                      <a:pt x="1068" y="5071"/>
                    </a:lnTo>
                    <a:lnTo>
                      <a:pt x="2469" y="2970"/>
                    </a:lnTo>
                    <a:lnTo>
                      <a:pt x="3904" y="3003"/>
                    </a:lnTo>
                    <a:cubicBezTo>
                      <a:pt x="3937" y="3003"/>
                      <a:pt x="4004" y="2970"/>
                      <a:pt x="4037" y="2970"/>
                    </a:cubicBezTo>
                    <a:cubicBezTo>
                      <a:pt x="4404" y="2669"/>
                      <a:pt x="4804" y="2403"/>
                      <a:pt x="5204" y="2169"/>
                    </a:cubicBezTo>
                    <a:cubicBezTo>
                      <a:pt x="5271" y="2169"/>
                      <a:pt x="5305" y="2102"/>
                      <a:pt x="5305" y="2069"/>
                    </a:cubicBezTo>
                    <a:lnTo>
                      <a:pt x="5738" y="901"/>
                    </a:lnTo>
                    <a:lnTo>
                      <a:pt x="8207" y="401"/>
                    </a:lnTo>
                    <a:close/>
                    <a:moveTo>
                      <a:pt x="8207" y="1"/>
                    </a:moveTo>
                    <a:lnTo>
                      <a:pt x="5505" y="568"/>
                    </a:lnTo>
                    <a:cubicBezTo>
                      <a:pt x="5438" y="568"/>
                      <a:pt x="5405" y="635"/>
                      <a:pt x="5371" y="701"/>
                    </a:cubicBezTo>
                    <a:lnTo>
                      <a:pt x="4904" y="1869"/>
                    </a:lnTo>
                    <a:cubicBezTo>
                      <a:pt x="4504" y="2069"/>
                      <a:pt x="4137" y="2302"/>
                      <a:pt x="3803" y="2603"/>
                    </a:cubicBezTo>
                    <a:lnTo>
                      <a:pt x="2302" y="2569"/>
                    </a:lnTo>
                    <a:cubicBezTo>
                      <a:pt x="2236" y="2569"/>
                      <a:pt x="2169" y="2603"/>
                      <a:pt x="2136" y="2669"/>
                    </a:cubicBezTo>
                    <a:lnTo>
                      <a:pt x="601" y="4938"/>
                    </a:lnTo>
                    <a:cubicBezTo>
                      <a:pt x="568" y="5004"/>
                      <a:pt x="568" y="5071"/>
                      <a:pt x="601" y="5138"/>
                    </a:cubicBezTo>
                    <a:lnTo>
                      <a:pt x="1202" y="6505"/>
                    </a:lnTo>
                    <a:cubicBezTo>
                      <a:pt x="1102" y="6939"/>
                      <a:pt x="1035" y="7373"/>
                      <a:pt x="968" y="7806"/>
                    </a:cubicBezTo>
                    <a:lnTo>
                      <a:pt x="67" y="8707"/>
                    </a:lnTo>
                    <a:cubicBezTo>
                      <a:pt x="34" y="8740"/>
                      <a:pt x="1" y="8807"/>
                      <a:pt x="1" y="8874"/>
                    </a:cubicBezTo>
                    <a:lnTo>
                      <a:pt x="568" y="11576"/>
                    </a:lnTo>
                    <a:cubicBezTo>
                      <a:pt x="568" y="11642"/>
                      <a:pt x="635" y="11709"/>
                      <a:pt x="701" y="11709"/>
                    </a:cubicBezTo>
                    <a:lnTo>
                      <a:pt x="1869" y="12176"/>
                    </a:lnTo>
                    <a:cubicBezTo>
                      <a:pt x="2069" y="12576"/>
                      <a:pt x="2302" y="12943"/>
                      <a:pt x="2603" y="13310"/>
                    </a:cubicBezTo>
                    <a:lnTo>
                      <a:pt x="2603" y="14778"/>
                    </a:lnTo>
                    <a:cubicBezTo>
                      <a:pt x="2603" y="14845"/>
                      <a:pt x="2636" y="14911"/>
                      <a:pt x="2703" y="14945"/>
                    </a:cubicBezTo>
                    <a:lnTo>
                      <a:pt x="4971" y="16479"/>
                    </a:lnTo>
                    <a:cubicBezTo>
                      <a:pt x="5004" y="16496"/>
                      <a:pt x="5038" y="16504"/>
                      <a:pt x="5071" y="16504"/>
                    </a:cubicBezTo>
                    <a:cubicBezTo>
                      <a:pt x="5104" y="16504"/>
                      <a:pt x="5138" y="16496"/>
                      <a:pt x="5171" y="16479"/>
                    </a:cubicBezTo>
                    <a:lnTo>
                      <a:pt x="6539" y="15879"/>
                    </a:lnTo>
                    <a:cubicBezTo>
                      <a:pt x="6972" y="15979"/>
                      <a:pt x="7406" y="16079"/>
                      <a:pt x="7840" y="16112"/>
                    </a:cubicBezTo>
                    <a:lnTo>
                      <a:pt x="8707" y="17013"/>
                    </a:lnTo>
                    <a:cubicBezTo>
                      <a:pt x="8740" y="17046"/>
                      <a:pt x="8807" y="17080"/>
                      <a:pt x="8874" y="17080"/>
                    </a:cubicBezTo>
                    <a:lnTo>
                      <a:pt x="8907" y="17080"/>
                    </a:lnTo>
                    <a:lnTo>
                      <a:pt x="11609" y="16513"/>
                    </a:lnTo>
                    <a:cubicBezTo>
                      <a:pt x="11676" y="16513"/>
                      <a:pt x="11709" y="16446"/>
                      <a:pt x="11742" y="16379"/>
                    </a:cubicBezTo>
                    <a:lnTo>
                      <a:pt x="12209" y="15212"/>
                    </a:lnTo>
                    <a:cubicBezTo>
                      <a:pt x="12576" y="15012"/>
                      <a:pt x="12977" y="14745"/>
                      <a:pt x="13310" y="14478"/>
                    </a:cubicBezTo>
                    <a:lnTo>
                      <a:pt x="14811" y="14511"/>
                    </a:lnTo>
                    <a:cubicBezTo>
                      <a:pt x="14878" y="14511"/>
                      <a:pt x="14945" y="14478"/>
                      <a:pt x="14978" y="14411"/>
                    </a:cubicBezTo>
                    <a:lnTo>
                      <a:pt x="16479" y="12143"/>
                    </a:lnTo>
                    <a:cubicBezTo>
                      <a:pt x="16513" y="12076"/>
                      <a:pt x="16513" y="12009"/>
                      <a:pt x="16479" y="11943"/>
                    </a:cubicBezTo>
                    <a:lnTo>
                      <a:pt x="15879" y="10575"/>
                    </a:lnTo>
                    <a:cubicBezTo>
                      <a:pt x="15979" y="10141"/>
                      <a:pt x="16079" y="9708"/>
                      <a:pt x="16112" y="9274"/>
                    </a:cubicBezTo>
                    <a:lnTo>
                      <a:pt x="17013" y="8407"/>
                    </a:lnTo>
                    <a:cubicBezTo>
                      <a:pt x="17080" y="8340"/>
                      <a:pt x="17080" y="8273"/>
                      <a:pt x="17080" y="8207"/>
                    </a:cubicBezTo>
                    <a:lnTo>
                      <a:pt x="16546" y="5505"/>
                    </a:lnTo>
                    <a:cubicBezTo>
                      <a:pt x="16513" y="5438"/>
                      <a:pt x="16479" y="5405"/>
                      <a:pt x="16412" y="5371"/>
                    </a:cubicBezTo>
                    <a:lnTo>
                      <a:pt x="15245" y="4904"/>
                    </a:lnTo>
                    <a:cubicBezTo>
                      <a:pt x="15011" y="4504"/>
                      <a:pt x="14778" y="4137"/>
                      <a:pt x="14478" y="3804"/>
                    </a:cubicBezTo>
                    <a:lnTo>
                      <a:pt x="14511" y="2302"/>
                    </a:lnTo>
                    <a:cubicBezTo>
                      <a:pt x="14511" y="2236"/>
                      <a:pt x="14478" y="2169"/>
                      <a:pt x="14411" y="2136"/>
                    </a:cubicBezTo>
                    <a:lnTo>
                      <a:pt x="12143" y="601"/>
                    </a:lnTo>
                    <a:lnTo>
                      <a:pt x="11943" y="601"/>
                    </a:lnTo>
                    <a:lnTo>
                      <a:pt x="10575" y="1202"/>
                    </a:lnTo>
                    <a:cubicBezTo>
                      <a:pt x="10141" y="1102"/>
                      <a:pt x="9708" y="1002"/>
                      <a:pt x="9274" y="968"/>
                    </a:cubicBezTo>
                    <a:lnTo>
                      <a:pt x="8407" y="68"/>
                    </a:lnTo>
                    <a:cubicBezTo>
                      <a:pt x="8340" y="34"/>
                      <a:pt x="8273" y="1"/>
                      <a:pt x="82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45"/>
              <p:cNvSpPr/>
              <p:nvPr/>
            </p:nvSpPr>
            <p:spPr>
              <a:xfrm>
                <a:off x="5166352" y="2159053"/>
                <a:ext cx="986075" cy="1160777"/>
              </a:xfrm>
              <a:custGeom>
                <a:avLst/>
                <a:gdLst/>
                <a:ahLst/>
                <a:cxnLst/>
                <a:rect l="l" t="t" r="r" b="b"/>
                <a:pathLst>
                  <a:path w="47068" h="55407" extrusionOk="0">
                    <a:moveTo>
                      <a:pt x="30122" y="15845"/>
                    </a:moveTo>
                    <a:lnTo>
                      <a:pt x="27887" y="32457"/>
                    </a:lnTo>
                    <a:lnTo>
                      <a:pt x="13943" y="30589"/>
                    </a:lnTo>
                    <a:lnTo>
                      <a:pt x="30122" y="15845"/>
                    </a:lnTo>
                    <a:close/>
                    <a:moveTo>
                      <a:pt x="32223" y="0"/>
                    </a:moveTo>
                    <a:lnTo>
                      <a:pt x="1601" y="28220"/>
                    </a:lnTo>
                    <a:lnTo>
                      <a:pt x="0" y="40262"/>
                    </a:lnTo>
                    <a:lnTo>
                      <a:pt x="26386" y="43831"/>
                    </a:lnTo>
                    <a:lnTo>
                      <a:pt x="25051" y="53705"/>
                    </a:lnTo>
                    <a:lnTo>
                      <a:pt x="37694" y="55406"/>
                    </a:lnTo>
                    <a:lnTo>
                      <a:pt x="38995" y="45533"/>
                    </a:lnTo>
                    <a:lnTo>
                      <a:pt x="45533" y="46433"/>
                    </a:lnTo>
                    <a:lnTo>
                      <a:pt x="47067" y="35058"/>
                    </a:lnTo>
                    <a:lnTo>
                      <a:pt x="40529" y="34158"/>
                    </a:lnTo>
                    <a:lnTo>
                      <a:pt x="44832" y="1735"/>
                    </a:lnTo>
                    <a:lnTo>
                      <a:pt x="3222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29" name="Google Shape;929;p45"/>
            <p:cNvSpPr/>
            <p:nvPr/>
          </p:nvSpPr>
          <p:spPr>
            <a:xfrm>
              <a:off x="4368094" y="3024079"/>
              <a:ext cx="759836" cy="515873"/>
            </a:xfrm>
            <a:custGeom>
              <a:avLst/>
              <a:gdLst/>
              <a:ahLst/>
              <a:cxnLst/>
              <a:rect l="l" t="t" r="r" b="b"/>
              <a:pathLst>
                <a:path w="36269" h="24624" extrusionOk="0">
                  <a:moveTo>
                    <a:pt x="14393" y="0"/>
                  </a:moveTo>
                  <a:cubicBezTo>
                    <a:pt x="1" y="0"/>
                    <a:pt x="908" y="15522"/>
                    <a:pt x="376" y="24257"/>
                  </a:cubicBezTo>
                  <a:lnTo>
                    <a:pt x="30865" y="24624"/>
                  </a:lnTo>
                  <a:cubicBezTo>
                    <a:pt x="30865" y="24624"/>
                    <a:pt x="36269" y="2608"/>
                    <a:pt x="17422" y="206"/>
                  </a:cubicBezTo>
                  <a:cubicBezTo>
                    <a:pt x="16343" y="67"/>
                    <a:pt x="15335" y="0"/>
                    <a:pt x="143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45"/>
            <p:cNvSpPr/>
            <p:nvPr/>
          </p:nvSpPr>
          <p:spPr>
            <a:xfrm>
              <a:off x="4468905" y="3094093"/>
              <a:ext cx="321499" cy="320765"/>
            </a:xfrm>
            <a:custGeom>
              <a:avLst/>
              <a:gdLst/>
              <a:ahLst/>
              <a:cxnLst/>
              <a:rect l="l" t="t" r="r" b="b"/>
              <a:pathLst>
                <a:path w="15346" h="15311" extrusionOk="0">
                  <a:moveTo>
                    <a:pt x="7673" y="0"/>
                  </a:moveTo>
                  <a:cubicBezTo>
                    <a:pt x="3437" y="0"/>
                    <a:pt x="1" y="3436"/>
                    <a:pt x="1" y="7672"/>
                  </a:cubicBezTo>
                  <a:cubicBezTo>
                    <a:pt x="1" y="11875"/>
                    <a:pt x="3437" y="15311"/>
                    <a:pt x="7673" y="15311"/>
                  </a:cubicBezTo>
                  <a:cubicBezTo>
                    <a:pt x="11909" y="15311"/>
                    <a:pt x="15345" y="11875"/>
                    <a:pt x="15345" y="7672"/>
                  </a:cubicBezTo>
                  <a:cubicBezTo>
                    <a:pt x="15345" y="3436"/>
                    <a:pt x="11909" y="0"/>
                    <a:pt x="76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45"/>
            <p:cNvSpPr/>
            <p:nvPr/>
          </p:nvSpPr>
          <p:spPr>
            <a:xfrm>
              <a:off x="4485686" y="3092292"/>
              <a:ext cx="301219" cy="129701"/>
            </a:xfrm>
            <a:custGeom>
              <a:avLst/>
              <a:gdLst/>
              <a:ahLst/>
              <a:cxnLst/>
              <a:rect l="l" t="t" r="r" b="b"/>
              <a:pathLst>
                <a:path w="14378" h="6191" extrusionOk="0">
                  <a:moveTo>
                    <a:pt x="6818" y="1"/>
                  </a:moveTo>
                  <a:cubicBezTo>
                    <a:pt x="3523" y="1"/>
                    <a:pt x="332" y="2415"/>
                    <a:pt x="0" y="4856"/>
                  </a:cubicBezTo>
                  <a:lnTo>
                    <a:pt x="14377" y="6190"/>
                  </a:lnTo>
                  <a:cubicBezTo>
                    <a:pt x="13877" y="3088"/>
                    <a:pt x="10741" y="586"/>
                    <a:pt x="7873" y="86"/>
                  </a:cubicBezTo>
                  <a:cubicBezTo>
                    <a:pt x="7522" y="28"/>
                    <a:pt x="7169" y="1"/>
                    <a:pt x="68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45"/>
            <p:cNvSpPr/>
            <p:nvPr/>
          </p:nvSpPr>
          <p:spPr>
            <a:xfrm>
              <a:off x="4656198" y="3171608"/>
              <a:ext cx="98549" cy="152453"/>
            </a:xfrm>
            <a:custGeom>
              <a:avLst/>
              <a:gdLst/>
              <a:ahLst/>
              <a:cxnLst/>
              <a:rect l="l" t="t" r="r" b="b"/>
              <a:pathLst>
                <a:path w="4704" h="7277" extrusionOk="0">
                  <a:moveTo>
                    <a:pt x="2426" y="1"/>
                  </a:moveTo>
                  <a:cubicBezTo>
                    <a:pt x="1223" y="1"/>
                    <a:pt x="165" y="1546"/>
                    <a:pt x="67" y="3539"/>
                  </a:cubicBezTo>
                  <a:cubicBezTo>
                    <a:pt x="0" y="5540"/>
                    <a:pt x="901" y="7208"/>
                    <a:pt x="2169" y="7275"/>
                  </a:cubicBezTo>
                  <a:cubicBezTo>
                    <a:pt x="2194" y="7276"/>
                    <a:pt x="2219" y="7277"/>
                    <a:pt x="2245" y="7277"/>
                  </a:cubicBezTo>
                  <a:cubicBezTo>
                    <a:pt x="3448" y="7277"/>
                    <a:pt x="4506" y="5732"/>
                    <a:pt x="4604" y="3772"/>
                  </a:cubicBezTo>
                  <a:cubicBezTo>
                    <a:pt x="4704" y="1771"/>
                    <a:pt x="3770" y="69"/>
                    <a:pt x="2502" y="3"/>
                  </a:cubicBezTo>
                  <a:cubicBezTo>
                    <a:pt x="2477" y="1"/>
                    <a:pt x="2452" y="1"/>
                    <a:pt x="24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45"/>
            <p:cNvSpPr/>
            <p:nvPr/>
          </p:nvSpPr>
          <p:spPr>
            <a:xfrm>
              <a:off x="4403227" y="3084980"/>
              <a:ext cx="395557" cy="338971"/>
            </a:xfrm>
            <a:custGeom>
              <a:avLst/>
              <a:gdLst/>
              <a:ahLst/>
              <a:cxnLst/>
              <a:rect l="l" t="t" r="r" b="b"/>
              <a:pathLst>
                <a:path w="18881" h="16180" extrusionOk="0">
                  <a:moveTo>
                    <a:pt x="10808" y="835"/>
                  </a:moveTo>
                  <a:cubicBezTo>
                    <a:pt x="14811" y="835"/>
                    <a:pt x="18046" y="4104"/>
                    <a:pt x="18046" y="8107"/>
                  </a:cubicBezTo>
                  <a:cubicBezTo>
                    <a:pt x="18046" y="12462"/>
                    <a:pt x="14475" y="15351"/>
                    <a:pt x="10750" y="15351"/>
                  </a:cubicBezTo>
                  <a:cubicBezTo>
                    <a:pt x="8968" y="15351"/>
                    <a:pt x="7150" y="14690"/>
                    <a:pt x="5671" y="13211"/>
                  </a:cubicBezTo>
                  <a:cubicBezTo>
                    <a:pt x="1101" y="8641"/>
                    <a:pt x="4337" y="835"/>
                    <a:pt x="10808" y="835"/>
                  </a:cubicBezTo>
                  <a:close/>
                  <a:moveTo>
                    <a:pt x="10735" y="0"/>
                  </a:moveTo>
                  <a:cubicBezTo>
                    <a:pt x="8756" y="0"/>
                    <a:pt x="6740" y="733"/>
                    <a:pt x="5104" y="2370"/>
                  </a:cubicBezTo>
                  <a:cubicBezTo>
                    <a:pt x="0" y="7473"/>
                    <a:pt x="3603" y="16180"/>
                    <a:pt x="10808" y="16180"/>
                  </a:cubicBezTo>
                  <a:cubicBezTo>
                    <a:pt x="15278" y="16180"/>
                    <a:pt x="18880" y="12544"/>
                    <a:pt x="18880" y="8107"/>
                  </a:cubicBezTo>
                  <a:cubicBezTo>
                    <a:pt x="18880" y="3228"/>
                    <a:pt x="14887" y="0"/>
                    <a:pt x="107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45"/>
            <p:cNvSpPr/>
            <p:nvPr/>
          </p:nvSpPr>
          <p:spPr>
            <a:xfrm>
              <a:off x="4964247" y="3277385"/>
              <a:ext cx="39281" cy="250185"/>
            </a:xfrm>
            <a:custGeom>
              <a:avLst/>
              <a:gdLst/>
              <a:ahLst/>
              <a:cxnLst/>
              <a:rect l="l" t="t" r="r" b="b"/>
              <a:pathLst>
                <a:path w="1875" h="11942" extrusionOk="0">
                  <a:moveTo>
                    <a:pt x="246" y="0"/>
                  </a:moveTo>
                  <a:cubicBezTo>
                    <a:pt x="124" y="0"/>
                    <a:pt x="1" y="100"/>
                    <a:pt x="40" y="257"/>
                  </a:cubicBezTo>
                  <a:cubicBezTo>
                    <a:pt x="1408" y="5995"/>
                    <a:pt x="74" y="11632"/>
                    <a:pt x="74" y="11699"/>
                  </a:cubicBezTo>
                  <a:cubicBezTo>
                    <a:pt x="40" y="11799"/>
                    <a:pt x="107" y="11932"/>
                    <a:pt x="240" y="11932"/>
                  </a:cubicBezTo>
                  <a:lnTo>
                    <a:pt x="274" y="11932"/>
                  </a:lnTo>
                  <a:cubicBezTo>
                    <a:pt x="292" y="11938"/>
                    <a:pt x="309" y="11941"/>
                    <a:pt x="327" y="11941"/>
                  </a:cubicBezTo>
                  <a:cubicBezTo>
                    <a:pt x="407" y="11941"/>
                    <a:pt x="480" y="11881"/>
                    <a:pt x="507" y="11799"/>
                  </a:cubicBezTo>
                  <a:cubicBezTo>
                    <a:pt x="507" y="11732"/>
                    <a:pt x="1875" y="5995"/>
                    <a:pt x="441" y="157"/>
                  </a:cubicBezTo>
                  <a:cubicBezTo>
                    <a:pt x="413" y="48"/>
                    <a:pt x="330" y="0"/>
                    <a:pt x="2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45"/>
            <p:cNvSpPr/>
            <p:nvPr/>
          </p:nvSpPr>
          <p:spPr>
            <a:xfrm>
              <a:off x="4898694" y="3140833"/>
              <a:ext cx="51726" cy="76970"/>
            </a:xfrm>
            <a:custGeom>
              <a:avLst/>
              <a:gdLst/>
              <a:ahLst/>
              <a:cxnLst/>
              <a:rect l="l" t="t" r="r" b="b"/>
              <a:pathLst>
                <a:path w="2469" h="3674" extrusionOk="0">
                  <a:moveTo>
                    <a:pt x="224" y="1"/>
                  </a:moveTo>
                  <a:cubicBezTo>
                    <a:pt x="182" y="1"/>
                    <a:pt x="139" y="12"/>
                    <a:pt x="100" y="37"/>
                  </a:cubicBezTo>
                  <a:cubicBezTo>
                    <a:pt x="0" y="137"/>
                    <a:pt x="0" y="237"/>
                    <a:pt x="67" y="338"/>
                  </a:cubicBezTo>
                  <a:cubicBezTo>
                    <a:pt x="868" y="1305"/>
                    <a:pt x="1535" y="2406"/>
                    <a:pt x="2069" y="3540"/>
                  </a:cubicBezTo>
                  <a:cubicBezTo>
                    <a:pt x="2102" y="3607"/>
                    <a:pt x="2169" y="3640"/>
                    <a:pt x="2235" y="3673"/>
                  </a:cubicBezTo>
                  <a:cubicBezTo>
                    <a:pt x="2269" y="3640"/>
                    <a:pt x="2302" y="3640"/>
                    <a:pt x="2335" y="3640"/>
                  </a:cubicBezTo>
                  <a:cubicBezTo>
                    <a:pt x="2435" y="3573"/>
                    <a:pt x="2469" y="3473"/>
                    <a:pt x="2435" y="3373"/>
                  </a:cubicBezTo>
                  <a:cubicBezTo>
                    <a:pt x="1902" y="2172"/>
                    <a:pt x="1201" y="1071"/>
                    <a:pt x="401" y="71"/>
                  </a:cubicBezTo>
                  <a:cubicBezTo>
                    <a:pt x="359" y="29"/>
                    <a:pt x="293" y="1"/>
                    <a:pt x="2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45"/>
            <p:cNvSpPr/>
            <p:nvPr/>
          </p:nvSpPr>
          <p:spPr>
            <a:xfrm>
              <a:off x="3495903" y="4112012"/>
              <a:ext cx="696294" cy="338531"/>
            </a:xfrm>
            <a:custGeom>
              <a:avLst/>
              <a:gdLst/>
              <a:ahLst/>
              <a:cxnLst/>
              <a:rect l="l" t="t" r="r" b="b"/>
              <a:pathLst>
                <a:path w="33236" h="16159" extrusionOk="0">
                  <a:moveTo>
                    <a:pt x="14843" y="0"/>
                  </a:moveTo>
                  <a:cubicBezTo>
                    <a:pt x="14155" y="0"/>
                    <a:pt x="13478" y="336"/>
                    <a:pt x="13088" y="981"/>
                  </a:cubicBezTo>
                  <a:cubicBezTo>
                    <a:pt x="7017" y="10521"/>
                    <a:pt x="4115" y="11989"/>
                    <a:pt x="2914" y="11989"/>
                  </a:cubicBezTo>
                  <a:lnTo>
                    <a:pt x="2880" y="11989"/>
                  </a:lnTo>
                  <a:cubicBezTo>
                    <a:pt x="2858" y="11988"/>
                    <a:pt x="2837" y="11988"/>
                    <a:pt x="2815" y="11988"/>
                  </a:cubicBezTo>
                  <a:cubicBezTo>
                    <a:pt x="110" y="11988"/>
                    <a:pt x="0" y="16092"/>
                    <a:pt x="2747" y="16158"/>
                  </a:cubicBezTo>
                  <a:lnTo>
                    <a:pt x="2914" y="16158"/>
                  </a:lnTo>
                  <a:cubicBezTo>
                    <a:pt x="6450" y="16158"/>
                    <a:pt x="10219" y="12856"/>
                    <a:pt x="15323" y="5217"/>
                  </a:cubicBezTo>
                  <a:cubicBezTo>
                    <a:pt x="19826" y="8886"/>
                    <a:pt x="24663" y="12122"/>
                    <a:pt x="29800" y="14857"/>
                  </a:cubicBezTo>
                  <a:cubicBezTo>
                    <a:pt x="30130" y="15033"/>
                    <a:pt x="30483" y="15116"/>
                    <a:pt x="30829" y="15116"/>
                  </a:cubicBezTo>
                  <a:cubicBezTo>
                    <a:pt x="31599" y="15116"/>
                    <a:pt x="32333" y="14704"/>
                    <a:pt x="32702" y="13990"/>
                  </a:cubicBezTo>
                  <a:cubicBezTo>
                    <a:pt x="33235" y="12923"/>
                    <a:pt x="32768" y="11622"/>
                    <a:pt x="31701" y="11155"/>
                  </a:cubicBezTo>
                  <a:cubicBezTo>
                    <a:pt x="26164" y="8153"/>
                    <a:pt x="20960" y="4617"/>
                    <a:pt x="16223" y="514"/>
                  </a:cubicBezTo>
                  <a:cubicBezTo>
                    <a:pt x="15822" y="168"/>
                    <a:pt x="15330" y="0"/>
                    <a:pt x="148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45"/>
            <p:cNvSpPr/>
            <p:nvPr/>
          </p:nvSpPr>
          <p:spPr>
            <a:xfrm>
              <a:off x="3740034" y="3628654"/>
              <a:ext cx="435634" cy="486438"/>
            </a:xfrm>
            <a:custGeom>
              <a:avLst/>
              <a:gdLst/>
              <a:ahLst/>
              <a:cxnLst/>
              <a:rect l="l" t="t" r="r" b="b"/>
              <a:pathLst>
                <a:path w="20794" h="23219" extrusionOk="0">
                  <a:moveTo>
                    <a:pt x="19144" y="1"/>
                  </a:moveTo>
                  <a:cubicBezTo>
                    <a:pt x="19123" y="1"/>
                    <a:pt x="19102" y="1"/>
                    <a:pt x="19081" y="2"/>
                  </a:cubicBezTo>
                  <a:cubicBezTo>
                    <a:pt x="18547" y="2"/>
                    <a:pt x="6371" y="469"/>
                    <a:pt x="667" y="4372"/>
                  </a:cubicBezTo>
                  <a:cubicBezTo>
                    <a:pt x="167" y="4706"/>
                    <a:pt x="0" y="5339"/>
                    <a:pt x="234" y="5907"/>
                  </a:cubicBezTo>
                  <a:cubicBezTo>
                    <a:pt x="2869" y="11944"/>
                    <a:pt x="3236" y="19716"/>
                    <a:pt x="2936" y="21785"/>
                  </a:cubicBezTo>
                  <a:cubicBezTo>
                    <a:pt x="2836" y="22485"/>
                    <a:pt x="3303" y="23119"/>
                    <a:pt x="3970" y="23219"/>
                  </a:cubicBezTo>
                  <a:lnTo>
                    <a:pt x="4170" y="23219"/>
                  </a:lnTo>
                  <a:cubicBezTo>
                    <a:pt x="4770" y="23219"/>
                    <a:pt x="5304" y="22752"/>
                    <a:pt x="5404" y="22151"/>
                  </a:cubicBezTo>
                  <a:cubicBezTo>
                    <a:pt x="5804" y="19450"/>
                    <a:pt x="5271" y="11944"/>
                    <a:pt x="2936" y="5907"/>
                  </a:cubicBezTo>
                  <a:cubicBezTo>
                    <a:pt x="8406" y="2904"/>
                    <a:pt x="19047" y="2504"/>
                    <a:pt x="19147" y="2504"/>
                  </a:cubicBezTo>
                  <a:cubicBezTo>
                    <a:pt x="20793" y="2438"/>
                    <a:pt x="20717" y="1"/>
                    <a:pt x="19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45"/>
            <p:cNvSpPr/>
            <p:nvPr/>
          </p:nvSpPr>
          <p:spPr>
            <a:xfrm>
              <a:off x="3664195" y="4051634"/>
              <a:ext cx="226805" cy="161713"/>
            </a:xfrm>
            <a:custGeom>
              <a:avLst/>
              <a:gdLst/>
              <a:ahLst/>
              <a:cxnLst/>
              <a:rect l="l" t="t" r="r" b="b"/>
              <a:pathLst>
                <a:path w="10826" h="7719" extrusionOk="0">
                  <a:moveTo>
                    <a:pt x="7113" y="1"/>
                  </a:moveTo>
                  <a:cubicBezTo>
                    <a:pt x="5769" y="1"/>
                    <a:pt x="4233" y="487"/>
                    <a:pt x="3120" y="1361"/>
                  </a:cubicBezTo>
                  <a:cubicBezTo>
                    <a:pt x="1919" y="2228"/>
                    <a:pt x="351" y="4964"/>
                    <a:pt x="184" y="5931"/>
                  </a:cubicBezTo>
                  <a:cubicBezTo>
                    <a:pt x="0" y="6853"/>
                    <a:pt x="693" y="7718"/>
                    <a:pt x="1612" y="7718"/>
                  </a:cubicBezTo>
                  <a:cubicBezTo>
                    <a:pt x="1691" y="7718"/>
                    <a:pt x="1771" y="7712"/>
                    <a:pt x="1852" y="7699"/>
                  </a:cubicBezTo>
                  <a:cubicBezTo>
                    <a:pt x="3112" y="7582"/>
                    <a:pt x="4783" y="5973"/>
                    <a:pt x="5172" y="5582"/>
                  </a:cubicBezTo>
                  <a:lnTo>
                    <a:pt x="5172" y="5582"/>
                  </a:lnTo>
                  <a:cubicBezTo>
                    <a:pt x="4504" y="6298"/>
                    <a:pt x="4802" y="6886"/>
                    <a:pt x="5660" y="6886"/>
                  </a:cubicBezTo>
                  <a:cubicBezTo>
                    <a:pt x="6270" y="6886"/>
                    <a:pt x="7161" y="6589"/>
                    <a:pt x="8190" y="5831"/>
                  </a:cubicBezTo>
                  <a:cubicBezTo>
                    <a:pt x="9558" y="4797"/>
                    <a:pt x="10825" y="3596"/>
                    <a:pt x="9891" y="1394"/>
                  </a:cubicBezTo>
                  <a:cubicBezTo>
                    <a:pt x="9486" y="437"/>
                    <a:pt x="8386" y="1"/>
                    <a:pt x="71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45"/>
            <p:cNvSpPr/>
            <p:nvPr/>
          </p:nvSpPr>
          <p:spPr>
            <a:xfrm>
              <a:off x="4011881" y="3438616"/>
              <a:ext cx="1215289" cy="1032186"/>
            </a:xfrm>
            <a:custGeom>
              <a:avLst/>
              <a:gdLst/>
              <a:ahLst/>
              <a:cxnLst/>
              <a:rect l="l" t="t" r="r" b="b"/>
              <a:pathLst>
                <a:path w="58009" h="49269" extrusionOk="0">
                  <a:moveTo>
                    <a:pt x="0" y="0"/>
                  </a:moveTo>
                  <a:lnTo>
                    <a:pt x="2035" y="47634"/>
                  </a:lnTo>
                  <a:lnTo>
                    <a:pt x="51137" y="49269"/>
                  </a:lnTo>
                  <a:lnTo>
                    <a:pt x="58008" y="13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45"/>
            <p:cNvSpPr/>
            <p:nvPr/>
          </p:nvSpPr>
          <p:spPr>
            <a:xfrm>
              <a:off x="5083180" y="3465872"/>
              <a:ext cx="364111" cy="1004930"/>
            </a:xfrm>
            <a:custGeom>
              <a:avLst/>
              <a:gdLst/>
              <a:ahLst/>
              <a:cxnLst/>
              <a:rect l="l" t="t" r="r" b="b"/>
              <a:pathLst>
                <a:path w="17380" h="47968" extrusionOk="0">
                  <a:moveTo>
                    <a:pt x="6872" y="0"/>
                  </a:moveTo>
                  <a:lnTo>
                    <a:pt x="1" y="47968"/>
                  </a:lnTo>
                  <a:lnTo>
                    <a:pt x="13210" y="45966"/>
                  </a:lnTo>
                  <a:lnTo>
                    <a:pt x="17380" y="1668"/>
                  </a:lnTo>
                  <a:lnTo>
                    <a:pt x="687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45"/>
            <p:cNvSpPr/>
            <p:nvPr/>
          </p:nvSpPr>
          <p:spPr>
            <a:xfrm>
              <a:off x="5083180" y="3465872"/>
              <a:ext cx="364111" cy="1004930"/>
            </a:xfrm>
            <a:custGeom>
              <a:avLst/>
              <a:gdLst/>
              <a:ahLst/>
              <a:cxnLst/>
              <a:rect l="l" t="t" r="r" b="b"/>
              <a:pathLst>
                <a:path w="17380" h="47968" extrusionOk="0">
                  <a:moveTo>
                    <a:pt x="6872" y="0"/>
                  </a:moveTo>
                  <a:lnTo>
                    <a:pt x="1" y="47968"/>
                  </a:lnTo>
                  <a:lnTo>
                    <a:pt x="13210" y="45966"/>
                  </a:lnTo>
                  <a:lnTo>
                    <a:pt x="17380" y="1668"/>
                  </a:lnTo>
                  <a:lnTo>
                    <a:pt x="687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45"/>
            <p:cNvSpPr/>
            <p:nvPr/>
          </p:nvSpPr>
          <p:spPr>
            <a:xfrm>
              <a:off x="4114641" y="3539909"/>
              <a:ext cx="993721" cy="828908"/>
            </a:xfrm>
            <a:custGeom>
              <a:avLst/>
              <a:gdLst/>
              <a:ahLst/>
              <a:cxnLst/>
              <a:rect l="l" t="t" r="r" b="b"/>
              <a:pathLst>
                <a:path w="47433" h="39566" extrusionOk="0">
                  <a:moveTo>
                    <a:pt x="5217" y="1"/>
                  </a:moveTo>
                  <a:cubicBezTo>
                    <a:pt x="2304" y="1"/>
                    <a:pt x="0" y="2410"/>
                    <a:pt x="99" y="5339"/>
                  </a:cubicBezTo>
                  <a:lnTo>
                    <a:pt x="1333" y="33626"/>
                  </a:lnTo>
                  <a:cubicBezTo>
                    <a:pt x="1433" y="36295"/>
                    <a:pt x="3601" y="38429"/>
                    <a:pt x="6270" y="38529"/>
                  </a:cubicBezTo>
                  <a:lnTo>
                    <a:pt x="37726" y="39564"/>
                  </a:lnTo>
                  <a:cubicBezTo>
                    <a:pt x="37770" y="39565"/>
                    <a:pt x="37814" y="39565"/>
                    <a:pt x="37858" y="39565"/>
                  </a:cubicBezTo>
                  <a:cubicBezTo>
                    <a:pt x="40403" y="39565"/>
                    <a:pt x="42569" y="37685"/>
                    <a:pt x="42929" y="35160"/>
                  </a:cubicBezTo>
                  <a:lnTo>
                    <a:pt x="46999" y="6673"/>
                  </a:lnTo>
                  <a:cubicBezTo>
                    <a:pt x="47433" y="3638"/>
                    <a:pt x="45131" y="903"/>
                    <a:pt x="42062" y="836"/>
                  </a:cubicBezTo>
                  <a:lnTo>
                    <a:pt x="5336" y="2"/>
                  </a:lnTo>
                  <a:cubicBezTo>
                    <a:pt x="5296" y="1"/>
                    <a:pt x="5256" y="1"/>
                    <a:pt x="52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45"/>
            <p:cNvSpPr/>
            <p:nvPr/>
          </p:nvSpPr>
          <p:spPr>
            <a:xfrm>
              <a:off x="4220815" y="3721630"/>
              <a:ext cx="123731" cy="147488"/>
            </a:xfrm>
            <a:custGeom>
              <a:avLst/>
              <a:gdLst/>
              <a:ahLst/>
              <a:cxnLst/>
              <a:rect l="l" t="t" r="r" b="b"/>
              <a:pathLst>
                <a:path w="5906" h="7040" extrusionOk="0">
                  <a:moveTo>
                    <a:pt x="234" y="1"/>
                  </a:moveTo>
                  <a:lnTo>
                    <a:pt x="1" y="6872"/>
                  </a:lnTo>
                  <a:lnTo>
                    <a:pt x="5772" y="7039"/>
                  </a:lnTo>
                  <a:lnTo>
                    <a:pt x="5838" y="5505"/>
                  </a:lnTo>
                  <a:lnTo>
                    <a:pt x="2169" y="5371"/>
                  </a:lnTo>
                  <a:lnTo>
                    <a:pt x="2203" y="4037"/>
                  </a:lnTo>
                  <a:lnTo>
                    <a:pt x="5505" y="4137"/>
                  </a:lnTo>
                  <a:lnTo>
                    <a:pt x="5572" y="2736"/>
                  </a:lnTo>
                  <a:lnTo>
                    <a:pt x="2269" y="2636"/>
                  </a:lnTo>
                  <a:lnTo>
                    <a:pt x="2303" y="1535"/>
                  </a:lnTo>
                  <a:lnTo>
                    <a:pt x="5872" y="1635"/>
                  </a:lnTo>
                  <a:lnTo>
                    <a:pt x="5905" y="201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45"/>
            <p:cNvSpPr/>
            <p:nvPr/>
          </p:nvSpPr>
          <p:spPr>
            <a:xfrm>
              <a:off x="4366879" y="3726532"/>
              <a:ext cx="141182" cy="147467"/>
            </a:xfrm>
            <a:custGeom>
              <a:avLst/>
              <a:gdLst/>
              <a:ahLst/>
              <a:cxnLst/>
              <a:rect l="l" t="t" r="r" b="b"/>
              <a:pathLst>
                <a:path w="6739" h="7039" extrusionOk="0">
                  <a:moveTo>
                    <a:pt x="2269" y="1435"/>
                  </a:moveTo>
                  <a:lnTo>
                    <a:pt x="3203" y="1468"/>
                  </a:lnTo>
                  <a:cubicBezTo>
                    <a:pt x="3503" y="1468"/>
                    <a:pt x="3770" y="1535"/>
                    <a:pt x="4003" y="1668"/>
                  </a:cubicBezTo>
                  <a:cubicBezTo>
                    <a:pt x="4137" y="1802"/>
                    <a:pt x="4204" y="2002"/>
                    <a:pt x="4204" y="2202"/>
                  </a:cubicBezTo>
                  <a:cubicBezTo>
                    <a:pt x="4204" y="2335"/>
                    <a:pt x="4137" y="2469"/>
                    <a:pt x="4037" y="2602"/>
                  </a:cubicBezTo>
                  <a:cubicBezTo>
                    <a:pt x="3970" y="2702"/>
                    <a:pt x="3837" y="2769"/>
                    <a:pt x="3703" y="2802"/>
                  </a:cubicBezTo>
                  <a:cubicBezTo>
                    <a:pt x="3503" y="2836"/>
                    <a:pt x="3336" y="2869"/>
                    <a:pt x="3136" y="2869"/>
                  </a:cubicBezTo>
                  <a:lnTo>
                    <a:pt x="2236" y="2836"/>
                  </a:lnTo>
                  <a:lnTo>
                    <a:pt x="2269" y="1435"/>
                  </a:lnTo>
                  <a:close/>
                  <a:moveTo>
                    <a:pt x="201" y="0"/>
                  </a:moveTo>
                  <a:lnTo>
                    <a:pt x="1" y="6839"/>
                  </a:lnTo>
                  <a:lnTo>
                    <a:pt x="2135" y="6905"/>
                  </a:lnTo>
                  <a:lnTo>
                    <a:pt x="2236" y="4137"/>
                  </a:lnTo>
                  <a:lnTo>
                    <a:pt x="2402" y="4137"/>
                  </a:lnTo>
                  <a:cubicBezTo>
                    <a:pt x="2602" y="4137"/>
                    <a:pt x="2769" y="4203"/>
                    <a:pt x="2936" y="4303"/>
                  </a:cubicBezTo>
                  <a:cubicBezTo>
                    <a:pt x="3069" y="4437"/>
                    <a:pt x="3203" y="4637"/>
                    <a:pt x="3303" y="4837"/>
                  </a:cubicBezTo>
                  <a:lnTo>
                    <a:pt x="4370" y="6972"/>
                  </a:lnTo>
                  <a:lnTo>
                    <a:pt x="6739" y="7039"/>
                  </a:lnTo>
                  <a:lnTo>
                    <a:pt x="5771" y="5037"/>
                  </a:lnTo>
                  <a:cubicBezTo>
                    <a:pt x="5705" y="4870"/>
                    <a:pt x="5605" y="4737"/>
                    <a:pt x="5505" y="4604"/>
                  </a:cubicBezTo>
                  <a:cubicBezTo>
                    <a:pt x="5404" y="4470"/>
                    <a:pt x="5304" y="4337"/>
                    <a:pt x="5171" y="4237"/>
                  </a:cubicBezTo>
                  <a:cubicBezTo>
                    <a:pt x="5004" y="4137"/>
                    <a:pt x="4837" y="4037"/>
                    <a:pt x="4637" y="3970"/>
                  </a:cubicBezTo>
                  <a:cubicBezTo>
                    <a:pt x="4904" y="3936"/>
                    <a:pt x="5138" y="3836"/>
                    <a:pt x="5371" y="3736"/>
                  </a:cubicBezTo>
                  <a:cubicBezTo>
                    <a:pt x="6372" y="3169"/>
                    <a:pt x="6672" y="1902"/>
                    <a:pt x="6072" y="968"/>
                  </a:cubicBezTo>
                  <a:cubicBezTo>
                    <a:pt x="5871" y="667"/>
                    <a:pt x="5571" y="434"/>
                    <a:pt x="5238" y="334"/>
                  </a:cubicBezTo>
                  <a:cubicBezTo>
                    <a:pt x="4737" y="167"/>
                    <a:pt x="4237" y="100"/>
                    <a:pt x="3737" y="100"/>
                  </a:cubicBezTo>
                  <a:lnTo>
                    <a:pt x="20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45"/>
            <p:cNvSpPr/>
            <p:nvPr/>
          </p:nvSpPr>
          <p:spPr>
            <a:xfrm>
              <a:off x="4522726" y="3730722"/>
              <a:ext cx="141873" cy="148179"/>
            </a:xfrm>
            <a:custGeom>
              <a:avLst/>
              <a:gdLst/>
              <a:ahLst/>
              <a:cxnLst/>
              <a:rect l="l" t="t" r="r" b="b"/>
              <a:pathLst>
                <a:path w="6772" h="7073" extrusionOk="0">
                  <a:moveTo>
                    <a:pt x="2302" y="1468"/>
                  </a:moveTo>
                  <a:lnTo>
                    <a:pt x="3236" y="1502"/>
                  </a:lnTo>
                  <a:cubicBezTo>
                    <a:pt x="3280" y="1496"/>
                    <a:pt x="3326" y="1493"/>
                    <a:pt x="3372" y="1493"/>
                  </a:cubicBezTo>
                  <a:cubicBezTo>
                    <a:pt x="3601" y="1493"/>
                    <a:pt x="3842" y="1563"/>
                    <a:pt x="4036" y="1702"/>
                  </a:cubicBezTo>
                  <a:cubicBezTo>
                    <a:pt x="4170" y="1835"/>
                    <a:pt x="4237" y="2035"/>
                    <a:pt x="4203" y="2202"/>
                  </a:cubicBezTo>
                  <a:cubicBezTo>
                    <a:pt x="4203" y="2369"/>
                    <a:pt x="4170" y="2502"/>
                    <a:pt x="4070" y="2602"/>
                  </a:cubicBezTo>
                  <a:cubicBezTo>
                    <a:pt x="3970" y="2702"/>
                    <a:pt x="3870" y="2802"/>
                    <a:pt x="3703" y="2802"/>
                  </a:cubicBezTo>
                  <a:cubicBezTo>
                    <a:pt x="3536" y="2869"/>
                    <a:pt x="3336" y="2869"/>
                    <a:pt x="3169" y="2903"/>
                  </a:cubicBezTo>
                  <a:lnTo>
                    <a:pt x="2269" y="2869"/>
                  </a:lnTo>
                  <a:lnTo>
                    <a:pt x="2302" y="1468"/>
                  </a:lnTo>
                  <a:close/>
                  <a:moveTo>
                    <a:pt x="234" y="0"/>
                  </a:moveTo>
                  <a:lnTo>
                    <a:pt x="0" y="6872"/>
                  </a:lnTo>
                  <a:lnTo>
                    <a:pt x="2135" y="6939"/>
                  </a:lnTo>
                  <a:lnTo>
                    <a:pt x="2235" y="4137"/>
                  </a:lnTo>
                  <a:lnTo>
                    <a:pt x="2435" y="4137"/>
                  </a:lnTo>
                  <a:cubicBezTo>
                    <a:pt x="2602" y="4137"/>
                    <a:pt x="2802" y="4203"/>
                    <a:pt x="2936" y="4304"/>
                  </a:cubicBezTo>
                  <a:cubicBezTo>
                    <a:pt x="3102" y="4470"/>
                    <a:pt x="3203" y="4670"/>
                    <a:pt x="3303" y="4871"/>
                  </a:cubicBezTo>
                  <a:lnTo>
                    <a:pt x="4370" y="6972"/>
                  </a:lnTo>
                  <a:lnTo>
                    <a:pt x="6772" y="7072"/>
                  </a:lnTo>
                  <a:lnTo>
                    <a:pt x="5804" y="5037"/>
                  </a:lnTo>
                  <a:cubicBezTo>
                    <a:pt x="5704" y="4904"/>
                    <a:pt x="5638" y="4771"/>
                    <a:pt x="5504" y="4637"/>
                  </a:cubicBezTo>
                  <a:cubicBezTo>
                    <a:pt x="5437" y="4504"/>
                    <a:pt x="5304" y="4370"/>
                    <a:pt x="5204" y="4270"/>
                  </a:cubicBezTo>
                  <a:cubicBezTo>
                    <a:pt x="5037" y="4137"/>
                    <a:pt x="4837" y="4037"/>
                    <a:pt x="4637" y="4003"/>
                  </a:cubicBezTo>
                  <a:cubicBezTo>
                    <a:pt x="4904" y="3937"/>
                    <a:pt x="5171" y="3870"/>
                    <a:pt x="5404" y="3736"/>
                  </a:cubicBezTo>
                  <a:cubicBezTo>
                    <a:pt x="6005" y="3403"/>
                    <a:pt x="6371" y="2802"/>
                    <a:pt x="6371" y="2102"/>
                  </a:cubicBezTo>
                  <a:cubicBezTo>
                    <a:pt x="6405" y="1735"/>
                    <a:pt x="6305" y="1335"/>
                    <a:pt x="6071" y="1001"/>
                  </a:cubicBezTo>
                  <a:cubicBezTo>
                    <a:pt x="5871" y="701"/>
                    <a:pt x="5604" y="467"/>
                    <a:pt x="5237" y="334"/>
                  </a:cubicBezTo>
                  <a:cubicBezTo>
                    <a:pt x="4770" y="201"/>
                    <a:pt x="4270" y="134"/>
                    <a:pt x="3736" y="134"/>
                  </a:cubicBezTo>
                  <a:lnTo>
                    <a:pt x="23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45"/>
            <p:cNvSpPr/>
            <p:nvPr/>
          </p:nvSpPr>
          <p:spPr>
            <a:xfrm>
              <a:off x="4668957" y="3735142"/>
              <a:ext cx="152893" cy="149478"/>
            </a:xfrm>
            <a:custGeom>
              <a:avLst/>
              <a:gdLst/>
              <a:ahLst/>
              <a:cxnLst/>
              <a:rect l="l" t="t" r="r" b="b"/>
              <a:pathLst>
                <a:path w="7298" h="7135" extrusionOk="0">
                  <a:moveTo>
                    <a:pt x="3660" y="1653"/>
                  </a:moveTo>
                  <a:cubicBezTo>
                    <a:pt x="3694" y="1653"/>
                    <a:pt x="3727" y="1655"/>
                    <a:pt x="3761" y="1657"/>
                  </a:cubicBezTo>
                  <a:cubicBezTo>
                    <a:pt x="4128" y="1657"/>
                    <a:pt x="4495" y="1824"/>
                    <a:pt x="4762" y="2124"/>
                  </a:cubicBezTo>
                  <a:cubicBezTo>
                    <a:pt x="5029" y="2558"/>
                    <a:pt x="5162" y="3058"/>
                    <a:pt x="5096" y="3559"/>
                  </a:cubicBezTo>
                  <a:cubicBezTo>
                    <a:pt x="5162" y="4126"/>
                    <a:pt x="4995" y="4660"/>
                    <a:pt x="4695" y="5127"/>
                  </a:cubicBezTo>
                  <a:cubicBezTo>
                    <a:pt x="4408" y="5398"/>
                    <a:pt x="4037" y="5532"/>
                    <a:pt x="3669" y="5532"/>
                  </a:cubicBezTo>
                  <a:cubicBezTo>
                    <a:pt x="3268" y="5532"/>
                    <a:pt x="2872" y="5373"/>
                    <a:pt x="2594" y="5060"/>
                  </a:cubicBezTo>
                  <a:cubicBezTo>
                    <a:pt x="2294" y="4593"/>
                    <a:pt x="2193" y="4093"/>
                    <a:pt x="2227" y="3559"/>
                  </a:cubicBezTo>
                  <a:cubicBezTo>
                    <a:pt x="2227" y="3025"/>
                    <a:pt x="2394" y="2491"/>
                    <a:pt x="2694" y="2091"/>
                  </a:cubicBezTo>
                  <a:cubicBezTo>
                    <a:pt x="2938" y="1816"/>
                    <a:pt x="3294" y="1653"/>
                    <a:pt x="3660" y="1653"/>
                  </a:cubicBezTo>
                  <a:close/>
                  <a:moveTo>
                    <a:pt x="3407" y="1"/>
                  </a:moveTo>
                  <a:cubicBezTo>
                    <a:pt x="1541" y="1"/>
                    <a:pt x="0" y="1556"/>
                    <a:pt x="125" y="3492"/>
                  </a:cubicBezTo>
                  <a:cubicBezTo>
                    <a:pt x="59" y="4159"/>
                    <a:pt x="192" y="4893"/>
                    <a:pt x="526" y="5494"/>
                  </a:cubicBezTo>
                  <a:cubicBezTo>
                    <a:pt x="792" y="6027"/>
                    <a:pt x="1193" y="6428"/>
                    <a:pt x="1726" y="6728"/>
                  </a:cubicBezTo>
                  <a:cubicBezTo>
                    <a:pt x="2327" y="6995"/>
                    <a:pt x="2961" y="7128"/>
                    <a:pt x="3628" y="7128"/>
                  </a:cubicBezTo>
                  <a:cubicBezTo>
                    <a:pt x="3709" y="7132"/>
                    <a:pt x="3790" y="7134"/>
                    <a:pt x="3871" y="7134"/>
                  </a:cubicBezTo>
                  <a:cubicBezTo>
                    <a:pt x="4456" y="7134"/>
                    <a:pt x="5035" y="7025"/>
                    <a:pt x="5563" y="6761"/>
                  </a:cubicBezTo>
                  <a:cubicBezTo>
                    <a:pt x="6063" y="6494"/>
                    <a:pt x="6463" y="6094"/>
                    <a:pt x="6763" y="5594"/>
                  </a:cubicBezTo>
                  <a:cubicBezTo>
                    <a:pt x="7064" y="4993"/>
                    <a:pt x="7230" y="4326"/>
                    <a:pt x="7230" y="3659"/>
                  </a:cubicBezTo>
                  <a:cubicBezTo>
                    <a:pt x="7297" y="2692"/>
                    <a:pt x="6997" y="1758"/>
                    <a:pt x="6396" y="1057"/>
                  </a:cubicBezTo>
                  <a:cubicBezTo>
                    <a:pt x="5725" y="386"/>
                    <a:pt x="4840" y="21"/>
                    <a:pt x="3916" y="21"/>
                  </a:cubicBezTo>
                  <a:cubicBezTo>
                    <a:pt x="3875" y="21"/>
                    <a:pt x="3835" y="22"/>
                    <a:pt x="3795" y="23"/>
                  </a:cubicBezTo>
                  <a:cubicBezTo>
                    <a:pt x="3664" y="8"/>
                    <a:pt x="3535" y="1"/>
                    <a:pt x="34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45"/>
            <p:cNvSpPr/>
            <p:nvPr/>
          </p:nvSpPr>
          <p:spPr>
            <a:xfrm>
              <a:off x="4842779" y="3741197"/>
              <a:ext cx="141894" cy="148179"/>
            </a:xfrm>
            <a:custGeom>
              <a:avLst/>
              <a:gdLst/>
              <a:ahLst/>
              <a:cxnLst/>
              <a:rect l="l" t="t" r="r" b="b"/>
              <a:pathLst>
                <a:path w="6773" h="7073" extrusionOk="0">
                  <a:moveTo>
                    <a:pt x="2302" y="1435"/>
                  </a:moveTo>
                  <a:lnTo>
                    <a:pt x="3236" y="1469"/>
                  </a:lnTo>
                  <a:cubicBezTo>
                    <a:pt x="3503" y="1469"/>
                    <a:pt x="3770" y="1535"/>
                    <a:pt x="4004" y="1669"/>
                  </a:cubicBezTo>
                  <a:cubicBezTo>
                    <a:pt x="4170" y="1802"/>
                    <a:pt x="4237" y="2002"/>
                    <a:pt x="4204" y="2202"/>
                  </a:cubicBezTo>
                  <a:cubicBezTo>
                    <a:pt x="4204" y="2336"/>
                    <a:pt x="4170" y="2503"/>
                    <a:pt x="4070" y="2603"/>
                  </a:cubicBezTo>
                  <a:cubicBezTo>
                    <a:pt x="3970" y="2736"/>
                    <a:pt x="3837" y="2803"/>
                    <a:pt x="3703" y="2803"/>
                  </a:cubicBezTo>
                  <a:cubicBezTo>
                    <a:pt x="3537" y="2870"/>
                    <a:pt x="3337" y="2870"/>
                    <a:pt x="3136" y="2903"/>
                  </a:cubicBezTo>
                  <a:lnTo>
                    <a:pt x="2269" y="2870"/>
                  </a:lnTo>
                  <a:lnTo>
                    <a:pt x="2302" y="1435"/>
                  </a:lnTo>
                  <a:close/>
                  <a:moveTo>
                    <a:pt x="201" y="1"/>
                  </a:moveTo>
                  <a:lnTo>
                    <a:pt x="1" y="6872"/>
                  </a:lnTo>
                  <a:lnTo>
                    <a:pt x="2136" y="6939"/>
                  </a:lnTo>
                  <a:lnTo>
                    <a:pt x="2236" y="4137"/>
                  </a:lnTo>
                  <a:lnTo>
                    <a:pt x="2403" y="4137"/>
                  </a:lnTo>
                  <a:cubicBezTo>
                    <a:pt x="2603" y="4137"/>
                    <a:pt x="2769" y="4204"/>
                    <a:pt x="2936" y="4337"/>
                  </a:cubicBezTo>
                  <a:cubicBezTo>
                    <a:pt x="3103" y="4471"/>
                    <a:pt x="3203" y="4671"/>
                    <a:pt x="3303" y="4871"/>
                  </a:cubicBezTo>
                  <a:lnTo>
                    <a:pt x="4371" y="7006"/>
                  </a:lnTo>
                  <a:lnTo>
                    <a:pt x="6772" y="7073"/>
                  </a:lnTo>
                  <a:lnTo>
                    <a:pt x="5805" y="5038"/>
                  </a:lnTo>
                  <a:cubicBezTo>
                    <a:pt x="5705" y="4904"/>
                    <a:pt x="5605" y="4771"/>
                    <a:pt x="5505" y="4637"/>
                  </a:cubicBezTo>
                  <a:cubicBezTo>
                    <a:pt x="5405" y="4504"/>
                    <a:pt x="5305" y="4371"/>
                    <a:pt x="5171" y="4271"/>
                  </a:cubicBezTo>
                  <a:cubicBezTo>
                    <a:pt x="5004" y="4137"/>
                    <a:pt x="4838" y="4070"/>
                    <a:pt x="4637" y="4004"/>
                  </a:cubicBezTo>
                  <a:cubicBezTo>
                    <a:pt x="4904" y="3937"/>
                    <a:pt x="5171" y="3870"/>
                    <a:pt x="5405" y="3737"/>
                  </a:cubicBezTo>
                  <a:cubicBezTo>
                    <a:pt x="6005" y="3437"/>
                    <a:pt x="6372" y="2803"/>
                    <a:pt x="6372" y="2102"/>
                  </a:cubicBezTo>
                  <a:cubicBezTo>
                    <a:pt x="6372" y="1735"/>
                    <a:pt x="6272" y="1335"/>
                    <a:pt x="6072" y="1002"/>
                  </a:cubicBezTo>
                  <a:cubicBezTo>
                    <a:pt x="5872" y="701"/>
                    <a:pt x="5571" y="468"/>
                    <a:pt x="5238" y="334"/>
                  </a:cubicBezTo>
                  <a:cubicBezTo>
                    <a:pt x="4771" y="201"/>
                    <a:pt x="4237" y="134"/>
                    <a:pt x="3737" y="134"/>
                  </a:cubicBezTo>
                  <a:lnTo>
                    <a:pt x="20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45"/>
            <p:cNvSpPr/>
            <p:nvPr/>
          </p:nvSpPr>
          <p:spPr>
            <a:xfrm>
              <a:off x="4213147" y="3989727"/>
              <a:ext cx="715610" cy="140051"/>
            </a:xfrm>
            <a:custGeom>
              <a:avLst/>
              <a:gdLst/>
              <a:ahLst/>
              <a:cxnLst/>
              <a:rect l="l" t="t" r="r" b="b"/>
              <a:pathLst>
                <a:path w="34158" h="6685" extrusionOk="0">
                  <a:moveTo>
                    <a:pt x="4883" y="0"/>
                  </a:moveTo>
                  <a:cubicBezTo>
                    <a:pt x="4751" y="0"/>
                    <a:pt x="4616" y="50"/>
                    <a:pt x="4503" y="146"/>
                  </a:cubicBezTo>
                  <a:lnTo>
                    <a:pt x="234" y="4016"/>
                  </a:lnTo>
                  <a:cubicBezTo>
                    <a:pt x="33" y="4216"/>
                    <a:pt x="0" y="4583"/>
                    <a:pt x="200" y="4816"/>
                  </a:cubicBezTo>
                  <a:cubicBezTo>
                    <a:pt x="309" y="4925"/>
                    <a:pt x="466" y="4984"/>
                    <a:pt x="624" y="4984"/>
                  </a:cubicBezTo>
                  <a:cubicBezTo>
                    <a:pt x="759" y="4984"/>
                    <a:pt x="894" y="4942"/>
                    <a:pt x="1001" y="4850"/>
                  </a:cubicBezTo>
                  <a:lnTo>
                    <a:pt x="4837" y="1314"/>
                  </a:lnTo>
                  <a:lnTo>
                    <a:pt x="8406" y="5217"/>
                  </a:lnTo>
                  <a:cubicBezTo>
                    <a:pt x="8506" y="5317"/>
                    <a:pt x="8640" y="5383"/>
                    <a:pt x="8773" y="5417"/>
                  </a:cubicBezTo>
                  <a:cubicBezTo>
                    <a:pt x="8940" y="5417"/>
                    <a:pt x="9073" y="5350"/>
                    <a:pt x="9207" y="5250"/>
                  </a:cubicBezTo>
                  <a:lnTo>
                    <a:pt x="13043" y="1748"/>
                  </a:lnTo>
                  <a:lnTo>
                    <a:pt x="16612" y="5650"/>
                  </a:lnTo>
                  <a:cubicBezTo>
                    <a:pt x="16716" y="5772"/>
                    <a:pt x="16865" y="5830"/>
                    <a:pt x="17012" y="5830"/>
                  </a:cubicBezTo>
                  <a:cubicBezTo>
                    <a:pt x="17148" y="5830"/>
                    <a:pt x="17283" y="5780"/>
                    <a:pt x="17379" y="5684"/>
                  </a:cubicBezTo>
                  <a:lnTo>
                    <a:pt x="21249" y="2148"/>
                  </a:lnTo>
                  <a:lnTo>
                    <a:pt x="24818" y="6084"/>
                  </a:lnTo>
                  <a:cubicBezTo>
                    <a:pt x="24926" y="6192"/>
                    <a:pt x="25074" y="6252"/>
                    <a:pt x="25223" y="6252"/>
                  </a:cubicBezTo>
                  <a:cubicBezTo>
                    <a:pt x="25350" y="6252"/>
                    <a:pt x="25478" y="6209"/>
                    <a:pt x="25585" y="6117"/>
                  </a:cubicBezTo>
                  <a:lnTo>
                    <a:pt x="29454" y="2581"/>
                  </a:lnTo>
                  <a:lnTo>
                    <a:pt x="33024" y="6484"/>
                  </a:lnTo>
                  <a:cubicBezTo>
                    <a:pt x="33124" y="6618"/>
                    <a:pt x="33257" y="6684"/>
                    <a:pt x="33424" y="6684"/>
                  </a:cubicBezTo>
                  <a:cubicBezTo>
                    <a:pt x="33891" y="6684"/>
                    <a:pt x="34158" y="6117"/>
                    <a:pt x="33858" y="5784"/>
                  </a:cubicBezTo>
                  <a:lnTo>
                    <a:pt x="29855" y="1447"/>
                  </a:lnTo>
                  <a:cubicBezTo>
                    <a:pt x="29751" y="1326"/>
                    <a:pt x="29611" y="1268"/>
                    <a:pt x="29468" y="1268"/>
                  </a:cubicBezTo>
                  <a:cubicBezTo>
                    <a:pt x="29335" y="1268"/>
                    <a:pt x="29200" y="1318"/>
                    <a:pt x="29087" y="1414"/>
                  </a:cubicBezTo>
                  <a:lnTo>
                    <a:pt x="25218" y="4916"/>
                  </a:lnTo>
                  <a:lnTo>
                    <a:pt x="21649" y="1014"/>
                  </a:lnTo>
                  <a:cubicBezTo>
                    <a:pt x="21545" y="892"/>
                    <a:pt x="21405" y="834"/>
                    <a:pt x="21262" y="834"/>
                  </a:cubicBezTo>
                  <a:cubicBezTo>
                    <a:pt x="21129" y="834"/>
                    <a:pt x="20994" y="884"/>
                    <a:pt x="20882" y="980"/>
                  </a:cubicBezTo>
                  <a:lnTo>
                    <a:pt x="17046" y="4516"/>
                  </a:lnTo>
                  <a:lnTo>
                    <a:pt x="13476" y="613"/>
                  </a:lnTo>
                  <a:cubicBezTo>
                    <a:pt x="13376" y="480"/>
                    <a:pt x="13243" y="413"/>
                    <a:pt x="13076" y="413"/>
                  </a:cubicBezTo>
                  <a:cubicBezTo>
                    <a:pt x="12943" y="413"/>
                    <a:pt x="12809" y="447"/>
                    <a:pt x="12676" y="547"/>
                  </a:cubicBezTo>
                  <a:lnTo>
                    <a:pt x="8840" y="4083"/>
                  </a:lnTo>
                  <a:lnTo>
                    <a:pt x="5270" y="180"/>
                  </a:lnTo>
                  <a:cubicBezTo>
                    <a:pt x="5167" y="58"/>
                    <a:pt x="5027" y="0"/>
                    <a:pt x="48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45"/>
            <p:cNvSpPr/>
            <p:nvPr/>
          </p:nvSpPr>
          <p:spPr>
            <a:xfrm>
              <a:off x="3427648" y="4199646"/>
              <a:ext cx="103451" cy="292127"/>
            </a:xfrm>
            <a:custGeom>
              <a:avLst/>
              <a:gdLst/>
              <a:ahLst/>
              <a:cxnLst/>
              <a:rect l="l" t="t" r="r" b="b"/>
              <a:pathLst>
                <a:path w="4938" h="13944" extrusionOk="0">
                  <a:moveTo>
                    <a:pt x="1268" y="0"/>
                  </a:moveTo>
                  <a:lnTo>
                    <a:pt x="1" y="1368"/>
                  </a:lnTo>
                  <a:lnTo>
                    <a:pt x="2336" y="12709"/>
                  </a:lnTo>
                  <a:lnTo>
                    <a:pt x="4937" y="13943"/>
                  </a:lnTo>
                  <a:lnTo>
                    <a:pt x="126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45"/>
            <p:cNvSpPr/>
            <p:nvPr/>
          </p:nvSpPr>
          <p:spPr>
            <a:xfrm>
              <a:off x="3454213" y="4199646"/>
              <a:ext cx="149562" cy="292127"/>
            </a:xfrm>
            <a:custGeom>
              <a:avLst/>
              <a:gdLst/>
              <a:ahLst/>
              <a:cxnLst/>
              <a:rect l="l" t="t" r="r" b="b"/>
              <a:pathLst>
                <a:path w="7139" h="13944" extrusionOk="0">
                  <a:moveTo>
                    <a:pt x="0" y="0"/>
                  </a:moveTo>
                  <a:lnTo>
                    <a:pt x="3669" y="13943"/>
                  </a:lnTo>
                  <a:lnTo>
                    <a:pt x="7139" y="11942"/>
                  </a:lnTo>
                  <a:lnTo>
                    <a:pt x="4170" y="2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45"/>
            <p:cNvSpPr/>
            <p:nvPr/>
          </p:nvSpPr>
          <p:spPr>
            <a:xfrm>
              <a:off x="3454213" y="4199646"/>
              <a:ext cx="149562" cy="292127"/>
            </a:xfrm>
            <a:custGeom>
              <a:avLst/>
              <a:gdLst/>
              <a:ahLst/>
              <a:cxnLst/>
              <a:rect l="l" t="t" r="r" b="b"/>
              <a:pathLst>
                <a:path w="7139" h="13944" extrusionOk="0">
                  <a:moveTo>
                    <a:pt x="0" y="0"/>
                  </a:moveTo>
                  <a:lnTo>
                    <a:pt x="3669" y="13943"/>
                  </a:lnTo>
                  <a:lnTo>
                    <a:pt x="7139" y="11942"/>
                  </a:lnTo>
                  <a:lnTo>
                    <a:pt x="4170" y="26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45"/>
            <p:cNvSpPr/>
            <p:nvPr/>
          </p:nvSpPr>
          <p:spPr>
            <a:xfrm>
              <a:off x="4657350" y="4307769"/>
              <a:ext cx="560035" cy="227328"/>
            </a:xfrm>
            <a:custGeom>
              <a:avLst/>
              <a:gdLst/>
              <a:ahLst/>
              <a:cxnLst/>
              <a:rect l="l" t="t" r="r" b="b"/>
              <a:pathLst>
                <a:path w="26732" h="10851" extrusionOk="0">
                  <a:moveTo>
                    <a:pt x="23168" y="4909"/>
                  </a:moveTo>
                  <a:cubicBezTo>
                    <a:pt x="23175" y="4921"/>
                    <a:pt x="23183" y="4934"/>
                    <a:pt x="23195" y="4946"/>
                  </a:cubicBezTo>
                  <a:cubicBezTo>
                    <a:pt x="23193" y="4941"/>
                    <a:pt x="23184" y="4928"/>
                    <a:pt x="23168" y="4909"/>
                  </a:cubicBezTo>
                  <a:close/>
                  <a:moveTo>
                    <a:pt x="21016" y="0"/>
                  </a:moveTo>
                  <a:cubicBezTo>
                    <a:pt x="20026" y="0"/>
                    <a:pt x="18889" y="156"/>
                    <a:pt x="17591" y="543"/>
                  </a:cubicBezTo>
                  <a:cubicBezTo>
                    <a:pt x="17291" y="643"/>
                    <a:pt x="16991" y="810"/>
                    <a:pt x="16757" y="1044"/>
                  </a:cubicBezTo>
                  <a:cubicBezTo>
                    <a:pt x="12982" y="4722"/>
                    <a:pt x="6411" y="6685"/>
                    <a:pt x="3120" y="6685"/>
                  </a:cubicBezTo>
                  <a:cubicBezTo>
                    <a:pt x="3038" y="6685"/>
                    <a:pt x="2958" y="6683"/>
                    <a:pt x="2881" y="6681"/>
                  </a:cubicBezTo>
                  <a:cubicBezTo>
                    <a:pt x="2859" y="6680"/>
                    <a:pt x="2837" y="6680"/>
                    <a:pt x="2815" y="6680"/>
                  </a:cubicBezTo>
                  <a:cubicBezTo>
                    <a:pt x="77" y="6680"/>
                    <a:pt x="1" y="10784"/>
                    <a:pt x="2747" y="10851"/>
                  </a:cubicBezTo>
                  <a:lnTo>
                    <a:pt x="3048" y="10851"/>
                  </a:lnTo>
                  <a:cubicBezTo>
                    <a:pt x="6884" y="10851"/>
                    <a:pt x="14389" y="8849"/>
                    <a:pt x="19259" y="4413"/>
                  </a:cubicBezTo>
                  <a:cubicBezTo>
                    <a:pt x="19950" y="4242"/>
                    <a:pt x="20530" y="4176"/>
                    <a:pt x="21015" y="4176"/>
                  </a:cubicBezTo>
                  <a:cubicBezTo>
                    <a:pt x="22443" y="4176"/>
                    <a:pt x="23039" y="4750"/>
                    <a:pt x="23168" y="4909"/>
                  </a:cubicBezTo>
                  <a:lnTo>
                    <a:pt x="23168" y="4909"/>
                  </a:lnTo>
                  <a:cubicBezTo>
                    <a:pt x="23157" y="4888"/>
                    <a:pt x="23150" y="4867"/>
                    <a:pt x="23129" y="4846"/>
                  </a:cubicBezTo>
                  <a:lnTo>
                    <a:pt x="26731" y="2745"/>
                  </a:lnTo>
                  <a:cubicBezTo>
                    <a:pt x="26651" y="2611"/>
                    <a:pt x="25063" y="0"/>
                    <a:pt x="210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45"/>
            <p:cNvSpPr/>
            <p:nvPr/>
          </p:nvSpPr>
          <p:spPr>
            <a:xfrm>
              <a:off x="4544388" y="4289794"/>
              <a:ext cx="213858" cy="303314"/>
            </a:xfrm>
            <a:custGeom>
              <a:avLst/>
              <a:gdLst/>
              <a:ahLst/>
              <a:cxnLst/>
              <a:rect l="l" t="t" r="r" b="b"/>
              <a:pathLst>
                <a:path w="10208" h="14478" extrusionOk="0">
                  <a:moveTo>
                    <a:pt x="0" y="0"/>
                  </a:moveTo>
                  <a:lnTo>
                    <a:pt x="601" y="14010"/>
                  </a:lnTo>
                  <a:lnTo>
                    <a:pt x="8173" y="14477"/>
                  </a:lnTo>
                  <a:lnTo>
                    <a:pt x="10208" y="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45"/>
            <p:cNvSpPr/>
            <p:nvPr/>
          </p:nvSpPr>
          <p:spPr>
            <a:xfrm>
              <a:off x="4715591" y="4298174"/>
              <a:ext cx="60818" cy="294934"/>
            </a:xfrm>
            <a:custGeom>
              <a:avLst/>
              <a:gdLst/>
              <a:ahLst/>
              <a:cxnLst/>
              <a:rect l="l" t="t" r="r" b="b"/>
              <a:pathLst>
                <a:path w="2903" h="14078" extrusionOk="0">
                  <a:moveTo>
                    <a:pt x="2036" y="0"/>
                  </a:moveTo>
                  <a:lnTo>
                    <a:pt x="1" y="14077"/>
                  </a:lnTo>
                  <a:lnTo>
                    <a:pt x="1802" y="12309"/>
                  </a:lnTo>
                  <a:lnTo>
                    <a:pt x="2903" y="3603"/>
                  </a:lnTo>
                  <a:lnTo>
                    <a:pt x="203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45"/>
            <p:cNvSpPr/>
            <p:nvPr/>
          </p:nvSpPr>
          <p:spPr>
            <a:xfrm>
              <a:off x="4715591" y="4298174"/>
              <a:ext cx="60818" cy="294934"/>
            </a:xfrm>
            <a:custGeom>
              <a:avLst/>
              <a:gdLst/>
              <a:ahLst/>
              <a:cxnLst/>
              <a:rect l="l" t="t" r="r" b="b"/>
              <a:pathLst>
                <a:path w="2903" h="14078" extrusionOk="0">
                  <a:moveTo>
                    <a:pt x="2036" y="0"/>
                  </a:moveTo>
                  <a:lnTo>
                    <a:pt x="1" y="14077"/>
                  </a:lnTo>
                  <a:lnTo>
                    <a:pt x="1802" y="12309"/>
                  </a:lnTo>
                  <a:lnTo>
                    <a:pt x="2903" y="3603"/>
                  </a:lnTo>
                  <a:lnTo>
                    <a:pt x="203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45"/>
            <p:cNvSpPr/>
            <p:nvPr/>
          </p:nvSpPr>
          <p:spPr>
            <a:xfrm>
              <a:off x="5312310" y="3697432"/>
              <a:ext cx="361408" cy="784557"/>
            </a:xfrm>
            <a:custGeom>
              <a:avLst/>
              <a:gdLst/>
              <a:ahLst/>
              <a:cxnLst/>
              <a:rect l="l" t="t" r="r" b="b"/>
              <a:pathLst>
                <a:path w="17251" h="37449" extrusionOk="0">
                  <a:moveTo>
                    <a:pt x="1335" y="0"/>
                  </a:moveTo>
                  <a:cubicBezTo>
                    <a:pt x="670" y="0"/>
                    <a:pt x="1" y="472"/>
                    <a:pt x="72" y="1356"/>
                  </a:cubicBezTo>
                  <a:cubicBezTo>
                    <a:pt x="105" y="1923"/>
                    <a:pt x="1172" y="15633"/>
                    <a:pt x="2273" y="22171"/>
                  </a:cubicBezTo>
                  <a:cubicBezTo>
                    <a:pt x="2273" y="22238"/>
                    <a:pt x="2306" y="22338"/>
                    <a:pt x="2340" y="22404"/>
                  </a:cubicBezTo>
                  <a:cubicBezTo>
                    <a:pt x="4575" y="28075"/>
                    <a:pt x="10446" y="33913"/>
                    <a:pt x="14782" y="37215"/>
                  </a:cubicBezTo>
                  <a:cubicBezTo>
                    <a:pt x="14982" y="37382"/>
                    <a:pt x="15249" y="37448"/>
                    <a:pt x="15516" y="37448"/>
                  </a:cubicBezTo>
                  <a:lnTo>
                    <a:pt x="15549" y="37448"/>
                  </a:lnTo>
                  <a:cubicBezTo>
                    <a:pt x="16750" y="37448"/>
                    <a:pt x="17250" y="35947"/>
                    <a:pt x="16283" y="35213"/>
                  </a:cubicBezTo>
                  <a:cubicBezTo>
                    <a:pt x="13047" y="32745"/>
                    <a:pt x="6943" y="27108"/>
                    <a:pt x="4708" y="21604"/>
                  </a:cubicBezTo>
                  <a:cubicBezTo>
                    <a:pt x="3641" y="15132"/>
                    <a:pt x="2573" y="1289"/>
                    <a:pt x="2573" y="1156"/>
                  </a:cubicBezTo>
                  <a:cubicBezTo>
                    <a:pt x="2511" y="372"/>
                    <a:pt x="1924" y="0"/>
                    <a:pt x="13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45"/>
            <p:cNvSpPr/>
            <p:nvPr/>
          </p:nvSpPr>
          <p:spPr>
            <a:xfrm>
              <a:off x="5667664" y="4420040"/>
              <a:ext cx="126245" cy="75231"/>
            </a:xfrm>
            <a:custGeom>
              <a:avLst/>
              <a:gdLst/>
              <a:ahLst/>
              <a:cxnLst/>
              <a:rect l="l" t="t" r="r" b="b"/>
              <a:pathLst>
                <a:path w="6026" h="3591" extrusionOk="0">
                  <a:moveTo>
                    <a:pt x="1825" y="0"/>
                  </a:moveTo>
                  <a:cubicBezTo>
                    <a:pt x="777" y="0"/>
                    <a:pt x="0" y="1500"/>
                    <a:pt x="1089" y="2289"/>
                  </a:cubicBezTo>
                  <a:cubicBezTo>
                    <a:pt x="2290" y="3157"/>
                    <a:pt x="3391" y="3590"/>
                    <a:pt x="4358" y="3590"/>
                  </a:cubicBezTo>
                  <a:cubicBezTo>
                    <a:pt x="6026" y="3590"/>
                    <a:pt x="6026" y="1088"/>
                    <a:pt x="4358" y="1088"/>
                  </a:cubicBezTo>
                  <a:cubicBezTo>
                    <a:pt x="4158" y="1088"/>
                    <a:pt x="3591" y="1022"/>
                    <a:pt x="2557" y="254"/>
                  </a:cubicBezTo>
                  <a:cubicBezTo>
                    <a:pt x="2311" y="76"/>
                    <a:pt x="2061" y="0"/>
                    <a:pt x="18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45"/>
            <p:cNvSpPr/>
            <p:nvPr/>
          </p:nvSpPr>
          <p:spPr>
            <a:xfrm>
              <a:off x="5687671" y="4402568"/>
              <a:ext cx="311003" cy="138710"/>
            </a:xfrm>
            <a:custGeom>
              <a:avLst/>
              <a:gdLst/>
              <a:ahLst/>
              <a:cxnLst/>
              <a:rect l="l" t="t" r="r" b="b"/>
              <a:pathLst>
                <a:path w="14845" h="6621" extrusionOk="0">
                  <a:moveTo>
                    <a:pt x="5858" y="0"/>
                  </a:moveTo>
                  <a:cubicBezTo>
                    <a:pt x="3702" y="0"/>
                    <a:pt x="1321" y="651"/>
                    <a:pt x="501" y="3090"/>
                  </a:cubicBezTo>
                  <a:cubicBezTo>
                    <a:pt x="1" y="4558"/>
                    <a:pt x="2502" y="5492"/>
                    <a:pt x="3737" y="5992"/>
                  </a:cubicBezTo>
                  <a:cubicBezTo>
                    <a:pt x="4901" y="6444"/>
                    <a:pt x="5912" y="6621"/>
                    <a:pt x="6697" y="6621"/>
                  </a:cubicBezTo>
                  <a:cubicBezTo>
                    <a:pt x="8518" y="6621"/>
                    <a:pt x="9122" y="5667"/>
                    <a:pt x="7606" y="4991"/>
                  </a:cubicBezTo>
                  <a:lnTo>
                    <a:pt x="7606" y="4991"/>
                  </a:lnTo>
                  <a:cubicBezTo>
                    <a:pt x="7606" y="4991"/>
                    <a:pt x="9375" y="5284"/>
                    <a:pt x="11076" y="5284"/>
                  </a:cubicBezTo>
                  <a:cubicBezTo>
                    <a:pt x="12008" y="5284"/>
                    <a:pt x="12920" y="5196"/>
                    <a:pt x="13510" y="4925"/>
                  </a:cubicBezTo>
                  <a:cubicBezTo>
                    <a:pt x="14845" y="4291"/>
                    <a:pt x="14845" y="3157"/>
                    <a:pt x="13810" y="2490"/>
                  </a:cubicBezTo>
                  <a:cubicBezTo>
                    <a:pt x="12376" y="1622"/>
                    <a:pt x="10808" y="955"/>
                    <a:pt x="9207" y="488"/>
                  </a:cubicBezTo>
                  <a:cubicBezTo>
                    <a:pt x="8474" y="257"/>
                    <a:pt x="7210" y="0"/>
                    <a:pt x="58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45"/>
            <p:cNvSpPr/>
            <p:nvPr/>
          </p:nvSpPr>
          <p:spPr>
            <a:xfrm>
              <a:off x="5252309" y="3620357"/>
              <a:ext cx="176818" cy="257077"/>
            </a:xfrm>
            <a:custGeom>
              <a:avLst/>
              <a:gdLst/>
              <a:ahLst/>
              <a:cxnLst/>
              <a:rect l="l" t="t" r="r" b="b"/>
              <a:pathLst>
                <a:path w="8440" h="12271" extrusionOk="0">
                  <a:moveTo>
                    <a:pt x="3767" y="1"/>
                  </a:moveTo>
                  <a:cubicBezTo>
                    <a:pt x="1792" y="1"/>
                    <a:pt x="970" y="2342"/>
                    <a:pt x="500" y="5535"/>
                  </a:cubicBezTo>
                  <a:cubicBezTo>
                    <a:pt x="0" y="8904"/>
                    <a:pt x="100" y="11907"/>
                    <a:pt x="2368" y="12240"/>
                  </a:cubicBezTo>
                  <a:cubicBezTo>
                    <a:pt x="2508" y="12260"/>
                    <a:pt x="2650" y="12270"/>
                    <a:pt x="2793" y="12270"/>
                  </a:cubicBezTo>
                  <a:cubicBezTo>
                    <a:pt x="4998" y="12270"/>
                    <a:pt x="7469" y="9900"/>
                    <a:pt x="7939" y="6736"/>
                  </a:cubicBezTo>
                  <a:cubicBezTo>
                    <a:pt x="8439" y="3367"/>
                    <a:pt x="6471" y="365"/>
                    <a:pt x="4170" y="31"/>
                  </a:cubicBezTo>
                  <a:cubicBezTo>
                    <a:pt x="4030" y="11"/>
                    <a:pt x="3896" y="1"/>
                    <a:pt x="37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45"/>
            <p:cNvSpPr/>
            <p:nvPr/>
          </p:nvSpPr>
          <p:spPr>
            <a:xfrm>
              <a:off x="4406705" y="4491060"/>
              <a:ext cx="48939" cy="82480"/>
            </a:xfrm>
            <a:custGeom>
              <a:avLst/>
              <a:gdLst/>
              <a:ahLst/>
              <a:cxnLst/>
              <a:rect l="l" t="t" r="r" b="b"/>
              <a:pathLst>
                <a:path w="2336" h="3937" extrusionOk="0">
                  <a:moveTo>
                    <a:pt x="1" y="0"/>
                  </a:moveTo>
                  <a:lnTo>
                    <a:pt x="668" y="1968"/>
                  </a:lnTo>
                  <a:lnTo>
                    <a:pt x="1" y="3936"/>
                  </a:lnTo>
                  <a:lnTo>
                    <a:pt x="1202" y="3936"/>
                  </a:lnTo>
                  <a:lnTo>
                    <a:pt x="2336" y="1968"/>
                  </a:lnTo>
                  <a:lnTo>
                    <a:pt x="12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45"/>
            <p:cNvSpPr/>
            <p:nvPr/>
          </p:nvSpPr>
          <p:spPr>
            <a:xfrm>
              <a:off x="4357095" y="4502939"/>
              <a:ext cx="51034" cy="60106"/>
            </a:xfrm>
            <a:custGeom>
              <a:avLst/>
              <a:gdLst/>
              <a:ahLst/>
              <a:cxnLst/>
              <a:rect l="l" t="t" r="r" b="b"/>
              <a:pathLst>
                <a:path w="2436" h="2869" extrusionOk="0">
                  <a:moveTo>
                    <a:pt x="534" y="0"/>
                  </a:moveTo>
                  <a:lnTo>
                    <a:pt x="1" y="1568"/>
                  </a:lnTo>
                  <a:lnTo>
                    <a:pt x="868" y="2869"/>
                  </a:lnTo>
                  <a:lnTo>
                    <a:pt x="2436" y="2435"/>
                  </a:lnTo>
                  <a:lnTo>
                    <a:pt x="2436" y="2435"/>
                  </a:lnTo>
                  <a:cubicBezTo>
                    <a:pt x="2414" y="2436"/>
                    <a:pt x="2393" y="2437"/>
                    <a:pt x="2372" y="2437"/>
                  </a:cubicBezTo>
                  <a:cubicBezTo>
                    <a:pt x="1033" y="2437"/>
                    <a:pt x="1022" y="397"/>
                    <a:pt x="2342" y="397"/>
                  </a:cubicBezTo>
                  <a:cubicBezTo>
                    <a:pt x="2373" y="397"/>
                    <a:pt x="2404" y="398"/>
                    <a:pt x="2436" y="400"/>
                  </a:cubicBezTo>
                  <a:lnTo>
                    <a:pt x="53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45"/>
            <p:cNvSpPr/>
            <p:nvPr/>
          </p:nvSpPr>
          <p:spPr>
            <a:xfrm>
              <a:off x="4340335" y="4491060"/>
              <a:ext cx="95050" cy="82480"/>
            </a:xfrm>
            <a:custGeom>
              <a:avLst/>
              <a:gdLst/>
              <a:ahLst/>
              <a:cxnLst/>
              <a:rect l="l" t="t" r="r" b="b"/>
              <a:pathLst>
                <a:path w="4537" h="3937" extrusionOk="0">
                  <a:moveTo>
                    <a:pt x="2255" y="942"/>
                  </a:moveTo>
                  <a:cubicBezTo>
                    <a:pt x="2791" y="942"/>
                    <a:pt x="3302" y="1354"/>
                    <a:pt x="3302" y="1968"/>
                  </a:cubicBezTo>
                  <a:cubicBezTo>
                    <a:pt x="3302" y="2535"/>
                    <a:pt x="2835" y="3002"/>
                    <a:pt x="2268" y="3002"/>
                  </a:cubicBezTo>
                  <a:cubicBezTo>
                    <a:pt x="1368" y="3002"/>
                    <a:pt x="901" y="1901"/>
                    <a:pt x="1534" y="1234"/>
                  </a:cubicBezTo>
                  <a:cubicBezTo>
                    <a:pt x="1747" y="1032"/>
                    <a:pt x="2004" y="942"/>
                    <a:pt x="2255" y="942"/>
                  </a:cubicBezTo>
                  <a:close/>
                  <a:moveTo>
                    <a:pt x="1134" y="0"/>
                  </a:moveTo>
                  <a:lnTo>
                    <a:pt x="0" y="1968"/>
                  </a:lnTo>
                  <a:lnTo>
                    <a:pt x="1134" y="3936"/>
                  </a:lnTo>
                  <a:lnTo>
                    <a:pt x="3402" y="3936"/>
                  </a:lnTo>
                  <a:lnTo>
                    <a:pt x="4537" y="1968"/>
                  </a:lnTo>
                  <a:lnTo>
                    <a:pt x="340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45"/>
            <p:cNvSpPr/>
            <p:nvPr/>
          </p:nvSpPr>
          <p:spPr>
            <a:xfrm>
              <a:off x="6065735" y="4427456"/>
              <a:ext cx="36369" cy="60818"/>
            </a:xfrm>
            <a:custGeom>
              <a:avLst/>
              <a:gdLst/>
              <a:ahLst/>
              <a:cxnLst/>
              <a:rect l="l" t="t" r="r" b="b"/>
              <a:pathLst>
                <a:path w="1736" h="2903" extrusionOk="0">
                  <a:moveTo>
                    <a:pt x="835" y="1"/>
                  </a:moveTo>
                  <a:lnTo>
                    <a:pt x="1" y="1468"/>
                  </a:lnTo>
                  <a:lnTo>
                    <a:pt x="835" y="2903"/>
                  </a:lnTo>
                  <a:lnTo>
                    <a:pt x="1735" y="2903"/>
                  </a:lnTo>
                  <a:lnTo>
                    <a:pt x="1202" y="1468"/>
                  </a:lnTo>
                  <a:lnTo>
                    <a:pt x="173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45"/>
            <p:cNvSpPr/>
            <p:nvPr/>
          </p:nvSpPr>
          <p:spPr>
            <a:xfrm>
              <a:off x="6100680" y="4436548"/>
              <a:ext cx="37752" cy="44037"/>
            </a:xfrm>
            <a:custGeom>
              <a:avLst/>
              <a:gdLst/>
              <a:ahLst/>
              <a:cxnLst/>
              <a:rect l="l" t="t" r="r" b="b"/>
              <a:pathLst>
                <a:path w="1802" h="2102" extrusionOk="0">
                  <a:moveTo>
                    <a:pt x="1435" y="0"/>
                  </a:moveTo>
                  <a:lnTo>
                    <a:pt x="1" y="267"/>
                  </a:lnTo>
                  <a:cubicBezTo>
                    <a:pt x="22" y="266"/>
                    <a:pt x="42" y="265"/>
                    <a:pt x="62" y="265"/>
                  </a:cubicBezTo>
                  <a:cubicBezTo>
                    <a:pt x="1038" y="265"/>
                    <a:pt x="1048" y="1772"/>
                    <a:pt x="91" y="1772"/>
                  </a:cubicBezTo>
                  <a:cubicBezTo>
                    <a:pt x="62" y="1772"/>
                    <a:pt x="32" y="1771"/>
                    <a:pt x="1" y="1768"/>
                  </a:cubicBezTo>
                  <a:lnTo>
                    <a:pt x="1" y="1768"/>
                  </a:lnTo>
                  <a:lnTo>
                    <a:pt x="1168" y="2102"/>
                  </a:lnTo>
                  <a:lnTo>
                    <a:pt x="1802" y="1134"/>
                  </a:lnTo>
                  <a:lnTo>
                    <a:pt x="143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45"/>
            <p:cNvSpPr/>
            <p:nvPr/>
          </p:nvSpPr>
          <p:spPr>
            <a:xfrm>
              <a:off x="6080421" y="4427456"/>
              <a:ext cx="69910" cy="60818"/>
            </a:xfrm>
            <a:custGeom>
              <a:avLst/>
              <a:gdLst/>
              <a:ahLst/>
              <a:cxnLst/>
              <a:rect l="l" t="t" r="r" b="b"/>
              <a:pathLst>
                <a:path w="3337" h="2903" extrusionOk="0">
                  <a:moveTo>
                    <a:pt x="1670" y="695"/>
                  </a:moveTo>
                  <a:cubicBezTo>
                    <a:pt x="1857" y="695"/>
                    <a:pt x="2048" y="769"/>
                    <a:pt x="2202" y="935"/>
                  </a:cubicBezTo>
                  <a:cubicBezTo>
                    <a:pt x="2702" y="1402"/>
                    <a:pt x="2335" y="2202"/>
                    <a:pt x="1668" y="2202"/>
                  </a:cubicBezTo>
                  <a:cubicBezTo>
                    <a:pt x="1268" y="2202"/>
                    <a:pt x="901" y="1869"/>
                    <a:pt x="934" y="1468"/>
                  </a:cubicBezTo>
                  <a:cubicBezTo>
                    <a:pt x="934" y="999"/>
                    <a:pt x="1293" y="695"/>
                    <a:pt x="1670" y="695"/>
                  </a:cubicBezTo>
                  <a:close/>
                  <a:moveTo>
                    <a:pt x="834" y="1"/>
                  </a:moveTo>
                  <a:lnTo>
                    <a:pt x="0" y="1468"/>
                  </a:lnTo>
                  <a:lnTo>
                    <a:pt x="834" y="2903"/>
                  </a:lnTo>
                  <a:lnTo>
                    <a:pt x="2502" y="2903"/>
                  </a:lnTo>
                  <a:lnTo>
                    <a:pt x="3336" y="1468"/>
                  </a:lnTo>
                  <a:lnTo>
                    <a:pt x="25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45"/>
            <p:cNvSpPr/>
            <p:nvPr/>
          </p:nvSpPr>
          <p:spPr>
            <a:xfrm>
              <a:off x="5410230" y="4491752"/>
              <a:ext cx="76907" cy="37061"/>
            </a:xfrm>
            <a:custGeom>
              <a:avLst/>
              <a:gdLst/>
              <a:ahLst/>
              <a:cxnLst/>
              <a:rect l="l" t="t" r="r" b="b"/>
              <a:pathLst>
                <a:path w="3671" h="1769" extrusionOk="0">
                  <a:moveTo>
                    <a:pt x="901" y="0"/>
                  </a:moveTo>
                  <a:cubicBezTo>
                    <a:pt x="401" y="0"/>
                    <a:pt x="1" y="401"/>
                    <a:pt x="1" y="901"/>
                  </a:cubicBezTo>
                  <a:cubicBezTo>
                    <a:pt x="1" y="1368"/>
                    <a:pt x="401" y="1768"/>
                    <a:pt x="901" y="1768"/>
                  </a:cubicBezTo>
                  <a:lnTo>
                    <a:pt x="2769" y="1768"/>
                  </a:lnTo>
                  <a:cubicBezTo>
                    <a:pt x="3270" y="1768"/>
                    <a:pt x="3670" y="1368"/>
                    <a:pt x="3670" y="901"/>
                  </a:cubicBezTo>
                  <a:cubicBezTo>
                    <a:pt x="3670" y="401"/>
                    <a:pt x="3270" y="0"/>
                    <a:pt x="27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45"/>
            <p:cNvSpPr/>
            <p:nvPr/>
          </p:nvSpPr>
          <p:spPr>
            <a:xfrm>
              <a:off x="5355027" y="4473504"/>
              <a:ext cx="90357" cy="78060"/>
            </a:xfrm>
            <a:custGeom>
              <a:avLst/>
              <a:gdLst/>
              <a:ahLst/>
              <a:cxnLst/>
              <a:rect l="l" t="t" r="r" b="b"/>
              <a:pathLst>
                <a:path w="4313" h="3726" extrusionOk="0">
                  <a:moveTo>
                    <a:pt x="2116" y="0"/>
                  </a:moveTo>
                  <a:cubicBezTo>
                    <a:pt x="1484" y="0"/>
                    <a:pt x="852" y="315"/>
                    <a:pt x="501" y="972"/>
                  </a:cubicBezTo>
                  <a:cubicBezTo>
                    <a:pt x="1" y="1906"/>
                    <a:pt x="368" y="3040"/>
                    <a:pt x="1335" y="3540"/>
                  </a:cubicBezTo>
                  <a:cubicBezTo>
                    <a:pt x="1602" y="3667"/>
                    <a:pt x="1873" y="3725"/>
                    <a:pt x="2136" y="3725"/>
                  </a:cubicBezTo>
                  <a:cubicBezTo>
                    <a:pt x="3316" y="3725"/>
                    <a:pt x="4313" y="2554"/>
                    <a:pt x="3903" y="1272"/>
                  </a:cubicBezTo>
                  <a:cubicBezTo>
                    <a:pt x="3614" y="440"/>
                    <a:pt x="2864" y="0"/>
                    <a:pt x="21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45"/>
            <p:cNvSpPr/>
            <p:nvPr/>
          </p:nvSpPr>
          <p:spPr>
            <a:xfrm>
              <a:off x="5375998" y="4467994"/>
              <a:ext cx="48227" cy="84575"/>
            </a:xfrm>
            <a:custGeom>
              <a:avLst/>
              <a:gdLst/>
              <a:ahLst/>
              <a:cxnLst/>
              <a:rect l="l" t="t" r="r" b="b"/>
              <a:pathLst>
                <a:path w="2302" h="4037" extrusionOk="0">
                  <a:moveTo>
                    <a:pt x="1802" y="0"/>
                  </a:moveTo>
                  <a:lnTo>
                    <a:pt x="0" y="3803"/>
                  </a:lnTo>
                  <a:lnTo>
                    <a:pt x="501" y="4037"/>
                  </a:lnTo>
                  <a:lnTo>
                    <a:pt x="2302" y="234"/>
                  </a:lnTo>
                  <a:lnTo>
                    <a:pt x="18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969" name="Google Shape;969;p45"/>
          <p:cNvCxnSpPr/>
          <p:nvPr/>
        </p:nvCxnSpPr>
        <p:spPr>
          <a:xfrm rot="5400000">
            <a:off x="5644800" y="1517920"/>
            <a:ext cx="1085654" cy="689866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970" name="Google Shape;970;p45"/>
          <p:cNvCxnSpPr>
            <a:stCxn id="917" idx="6"/>
          </p:cNvCxnSpPr>
          <p:nvPr/>
        </p:nvCxnSpPr>
        <p:spPr>
          <a:xfrm>
            <a:off x="2524947" y="2573242"/>
            <a:ext cx="1763700" cy="558600"/>
          </a:xfrm>
          <a:prstGeom prst="bentConnector3">
            <a:avLst>
              <a:gd name="adj1" fmla="val 29238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971" name="Google Shape;971;p45"/>
          <p:cNvCxnSpPr>
            <a:stCxn id="914" idx="2"/>
          </p:cNvCxnSpPr>
          <p:nvPr/>
        </p:nvCxnSpPr>
        <p:spPr>
          <a:xfrm flipH="1">
            <a:off x="5445794" y="3261605"/>
            <a:ext cx="1167900" cy="5850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</p:spTree>
    <p:extLst>
      <p:ext uri="{BB962C8B-B14F-4D97-AF65-F5344CB8AC3E}">
        <p14:creationId xmlns:p14="http://schemas.microsoft.com/office/powerpoint/2010/main" val="29412156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48"/>
          <p:cNvSpPr/>
          <p:nvPr/>
        </p:nvSpPr>
        <p:spPr>
          <a:xfrm>
            <a:off x="1064680" y="3762109"/>
            <a:ext cx="3504386" cy="309736"/>
          </a:xfrm>
          <a:custGeom>
            <a:avLst/>
            <a:gdLst/>
            <a:ahLst/>
            <a:cxnLst/>
            <a:rect l="l" t="t" r="r" b="b"/>
            <a:pathLst>
              <a:path w="161716" h="9441" extrusionOk="0">
                <a:moveTo>
                  <a:pt x="80858" y="1"/>
                </a:moveTo>
                <a:cubicBezTo>
                  <a:pt x="36193" y="1"/>
                  <a:pt x="0" y="2136"/>
                  <a:pt x="0" y="4738"/>
                </a:cubicBezTo>
                <a:cubicBezTo>
                  <a:pt x="0" y="7339"/>
                  <a:pt x="36193" y="9441"/>
                  <a:pt x="80858" y="9441"/>
                </a:cubicBezTo>
                <a:cubicBezTo>
                  <a:pt x="125523" y="9441"/>
                  <a:pt x="161716" y="7339"/>
                  <a:pt x="161716" y="4738"/>
                </a:cubicBezTo>
                <a:cubicBezTo>
                  <a:pt x="161716" y="2136"/>
                  <a:pt x="125523" y="1"/>
                  <a:pt x="8085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69" name="Google Shape;1069;p48"/>
          <p:cNvGrpSpPr/>
          <p:nvPr/>
        </p:nvGrpSpPr>
        <p:grpSpPr>
          <a:xfrm>
            <a:off x="1437723" y="1071655"/>
            <a:ext cx="2003860" cy="2844359"/>
            <a:chOff x="1628223" y="1071655"/>
            <a:chExt cx="2003860" cy="2844359"/>
          </a:xfrm>
        </p:grpSpPr>
        <p:sp>
          <p:nvSpPr>
            <p:cNvPr id="1070" name="Google Shape;1070;p48"/>
            <p:cNvSpPr/>
            <p:nvPr/>
          </p:nvSpPr>
          <p:spPr>
            <a:xfrm flipH="1">
              <a:off x="1628223" y="1071655"/>
              <a:ext cx="1952100" cy="2844359"/>
            </a:xfrm>
            <a:custGeom>
              <a:avLst/>
              <a:gdLst/>
              <a:ahLst/>
              <a:cxnLst/>
              <a:rect l="l" t="t" r="r" b="b"/>
              <a:pathLst>
                <a:path w="52838" h="76989" extrusionOk="0">
                  <a:moveTo>
                    <a:pt x="2902" y="0"/>
                  </a:moveTo>
                  <a:cubicBezTo>
                    <a:pt x="1301" y="0"/>
                    <a:pt x="0" y="1301"/>
                    <a:pt x="0" y="2902"/>
                  </a:cubicBezTo>
                  <a:lnTo>
                    <a:pt x="0" y="74086"/>
                  </a:lnTo>
                  <a:cubicBezTo>
                    <a:pt x="0" y="75688"/>
                    <a:pt x="1301" y="76989"/>
                    <a:pt x="2902" y="76989"/>
                  </a:cubicBezTo>
                  <a:lnTo>
                    <a:pt x="49902" y="76989"/>
                  </a:lnTo>
                  <a:cubicBezTo>
                    <a:pt x="51537" y="76989"/>
                    <a:pt x="52838" y="75688"/>
                    <a:pt x="52838" y="74086"/>
                  </a:cubicBezTo>
                  <a:lnTo>
                    <a:pt x="52838" y="2902"/>
                  </a:lnTo>
                  <a:cubicBezTo>
                    <a:pt x="52838" y="1301"/>
                    <a:pt x="51537" y="0"/>
                    <a:pt x="499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48"/>
            <p:cNvSpPr/>
            <p:nvPr/>
          </p:nvSpPr>
          <p:spPr>
            <a:xfrm flipH="1">
              <a:off x="1679983" y="1071655"/>
              <a:ext cx="1952100" cy="2844359"/>
            </a:xfrm>
            <a:custGeom>
              <a:avLst/>
              <a:gdLst/>
              <a:ahLst/>
              <a:cxnLst/>
              <a:rect l="l" t="t" r="r" b="b"/>
              <a:pathLst>
                <a:path w="52838" h="76989" extrusionOk="0">
                  <a:moveTo>
                    <a:pt x="2902" y="0"/>
                  </a:moveTo>
                  <a:cubicBezTo>
                    <a:pt x="1301" y="0"/>
                    <a:pt x="0" y="1301"/>
                    <a:pt x="0" y="2902"/>
                  </a:cubicBezTo>
                  <a:lnTo>
                    <a:pt x="0" y="74086"/>
                  </a:lnTo>
                  <a:cubicBezTo>
                    <a:pt x="0" y="75688"/>
                    <a:pt x="1301" y="76989"/>
                    <a:pt x="2902" y="76989"/>
                  </a:cubicBezTo>
                  <a:lnTo>
                    <a:pt x="49936" y="76989"/>
                  </a:lnTo>
                  <a:cubicBezTo>
                    <a:pt x="51537" y="76989"/>
                    <a:pt x="52838" y="75688"/>
                    <a:pt x="52838" y="74086"/>
                  </a:cubicBezTo>
                  <a:lnTo>
                    <a:pt x="52838" y="2902"/>
                  </a:lnTo>
                  <a:cubicBezTo>
                    <a:pt x="52838" y="1301"/>
                    <a:pt x="51537" y="0"/>
                    <a:pt x="499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48"/>
            <p:cNvSpPr/>
            <p:nvPr/>
          </p:nvSpPr>
          <p:spPr>
            <a:xfrm flipH="1">
              <a:off x="2583288" y="3715107"/>
              <a:ext cx="146709" cy="146672"/>
            </a:xfrm>
            <a:custGeom>
              <a:avLst/>
              <a:gdLst/>
              <a:ahLst/>
              <a:cxnLst/>
              <a:rect l="l" t="t" r="r" b="b"/>
              <a:pathLst>
                <a:path w="3971" h="3970" extrusionOk="0">
                  <a:moveTo>
                    <a:pt x="2002" y="0"/>
                  </a:moveTo>
                  <a:cubicBezTo>
                    <a:pt x="901" y="0"/>
                    <a:pt x="1" y="901"/>
                    <a:pt x="1" y="2002"/>
                  </a:cubicBezTo>
                  <a:cubicBezTo>
                    <a:pt x="1" y="3069"/>
                    <a:pt x="901" y="3970"/>
                    <a:pt x="2002" y="3970"/>
                  </a:cubicBezTo>
                  <a:cubicBezTo>
                    <a:pt x="3103" y="3970"/>
                    <a:pt x="3970" y="3069"/>
                    <a:pt x="3970" y="2002"/>
                  </a:cubicBezTo>
                  <a:cubicBezTo>
                    <a:pt x="3970" y="901"/>
                    <a:pt x="3103" y="0"/>
                    <a:pt x="20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48"/>
            <p:cNvSpPr/>
            <p:nvPr/>
          </p:nvSpPr>
          <p:spPr>
            <a:xfrm flipH="1">
              <a:off x="2638742" y="1111076"/>
              <a:ext cx="40713" cy="33731"/>
            </a:xfrm>
            <a:custGeom>
              <a:avLst/>
              <a:gdLst/>
              <a:ahLst/>
              <a:cxnLst/>
              <a:rect l="l" t="t" r="r" b="b"/>
              <a:pathLst>
                <a:path w="1102" h="913" extrusionOk="0">
                  <a:moveTo>
                    <a:pt x="634" y="1"/>
                  </a:moveTo>
                  <a:cubicBezTo>
                    <a:pt x="200" y="1"/>
                    <a:pt x="0" y="501"/>
                    <a:pt x="300" y="768"/>
                  </a:cubicBezTo>
                  <a:cubicBezTo>
                    <a:pt x="401" y="868"/>
                    <a:pt x="519" y="912"/>
                    <a:pt x="634" y="912"/>
                  </a:cubicBezTo>
                  <a:cubicBezTo>
                    <a:pt x="864" y="912"/>
                    <a:pt x="1079" y="734"/>
                    <a:pt x="1101" y="468"/>
                  </a:cubicBezTo>
                  <a:cubicBezTo>
                    <a:pt x="1101" y="201"/>
                    <a:pt x="868" y="1"/>
                    <a:pt x="6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6" name="Google Shape;1076;p48"/>
          <p:cNvSpPr/>
          <p:nvPr/>
        </p:nvSpPr>
        <p:spPr>
          <a:xfrm>
            <a:off x="6180510" y="1701208"/>
            <a:ext cx="2250600" cy="2724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7" name="Google Shape;1077;p48"/>
          <p:cNvSpPr txBox="1">
            <a:spLocks noGrp="1"/>
          </p:cNvSpPr>
          <p:nvPr>
            <p:ph type="title"/>
          </p:nvPr>
        </p:nvSpPr>
        <p:spPr>
          <a:xfrm flipH="1">
            <a:off x="3621146" y="650976"/>
            <a:ext cx="4588836" cy="110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/>
              <a:t>Future trends</a:t>
            </a:r>
            <a:endParaRPr sz="4800" dirty="0"/>
          </a:p>
        </p:txBody>
      </p:sp>
      <p:grpSp>
        <p:nvGrpSpPr>
          <p:cNvPr id="1078" name="Google Shape;1078;p48"/>
          <p:cNvGrpSpPr/>
          <p:nvPr/>
        </p:nvGrpSpPr>
        <p:grpSpPr>
          <a:xfrm>
            <a:off x="3480976" y="1620892"/>
            <a:ext cx="1028394" cy="1728170"/>
            <a:chOff x="2891409" y="1620892"/>
            <a:chExt cx="1074559" cy="2295122"/>
          </a:xfrm>
        </p:grpSpPr>
        <p:sp>
          <p:nvSpPr>
            <p:cNvPr id="1079" name="Google Shape;1079;p48"/>
            <p:cNvSpPr/>
            <p:nvPr/>
          </p:nvSpPr>
          <p:spPr>
            <a:xfrm flipH="1">
              <a:off x="2891409" y="1671827"/>
              <a:ext cx="1062353" cy="2244187"/>
            </a:xfrm>
            <a:custGeom>
              <a:avLst/>
              <a:gdLst/>
              <a:ahLst/>
              <a:cxnLst/>
              <a:rect l="l" t="t" r="r" b="b"/>
              <a:pathLst>
                <a:path w="28755" h="60744" extrusionOk="0">
                  <a:moveTo>
                    <a:pt x="2936" y="0"/>
                  </a:moveTo>
                  <a:cubicBezTo>
                    <a:pt x="1302" y="0"/>
                    <a:pt x="1" y="1301"/>
                    <a:pt x="1" y="2936"/>
                  </a:cubicBezTo>
                  <a:lnTo>
                    <a:pt x="1" y="57841"/>
                  </a:lnTo>
                  <a:cubicBezTo>
                    <a:pt x="1" y="59443"/>
                    <a:pt x="1302" y="60744"/>
                    <a:pt x="2936" y="60744"/>
                  </a:cubicBezTo>
                  <a:lnTo>
                    <a:pt x="25853" y="60744"/>
                  </a:lnTo>
                  <a:cubicBezTo>
                    <a:pt x="27454" y="60744"/>
                    <a:pt x="28755" y="59443"/>
                    <a:pt x="28755" y="57841"/>
                  </a:cubicBezTo>
                  <a:lnTo>
                    <a:pt x="28755" y="2936"/>
                  </a:lnTo>
                  <a:cubicBezTo>
                    <a:pt x="28755" y="1301"/>
                    <a:pt x="27454" y="0"/>
                    <a:pt x="258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48"/>
            <p:cNvSpPr/>
            <p:nvPr/>
          </p:nvSpPr>
          <p:spPr>
            <a:xfrm flipH="1">
              <a:off x="2903615" y="1620892"/>
              <a:ext cx="1062353" cy="2244187"/>
            </a:xfrm>
            <a:custGeom>
              <a:avLst/>
              <a:gdLst/>
              <a:ahLst/>
              <a:cxnLst/>
              <a:rect l="l" t="t" r="r" b="b"/>
              <a:pathLst>
                <a:path w="28755" h="60744" extrusionOk="0">
                  <a:moveTo>
                    <a:pt x="2936" y="0"/>
                  </a:moveTo>
                  <a:cubicBezTo>
                    <a:pt x="1302" y="0"/>
                    <a:pt x="1" y="1301"/>
                    <a:pt x="1" y="2936"/>
                  </a:cubicBezTo>
                  <a:lnTo>
                    <a:pt x="1" y="57841"/>
                  </a:lnTo>
                  <a:cubicBezTo>
                    <a:pt x="1" y="59443"/>
                    <a:pt x="1302" y="60744"/>
                    <a:pt x="2936" y="60744"/>
                  </a:cubicBezTo>
                  <a:lnTo>
                    <a:pt x="25853" y="60744"/>
                  </a:lnTo>
                  <a:cubicBezTo>
                    <a:pt x="27487" y="60744"/>
                    <a:pt x="28755" y="59443"/>
                    <a:pt x="28755" y="57841"/>
                  </a:cubicBezTo>
                  <a:lnTo>
                    <a:pt x="28755" y="2936"/>
                  </a:lnTo>
                  <a:cubicBezTo>
                    <a:pt x="28755" y="1301"/>
                    <a:pt x="27487" y="0"/>
                    <a:pt x="258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48"/>
            <p:cNvSpPr/>
            <p:nvPr/>
          </p:nvSpPr>
          <p:spPr>
            <a:xfrm flipH="1">
              <a:off x="3426262" y="3765611"/>
              <a:ext cx="110946" cy="95798"/>
            </a:xfrm>
            <a:custGeom>
              <a:avLst/>
              <a:gdLst/>
              <a:ahLst/>
              <a:cxnLst/>
              <a:rect l="l" t="t" r="r" b="b"/>
              <a:pathLst>
                <a:path w="3003" h="2593" extrusionOk="0">
                  <a:moveTo>
                    <a:pt x="1735" y="1"/>
                  </a:moveTo>
                  <a:cubicBezTo>
                    <a:pt x="568" y="1"/>
                    <a:pt x="1" y="1402"/>
                    <a:pt x="801" y="2203"/>
                  </a:cubicBezTo>
                  <a:cubicBezTo>
                    <a:pt x="1071" y="2472"/>
                    <a:pt x="1397" y="2592"/>
                    <a:pt x="1714" y="2592"/>
                  </a:cubicBezTo>
                  <a:cubicBezTo>
                    <a:pt x="2377" y="2592"/>
                    <a:pt x="3003" y="2069"/>
                    <a:pt x="3003" y="1302"/>
                  </a:cubicBezTo>
                  <a:cubicBezTo>
                    <a:pt x="3003" y="568"/>
                    <a:pt x="2436" y="1"/>
                    <a:pt x="17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48"/>
            <p:cNvSpPr/>
            <p:nvPr/>
          </p:nvSpPr>
          <p:spPr>
            <a:xfrm flipH="1">
              <a:off x="3331350" y="1712466"/>
              <a:ext cx="33324" cy="3332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434" y="1"/>
                  </a:moveTo>
                  <a:cubicBezTo>
                    <a:pt x="201" y="1"/>
                    <a:pt x="1" y="201"/>
                    <a:pt x="1" y="435"/>
                  </a:cubicBezTo>
                  <a:cubicBezTo>
                    <a:pt x="1" y="701"/>
                    <a:pt x="201" y="902"/>
                    <a:pt x="434" y="902"/>
                  </a:cubicBezTo>
                  <a:cubicBezTo>
                    <a:pt x="701" y="902"/>
                    <a:pt x="901" y="701"/>
                    <a:pt x="901" y="435"/>
                  </a:cubicBezTo>
                  <a:cubicBezTo>
                    <a:pt x="901" y="201"/>
                    <a:pt x="701" y="1"/>
                    <a:pt x="4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48"/>
            <p:cNvSpPr/>
            <p:nvPr/>
          </p:nvSpPr>
          <p:spPr>
            <a:xfrm flipH="1">
              <a:off x="3400363" y="1711247"/>
              <a:ext cx="215722" cy="34544"/>
            </a:xfrm>
            <a:custGeom>
              <a:avLst/>
              <a:gdLst/>
              <a:ahLst/>
              <a:cxnLst/>
              <a:rect l="l" t="t" r="r" b="b"/>
              <a:pathLst>
                <a:path w="5839" h="935" extrusionOk="0">
                  <a:moveTo>
                    <a:pt x="468" y="1"/>
                  </a:moveTo>
                  <a:cubicBezTo>
                    <a:pt x="201" y="34"/>
                    <a:pt x="1" y="234"/>
                    <a:pt x="1" y="468"/>
                  </a:cubicBezTo>
                  <a:cubicBezTo>
                    <a:pt x="1" y="734"/>
                    <a:pt x="201" y="935"/>
                    <a:pt x="468" y="935"/>
                  </a:cubicBezTo>
                  <a:lnTo>
                    <a:pt x="5371" y="935"/>
                  </a:lnTo>
                  <a:cubicBezTo>
                    <a:pt x="5638" y="935"/>
                    <a:pt x="5838" y="734"/>
                    <a:pt x="5838" y="468"/>
                  </a:cubicBezTo>
                  <a:cubicBezTo>
                    <a:pt x="5838" y="234"/>
                    <a:pt x="5638" y="34"/>
                    <a:pt x="53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Прямоугольник 2"/>
          <p:cNvSpPr/>
          <p:nvPr/>
        </p:nvSpPr>
        <p:spPr>
          <a:xfrm>
            <a:off x="200764" y="152087"/>
            <a:ext cx="56297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buClr>
                <a:srgbClr val="80ED99"/>
              </a:buClr>
              <a:buSzPts val="4800"/>
            </a:pPr>
            <a:r>
              <a:rPr lang="ru-RU" sz="4800" dirty="0">
                <a:solidFill>
                  <a:srgbClr val="80ED99"/>
                </a:solidFill>
                <a:latin typeface="Poppins Black"/>
                <a:cs typeface="Poppins Black"/>
                <a:sym typeface="Poppins Black"/>
              </a:rPr>
              <a:t>9</a:t>
            </a:r>
            <a:endParaRPr lang="en" sz="4800" dirty="0">
              <a:solidFill>
                <a:srgbClr val="80ED99"/>
              </a:solidFill>
              <a:latin typeface="Poppins Black"/>
              <a:cs typeface="Poppins Black"/>
              <a:sym typeface="Poppins Black"/>
            </a:endParaRPr>
          </a:p>
        </p:txBody>
      </p:sp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0441" y="1116940"/>
            <a:ext cx="1812008" cy="2543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icture background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41" y="1761939"/>
            <a:ext cx="1019010" cy="1435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42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Future trends</a:t>
            </a:r>
            <a:endParaRPr dirty="0"/>
          </a:p>
        </p:txBody>
      </p:sp>
      <p:grpSp>
        <p:nvGrpSpPr>
          <p:cNvPr id="861" name="Google Shape;861;p42"/>
          <p:cNvGrpSpPr/>
          <p:nvPr/>
        </p:nvGrpSpPr>
        <p:grpSpPr>
          <a:xfrm>
            <a:off x="4185619" y="1430032"/>
            <a:ext cx="4858397" cy="3183281"/>
            <a:chOff x="235800" y="830650"/>
            <a:chExt cx="6978450" cy="4588844"/>
          </a:xfrm>
        </p:grpSpPr>
        <p:sp>
          <p:nvSpPr>
            <p:cNvPr id="862" name="Google Shape;862;p42"/>
            <p:cNvSpPr/>
            <p:nvPr/>
          </p:nvSpPr>
          <p:spPr>
            <a:xfrm>
              <a:off x="235800" y="1224769"/>
              <a:ext cx="2592225" cy="4194725"/>
            </a:xfrm>
            <a:custGeom>
              <a:avLst/>
              <a:gdLst/>
              <a:ahLst/>
              <a:cxnLst/>
              <a:rect l="l" t="t" r="r" b="b"/>
              <a:pathLst>
                <a:path w="103689" h="167789" extrusionOk="0">
                  <a:moveTo>
                    <a:pt x="13807" y="0"/>
                  </a:moveTo>
                  <a:cubicBezTo>
                    <a:pt x="11526" y="0"/>
                    <a:pt x="9194" y="921"/>
                    <a:pt x="7431" y="2357"/>
                  </a:cubicBezTo>
                  <a:cubicBezTo>
                    <a:pt x="6418" y="3183"/>
                    <a:pt x="7559" y="5231"/>
                    <a:pt x="8433" y="6203"/>
                  </a:cubicBezTo>
                  <a:cubicBezTo>
                    <a:pt x="9308" y="7175"/>
                    <a:pt x="10393" y="8259"/>
                    <a:pt x="10189" y="9549"/>
                  </a:cubicBezTo>
                  <a:cubicBezTo>
                    <a:pt x="9355" y="9975"/>
                    <a:pt x="8287" y="10084"/>
                    <a:pt x="7292" y="10084"/>
                  </a:cubicBezTo>
                  <a:cubicBezTo>
                    <a:pt x="7024" y="10084"/>
                    <a:pt x="6762" y="10076"/>
                    <a:pt x="6511" y="10065"/>
                  </a:cubicBezTo>
                  <a:cubicBezTo>
                    <a:pt x="6102" y="10046"/>
                    <a:pt x="5686" y="9992"/>
                    <a:pt x="5277" y="9992"/>
                  </a:cubicBezTo>
                  <a:cubicBezTo>
                    <a:pt x="4990" y="9992"/>
                    <a:pt x="4705" y="10019"/>
                    <a:pt x="4430" y="10104"/>
                  </a:cubicBezTo>
                  <a:cubicBezTo>
                    <a:pt x="3763" y="10310"/>
                    <a:pt x="3182" y="11034"/>
                    <a:pt x="3440" y="11683"/>
                  </a:cubicBezTo>
                  <a:cubicBezTo>
                    <a:pt x="2981" y="12481"/>
                    <a:pt x="2431" y="12899"/>
                    <a:pt x="2962" y="13650"/>
                  </a:cubicBezTo>
                  <a:cubicBezTo>
                    <a:pt x="3377" y="14235"/>
                    <a:pt x="4081" y="14716"/>
                    <a:pt x="4076" y="15434"/>
                  </a:cubicBezTo>
                  <a:cubicBezTo>
                    <a:pt x="4071" y="16003"/>
                    <a:pt x="3591" y="16462"/>
                    <a:pt x="3082" y="16719"/>
                  </a:cubicBezTo>
                  <a:cubicBezTo>
                    <a:pt x="2572" y="16973"/>
                    <a:pt x="2000" y="17102"/>
                    <a:pt x="1518" y="17408"/>
                  </a:cubicBezTo>
                  <a:cubicBezTo>
                    <a:pt x="13" y="18366"/>
                    <a:pt x="0" y="20519"/>
                    <a:pt x="159" y="22295"/>
                  </a:cubicBezTo>
                  <a:cubicBezTo>
                    <a:pt x="1133" y="23491"/>
                    <a:pt x="1285" y="25550"/>
                    <a:pt x="817" y="27017"/>
                  </a:cubicBezTo>
                  <a:cubicBezTo>
                    <a:pt x="639" y="27577"/>
                    <a:pt x="351" y="28172"/>
                    <a:pt x="552" y="28724"/>
                  </a:cubicBezTo>
                  <a:cubicBezTo>
                    <a:pt x="782" y="29356"/>
                    <a:pt x="1526" y="29605"/>
                    <a:pt x="2177" y="29773"/>
                  </a:cubicBezTo>
                  <a:cubicBezTo>
                    <a:pt x="2891" y="29958"/>
                    <a:pt x="3669" y="30130"/>
                    <a:pt x="4408" y="30130"/>
                  </a:cubicBezTo>
                  <a:cubicBezTo>
                    <a:pt x="5109" y="30130"/>
                    <a:pt x="5775" y="29975"/>
                    <a:pt x="6314" y="29528"/>
                  </a:cubicBezTo>
                  <a:cubicBezTo>
                    <a:pt x="7583" y="28478"/>
                    <a:pt x="9157" y="28121"/>
                    <a:pt x="10834" y="28121"/>
                  </a:cubicBezTo>
                  <a:cubicBezTo>
                    <a:pt x="13016" y="28121"/>
                    <a:pt x="15374" y="28725"/>
                    <a:pt x="17464" y="29196"/>
                  </a:cubicBezTo>
                  <a:cubicBezTo>
                    <a:pt x="18740" y="29482"/>
                    <a:pt x="20083" y="29952"/>
                    <a:pt x="20830" y="31028"/>
                  </a:cubicBezTo>
                  <a:cubicBezTo>
                    <a:pt x="21824" y="32461"/>
                    <a:pt x="21400" y="34451"/>
                    <a:pt x="20580" y="35993"/>
                  </a:cubicBezTo>
                  <a:cubicBezTo>
                    <a:pt x="19762" y="37533"/>
                    <a:pt x="18587" y="38903"/>
                    <a:pt x="18068" y="40567"/>
                  </a:cubicBezTo>
                  <a:cubicBezTo>
                    <a:pt x="17582" y="42129"/>
                    <a:pt x="17717" y="43806"/>
                    <a:pt x="17859" y="45436"/>
                  </a:cubicBezTo>
                  <a:cubicBezTo>
                    <a:pt x="18032" y="47441"/>
                    <a:pt x="18242" y="49554"/>
                    <a:pt x="19405" y="51198"/>
                  </a:cubicBezTo>
                  <a:cubicBezTo>
                    <a:pt x="20624" y="52922"/>
                    <a:pt x="21392" y="55494"/>
                    <a:pt x="21294" y="57601"/>
                  </a:cubicBezTo>
                  <a:cubicBezTo>
                    <a:pt x="21216" y="59294"/>
                    <a:pt x="20619" y="60958"/>
                    <a:pt x="20775" y="62645"/>
                  </a:cubicBezTo>
                  <a:cubicBezTo>
                    <a:pt x="21057" y="65704"/>
                    <a:pt x="23699" y="67999"/>
                    <a:pt x="26397" y="69471"/>
                  </a:cubicBezTo>
                  <a:cubicBezTo>
                    <a:pt x="29219" y="71013"/>
                    <a:pt x="31651" y="73637"/>
                    <a:pt x="32623" y="76701"/>
                  </a:cubicBezTo>
                  <a:cubicBezTo>
                    <a:pt x="33112" y="78241"/>
                    <a:pt x="33257" y="79868"/>
                    <a:pt x="33688" y="81425"/>
                  </a:cubicBezTo>
                  <a:cubicBezTo>
                    <a:pt x="34432" y="84119"/>
                    <a:pt x="36051" y="86565"/>
                    <a:pt x="38239" y="88307"/>
                  </a:cubicBezTo>
                  <a:cubicBezTo>
                    <a:pt x="39834" y="89575"/>
                    <a:pt x="42451" y="90023"/>
                    <a:pt x="44455" y="90388"/>
                  </a:cubicBezTo>
                  <a:cubicBezTo>
                    <a:pt x="45495" y="90578"/>
                    <a:pt x="46617" y="90728"/>
                    <a:pt x="47400" y="91437"/>
                  </a:cubicBezTo>
                  <a:cubicBezTo>
                    <a:pt x="47762" y="91764"/>
                    <a:pt x="48023" y="92187"/>
                    <a:pt x="48369" y="92530"/>
                  </a:cubicBezTo>
                  <a:cubicBezTo>
                    <a:pt x="50044" y="94188"/>
                    <a:pt x="53127" y="93507"/>
                    <a:pt x="54821" y="95145"/>
                  </a:cubicBezTo>
                  <a:cubicBezTo>
                    <a:pt x="55259" y="95566"/>
                    <a:pt x="55558" y="96107"/>
                    <a:pt x="55941" y="96579"/>
                  </a:cubicBezTo>
                  <a:cubicBezTo>
                    <a:pt x="56887" y="97736"/>
                    <a:pt x="58370" y="98428"/>
                    <a:pt x="59861" y="98428"/>
                  </a:cubicBezTo>
                  <a:cubicBezTo>
                    <a:pt x="60003" y="98428"/>
                    <a:pt x="60145" y="98421"/>
                    <a:pt x="60286" y="98409"/>
                  </a:cubicBezTo>
                  <a:lnTo>
                    <a:pt x="60286" y="98409"/>
                  </a:lnTo>
                  <a:cubicBezTo>
                    <a:pt x="59905" y="99653"/>
                    <a:pt x="61397" y="101114"/>
                    <a:pt x="60936" y="102330"/>
                  </a:cubicBezTo>
                  <a:cubicBezTo>
                    <a:pt x="60565" y="103312"/>
                    <a:pt x="59445" y="103741"/>
                    <a:pt x="58674" y="104452"/>
                  </a:cubicBezTo>
                  <a:cubicBezTo>
                    <a:pt x="57337" y="105685"/>
                    <a:pt x="57129" y="107795"/>
                    <a:pt x="57705" y="109521"/>
                  </a:cubicBezTo>
                  <a:cubicBezTo>
                    <a:pt x="58282" y="111246"/>
                    <a:pt x="59498" y="112671"/>
                    <a:pt x="60717" y="114022"/>
                  </a:cubicBezTo>
                  <a:cubicBezTo>
                    <a:pt x="62978" y="116530"/>
                    <a:pt x="65696" y="117746"/>
                    <a:pt x="68148" y="120066"/>
                  </a:cubicBezTo>
                  <a:cubicBezTo>
                    <a:pt x="70420" y="122216"/>
                    <a:pt x="70937" y="125696"/>
                    <a:pt x="70438" y="128784"/>
                  </a:cubicBezTo>
                  <a:cubicBezTo>
                    <a:pt x="69938" y="131872"/>
                    <a:pt x="68585" y="134744"/>
                    <a:pt x="67620" y="137718"/>
                  </a:cubicBezTo>
                  <a:cubicBezTo>
                    <a:pt x="65814" y="143276"/>
                    <a:pt x="65376" y="149382"/>
                    <a:pt x="67102" y="154963"/>
                  </a:cubicBezTo>
                  <a:cubicBezTo>
                    <a:pt x="68828" y="160546"/>
                    <a:pt x="72869" y="165522"/>
                    <a:pt x="78283" y="167717"/>
                  </a:cubicBezTo>
                  <a:cubicBezTo>
                    <a:pt x="78404" y="167766"/>
                    <a:pt x="78530" y="167788"/>
                    <a:pt x="78658" y="167788"/>
                  </a:cubicBezTo>
                  <a:cubicBezTo>
                    <a:pt x="79167" y="167788"/>
                    <a:pt x="79705" y="167444"/>
                    <a:pt x="80056" y="167066"/>
                  </a:cubicBezTo>
                  <a:cubicBezTo>
                    <a:pt x="80495" y="166591"/>
                    <a:pt x="80589" y="165833"/>
                    <a:pt x="80281" y="165265"/>
                  </a:cubicBezTo>
                  <a:cubicBezTo>
                    <a:pt x="79304" y="163467"/>
                    <a:pt x="77566" y="161932"/>
                    <a:pt x="76298" y="160326"/>
                  </a:cubicBezTo>
                  <a:cubicBezTo>
                    <a:pt x="75898" y="159821"/>
                    <a:pt x="75478" y="159248"/>
                    <a:pt x="75530" y="158607"/>
                  </a:cubicBezTo>
                  <a:cubicBezTo>
                    <a:pt x="75589" y="157886"/>
                    <a:pt x="76208" y="157367"/>
                    <a:pt x="76666" y="156807"/>
                  </a:cubicBezTo>
                  <a:cubicBezTo>
                    <a:pt x="77361" y="155947"/>
                    <a:pt x="77729" y="154867"/>
                    <a:pt x="77704" y="153762"/>
                  </a:cubicBezTo>
                  <a:cubicBezTo>
                    <a:pt x="77674" y="152733"/>
                    <a:pt x="77075" y="151726"/>
                    <a:pt x="77111" y="150697"/>
                  </a:cubicBezTo>
                  <a:cubicBezTo>
                    <a:pt x="77146" y="149667"/>
                    <a:pt x="77701" y="148583"/>
                    <a:pt x="78676" y="148251"/>
                  </a:cubicBezTo>
                  <a:cubicBezTo>
                    <a:pt x="79120" y="148100"/>
                    <a:pt x="79614" y="148115"/>
                    <a:pt x="80042" y="147926"/>
                  </a:cubicBezTo>
                  <a:cubicBezTo>
                    <a:pt x="81453" y="147303"/>
                    <a:pt x="81228" y="145153"/>
                    <a:pt x="82249" y="143996"/>
                  </a:cubicBezTo>
                  <a:cubicBezTo>
                    <a:pt x="82722" y="143460"/>
                    <a:pt x="83419" y="143193"/>
                    <a:pt x="84064" y="142883"/>
                  </a:cubicBezTo>
                  <a:cubicBezTo>
                    <a:pt x="86792" y="141571"/>
                    <a:pt x="89035" y="138972"/>
                    <a:pt x="89283" y="135957"/>
                  </a:cubicBezTo>
                  <a:cubicBezTo>
                    <a:pt x="89483" y="133544"/>
                    <a:pt x="88605" y="130615"/>
                    <a:pt x="90438" y="129034"/>
                  </a:cubicBezTo>
                  <a:cubicBezTo>
                    <a:pt x="91238" y="128344"/>
                    <a:pt x="92244" y="128199"/>
                    <a:pt x="93314" y="128199"/>
                  </a:cubicBezTo>
                  <a:cubicBezTo>
                    <a:pt x="94087" y="128199"/>
                    <a:pt x="94894" y="128275"/>
                    <a:pt x="95682" y="128275"/>
                  </a:cubicBezTo>
                  <a:cubicBezTo>
                    <a:pt x="96098" y="128275"/>
                    <a:pt x="96509" y="128254"/>
                    <a:pt x="96908" y="128189"/>
                  </a:cubicBezTo>
                  <a:cubicBezTo>
                    <a:pt x="97800" y="128044"/>
                    <a:pt x="98396" y="127214"/>
                    <a:pt x="98814" y="126412"/>
                  </a:cubicBezTo>
                  <a:cubicBezTo>
                    <a:pt x="99231" y="125609"/>
                    <a:pt x="99280" y="124658"/>
                    <a:pt x="99129" y="123766"/>
                  </a:cubicBezTo>
                  <a:cubicBezTo>
                    <a:pt x="98945" y="122668"/>
                    <a:pt x="98473" y="121597"/>
                    <a:pt x="98577" y="120489"/>
                  </a:cubicBezTo>
                  <a:cubicBezTo>
                    <a:pt x="98723" y="118930"/>
                    <a:pt x="99942" y="117730"/>
                    <a:pt x="100886" y="116480"/>
                  </a:cubicBezTo>
                  <a:cubicBezTo>
                    <a:pt x="102003" y="114998"/>
                    <a:pt x="102797" y="113297"/>
                    <a:pt x="103214" y="111488"/>
                  </a:cubicBezTo>
                  <a:cubicBezTo>
                    <a:pt x="103689" y="109429"/>
                    <a:pt x="102371" y="106997"/>
                    <a:pt x="100524" y="105970"/>
                  </a:cubicBezTo>
                  <a:cubicBezTo>
                    <a:pt x="98677" y="104943"/>
                    <a:pt x="96462" y="104915"/>
                    <a:pt x="94350" y="104853"/>
                  </a:cubicBezTo>
                  <a:cubicBezTo>
                    <a:pt x="92237" y="104794"/>
                    <a:pt x="89999" y="104633"/>
                    <a:pt x="88273" y="103414"/>
                  </a:cubicBezTo>
                  <a:cubicBezTo>
                    <a:pt x="86692" y="102296"/>
                    <a:pt x="85799" y="100469"/>
                    <a:pt x="84550" y="98991"/>
                  </a:cubicBezTo>
                  <a:cubicBezTo>
                    <a:pt x="82441" y="96497"/>
                    <a:pt x="79375" y="95057"/>
                    <a:pt x="76410" y="93690"/>
                  </a:cubicBezTo>
                  <a:cubicBezTo>
                    <a:pt x="75559" y="93298"/>
                    <a:pt x="74630" y="92901"/>
                    <a:pt x="73720" y="92901"/>
                  </a:cubicBezTo>
                  <a:cubicBezTo>
                    <a:pt x="73431" y="92901"/>
                    <a:pt x="73144" y="92941"/>
                    <a:pt x="72862" y="93034"/>
                  </a:cubicBezTo>
                  <a:cubicBezTo>
                    <a:pt x="72400" y="93185"/>
                    <a:pt x="71985" y="93473"/>
                    <a:pt x="71508" y="93564"/>
                  </a:cubicBezTo>
                  <a:cubicBezTo>
                    <a:pt x="71390" y="93586"/>
                    <a:pt x="71274" y="93597"/>
                    <a:pt x="71159" y="93597"/>
                  </a:cubicBezTo>
                  <a:cubicBezTo>
                    <a:pt x="70006" y="93597"/>
                    <a:pt x="69033" y="92520"/>
                    <a:pt x="67966" y="91944"/>
                  </a:cubicBezTo>
                  <a:cubicBezTo>
                    <a:pt x="67424" y="91651"/>
                    <a:pt x="66830" y="91518"/>
                    <a:pt x="66231" y="91518"/>
                  </a:cubicBezTo>
                  <a:cubicBezTo>
                    <a:pt x="64138" y="91518"/>
                    <a:pt x="61986" y="93147"/>
                    <a:pt x="61817" y="95293"/>
                  </a:cubicBezTo>
                  <a:cubicBezTo>
                    <a:pt x="61476" y="95410"/>
                    <a:pt x="61056" y="95468"/>
                    <a:pt x="60611" y="95468"/>
                  </a:cubicBezTo>
                  <a:cubicBezTo>
                    <a:pt x="59413" y="95468"/>
                    <a:pt x="58031" y="95047"/>
                    <a:pt x="57510" y="94228"/>
                  </a:cubicBezTo>
                  <a:cubicBezTo>
                    <a:pt x="56995" y="93419"/>
                    <a:pt x="56789" y="92287"/>
                    <a:pt x="55904" y="91918"/>
                  </a:cubicBezTo>
                  <a:cubicBezTo>
                    <a:pt x="55432" y="91722"/>
                    <a:pt x="54840" y="91796"/>
                    <a:pt x="54455" y="91458"/>
                  </a:cubicBezTo>
                  <a:cubicBezTo>
                    <a:pt x="53818" y="90898"/>
                    <a:pt x="54313" y="89881"/>
                    <a:pt x="54428" y="89040"/>
                  </a:cubicBezTo>
                  <a:cubicBezTo>
                    <a:pt x="54609" y="87696"/>
                    <a:pt x="53607" y="86419"/>
                    <a:pt x="52383" y="85834"/>
                  </a:cubicBezTo>
                  <a:cubicBezTo>
                    <a:pt x="51161" y="85249"/>
                    <a:pt x="49761" y="85202"/>
                    <a:pt x="48407" y="85159"/>
                  </a:cubicBezTo>
                  <a:cubicBezTo>
                    <a:pt x="47051" y="85115"/>
                    <a:pt x="45649" y="85054"/>
                    <a:pt x="44436" y="84447"/>
                  </a:cubicBezTo>
                  <a:cubicBezTo>
                    <a:pt x="42077" y="83264"/>
                    <a:pt x="41111" y="80063"/>
                    <a:pt x="42146" y="77635"/>
                  </a:cubicBezTo>
                  <a:cubicBezTo>
                    <a:pt x="43156" y="75267"/>
                    <a:pt x="45760" y="73783"/>
                    <a:pt x="48337" y="73783"/>
                  </a:cubicBezTo>
                  <a:cubicBezTo>
                    <a:pt x="48401" y="73783"/>
                    <a:pt x="48464" y="73784"/>
                    <a:pt x="48528" y="73786"/>
                  </a:cubicBezTo>
                  <a:cubicBezTo>
                    <a:pt x="51112" y="73862"/>
                    <a:pt x="53842" y="75749"/>
                    <a:pt x="53870" y="78335"/>
                  </a:cubicBezTo>
                  <a:cubicBezTo>
                    <a:pt x="53875" y="78746"/>
                    <a:pt x="54287" y="78928"/>
                    <a:pt x="54735" y="78928"/>
                  </a:cubicBezTo>
                  <a:cubicBezTo>
                    <a:pt x="55004" y="78928"/>
                    <a:pt x="55285" y="78863"/>
                    <a:pt x="55498" y="78741"/>
                  </a:cubicBezTo>
                  <a:cubicBezTo>
                    <a:pt x="56067" y="78416"/>
                    <a:pt x="56365" y="77760"/>
                    <a:pt x="56505" y="77119"/>
                  </a:cubicBezTo>
                  <a:cubicBezTo>
                    <a:pt x="56645" y="76478"/>
                    <a:pt x="56664" y="75812"/>
                    <a:pt x="56860" y="75186"/>
                  </a:cubicBezTo>
                  <a:cubicBezTo>
                    <a:pt x="57310" y="73749"/>
                    <a:pt x="58757" y="72690"/>
                    <a:pt x="60261" y="72690"/>
                  </a:cubicBezTo>
                  <a:cubicBezTo>
                    <a:pt x="60273" y="72690"/>
                    <a:pt x="60285" y="72690"/>
                    <a:pt x="60297" y="72690"/>
                  </a:cubicBezTo>
                  <a:cubicBezTo>
                    <a:pt x="60306" y="72690"/>
                    <a:pt x="60314" y="72690"/>
                    <a:pt x="60323" y="72690"/>
                  </a:cubicBezTo>
                  <a:cubicBezTo>
                    <a:pt x="61893" y="72690"/>
                    <a:pt x="62998" y="71122"/>
                    <a:pt x="64116" y="70013"/>
                  </a:cubicBezTo>
                  <a:cubicBezTo>
                    <a:pt x="65241" y="68896"/>
                    <a:pt x="65913" y="67214"/>
                    <a:pt x="65469" y="65693"/>
                  </a:cubicBezTo>
                  <a:cubicBezTo>
                    <a:pt x="65229" y="64873"/>
                    <a:pt x="64683" y="64046"/>
                    <a:pt x="64956" y="63238"/>
                  </a:cubicBezTo>
                  <a:cubicBezTo>
                    <a:pt x="65170" y="62604"/>
                    <a:pt x="65822" y="62237"/>
                    <a:pt x="66438" y="61978"/>
                  </a:cubicBezTo>
                  <a:cubicBezTo>
                    <a:pt x="67992" y="61328"/>
                    <a:pt x="69657" y="60995"/>
                    <a:pt x="71338" y="60995"/>
                  </a:cubicBezTo>
                  <a:cubicBezTo>
                    <a:pt x="71514" y="60995"/>
                    <a:pt x="71689" y="60998"/>
                    <a:pt x="71865" y="61005"/>
                  </a:cubicBezTo>
                  <a:cubicBezTo>
                    <a:pt x="71916" y="61008"/>
                    <a:pt x="71966" y="61009"/>
                    <a:pt x="72016" y="61009"/>
                  </a:cubicBezTo>
                  <a:cubicBezTo>
                    <a:pt x="73530" y="61009"/>
                    <a:pt x="74333" y="60016"/>
                    <a:pt x="75129" y="58671"/>
                  </a:cubicBezTo>
                  <a:cubicBezTo>
                    <a:pt x="75724" y="57667"/>
                    <a:pt x="75988" y="56400"/>
                    <a:pt x="76935" y="55719"/>
                  </a:cubicBezTo>
                  <a:cubicBezTo>
                    <a:pt x="77461" y="55341"/>
                    <a:pt x="78061" y="55227"/>
                    <a:pt x="78697" y="55227"/>
                  </a:cubicBezTo>
                  <a:cubicBezTo>
                    <a:pt x="79669" y="55227"/>
                    <a:pt x="80723" y="55493"/>
                    <a:pt x="81724" y="55493"/>
                  </a:cubicBezTo>
                  <a:cubicBezTo>
                    <a:pt x="81835" y="55493"/>
                    <a:pt x="81945" y="55490"/>
                    <a:pt x="82055" y="55483"/>
                  </a:cubicBezTo>
                  <a:cubicBezTo>
                    <a:pt x="84597" y="55311"/>
                    <a:pt x="86582" y="52458"/>
                    <a:pt x="85860" y="50015"/>
                  </a:cubicBezTo>
                  <a:cubicBezTo>
                    <a:pt x="85517" y="48852"/>
                    <a:pt x="84704" y="47901"/>
                    <a:pt x="84043" y="46884"/>
                  </a:cubicBezTo>
                  <a:cubicBezTo>
                    <a:pt x="83131" y="45481"/>
                    <a:pt x="82492" y="43918"/>
                    <a:pt x="82159" y="42277"/>
                  </a:cubicBezTo>
                  <a:cubicBezTo>
                    <a:pt x="81854" y="40773"/>
                    <a:pt x="81767" y="39118"/>
                    <a:pt x="80776" y="37947"/>
                  </a:cubicBezTo>
                  <a:cubicBezTo>
                    <a:pt x="79227" y="38020"/>
                    <a:pt x="77350" y="37975"/>
                    <a:pt x="75971" y="38686"/>
                  </a:cubicBezTo>
                  <a:cubicBezTo>
                    <a:pt x="75699" y="37108"/>
                    <a:pt x="75398" y="35461"/>
                    <a:pt x="74423" y="34192"/>
                  </a:cubicBezTo>
                  <a:cubicBezTo>
                    <a:pt x="73732" y="33291"/>
                    <a:pt x="72587" y="32657"/>
                    <a:pt x="71488" y="32657"/>
                  </a:cubicBezTo>
                  <a:cubicBezTo>
                    <a:pt x="71039" y="32657"/>
                    <a:pt x="70597" y="32763"/>
                    <a:pt x="70198" y="32999"/>
                  </a:cubicBezTo>
                  <a:cubicBezTo>
                    <a:pt x="68851" y="33794"/>
                    <a:pt x="68559" y="35642"/>
                    <a:pt x="68807" y="37187"/>
                  </a:cubicBezTo>
                  <a:cubicBezTo>
                    <a:pt x="69057" y="38731"/>
                    <a:pt x="69698" y="40227"/>
                    <a:pt x="69655" y="41791"/>
                  </a:cubicBezTo>
                  <a:cubicBezTo>
                    <a:pt x="69615" y="43336"/>
                    <a:pt x="68552" y="45042"/>
                    <a:pt x="67017" y="45042"/>
                  </a:cubicBezTo>
                  <a:cubicBezTo>
                    <a:pt x="66998" y="45042"/>
                    <a:pt x="66979" y="45041"/>
                    <a:pt x="66960" y="45041"/>
                  </a:cubicBezTo>
                  <a:cubicBezTo>
                    <a:pt x="66146" y="45019"/>
                    <a:pt x="65416" y="44522"/>
                    <a:pt x="64843" y="43941"/>
                  </a:cubicBezTo>
                  <a:cubicBezTo>
                    <a:pt x="64022" y="43112"/>
                    <a:pt x="63372" y="42052"/>
                    <a:pt x="62317" y="41553"/>
                  </a:cubicBezTo>
                  <a:cubicBezTo>
                    <a:pt x="61507" y="41171"/>
                    <a:pt x="60577" y="41179"/>
                    <a:pt x="59704" y="40982"/>
                  </a:cubicBezTo>
                  <a:cubicBezTo>
                    <a:pt x="56728" y="40316"/>
                    <a:pt x="54688" y="36902"/>
                    <a:pt x="55510" y="33965"/>
                  </a:cubicBezTo>
                  <a:cubicBezTo>
                    <a:pt x="56182" y="31564"/>
                    <a:pt x="58657" y="29882"/>
                    <a:pt x="61117" y="29882"/>
                  </a:cubicBezTo>
                  <a:cubicBezTo>
                    <a:pt x="61664" y="29882"/>
                    <a:pt x="62211" y="29966"/>
                    <a:pt x="62737" y="30143"/>
                  </a:cubicBezTo>
                  <a:cubicBezTo>
                    <a:pt x="66237" y="28861"/>
                    <a:pt x="67660" y="24447"/>
                    <a:pt x="66265" y="20991"/>
                  </a:cubicBezTo>
                  <a:cubicBezTo>
                    <a:pt x="64868" y="17535"/>
                    <a:pt x="61115" y="15389"/>
                    <a:pt x="57392" y="15226"/>
                  </a:cubicBezTo>
                  <a:cubicBezTo>
                    <a:pt x="56302" y="15179"/>
                    <a:pt x="55191" y="15275"/>
                    <a:pt x="54134" y="15007"/>
                  </a:cubicBezTo>
                  <a:cubicBezTo>
                    <a:pt x="51145" y="14251"/>
                    <a:pt x="49582" y="10965"/>
                    <a:pt x="46980" y="9310"/>
                  </a:cubicBezTo>
                  <a:cubicBezTo>
                    <a:pt x="46287" y="8869"/>
                    <a:pt x="45224" y="8778"/>
                    <a:pt x="44079" y="8778"/>
                  </a:cubicBezTo>
                  <a:cubicBezTo>
                    <a:pt x="43277" y="8778"/>
                    <a:pt x="42435" y="8823"/>
                    <a:pt x="41651" y="8823"/>
                  </a:cubicBezTo>
                  <a:cubicBezTo>
                    <a:pt x="40795" y="8823"/>
                    <a:pt x="40007" y="8769"/>
                    <a:pt x="39418" y="8547"/>
                  </a:cubicBezTo>
                  <a:cubicBezTo>
                    <a:pt x="38499" y="8200"/>
                    <a:pt x="37525" y="8023"/>
                    <a:pt x="36546" y="8023"/>
                  </a:cubicBezTo>
                  <a:cubicBezTo>
                    <a:pt x="36275" y="8023"/>
                    <a:pt x="36003" y="8037"/>
                    <a:pt x="35731" y="8064"/>
                  </a:cubicBezTo>
                  <a:cubicBezTo>
                    <a:pt x="34635" y="9104"/>
                    <a:pt x="32585" y="9398"/>
                    <a:pt x="31077" y="9499"/>
                  </a:cubicBezTo>
                  <a:cubicBezTo>
                    <a:pt x="29526" y="7990"/>
                    <a:pt x="27655" y="6585"/>
                    <a:pt x="25725" y="5605"/>
                  </a:cubicBezTo>
                  <a:cubicBezTo>
                    <a:pt x="24435" y="4951"/>
                    <a:pt x="22930" y="4260"/>
                    <a:pt x="22532" y="2870"/>
                  </a:cubicBezTo>
                  <a:cubicBezTo>
                    <a:pt x="22012" y="1053"/>
                    <a:pt x="19376" y="125"/>
                    <a:pt x="17200" y="125"/>
                  </a:cubicBezTo>
                  <a:cubicBezTo>
                    <a:pt x="16716" y="125"/>
                    <a:pt x="16254" y="171"/>
                    <a:pt x="15844" y="263"/>
                  </a:cubicBezTo>
                  <a:cubicBezTo>
                    <a:pt x="15181" y="84"/>
                    <a:pt x="14496" y="0"/>
                    <a:pt x="13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solidFill>
                <a:schemeClr val="accent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42"/>
            <p:cNvSpPr/>
            <p:nvPr/>
          </p:nvSpPr>
          <p:spPr>
            <a:xfrm>
              <a:off x="2370225" y="830650"/>
              <a:ext cx="1016975" cy="1158500"/>
            </a:xfrm>
            <a:custGeom>
              <a:avLst/>
              <a:gdLst/>
              <a:ahLst/>
              <a:cxnLst/>
              <a:rect l="l" t="t" r="r" b="b"/>
              <a:pathLst>
                <a:path w="40679" h="46340" extrusionOk="0">
                  <a:moveTo>
                    <a:pt x="15780" y="0"/>
                  </a:moveTo>
                  <a:cubicBezTo>
                    <a:pt x="14989" y="0"/>
                    <a:pt x="14213" y="109"/>
                    <a:pt x="13470" y="421"/>
                  </a:cubicBezTo>
                  <a:cubicBezTo>
                    <a:pt x="9879" y="1928"/>
                    <a:pt x="10933" y="5468"/>
                    <a:pt x="8580" y="7572"/>
                  </a:cubicBezTo>
                  <a:cubicBezTo>
                    <a:pt x="6546" y="9390"/>
                    <a:pt x="2788" y="7963"/>
                    <a:pt x="1150" y="10460"/>
                  </a:cubicBezTo>
                  <a:cubicBezTo>
                    <a:pt x="0" y="12215"/>
                    <a:pt x="1289" y="14606"/>
                    <a:pt x="2962" y="15871"/>
                  </a:cubicBezTo>
                  <a:cubicBezTo>
                    <a:pt x="4636" y="17135"/>
                    <a:pt x="6731" y="17894"/>
                    <a:pt x="8056" y="19522"/>
                  </a:cubicBezTo>
                  <a:cubicBezTo>
                    <a:pt x="10183" y="22136"/>
                    <a:pt x="9577" y="26004"/>
                    <a:pt x="8413" y="29169"/>
                  </a:cubicBezTo>
                  <a:cubicBezTo>
                    <a:pt x="7247" y="32332"/>
                    <a:pt x="5603" y="35532"/>
                    <a:pt x="6005" y="38881"/>
                  </a:cubicBezTo>
                  <a:cubicBezTo>
                    <a:pt x="6193" y="40459"/>
                    <a:pt x="6837" y="41956"/>
                    <a:pt x="7675" y="43307"/>
                  </a:cubicBezTo>
                  <a:cubicBezTo>
                    <a:pt x="8488" y="44615"/>
                    <a:pt x="9597" y="45873"/>
                    <a:pt x="11095" y="46235"/>
                  </a:cubicBezTo>
                  <a:cubicBezTo>
                    <a:pt x="11391" y="46306"/>
                    <a:pt x="11688" y="46339"/>
                    <a:pt x="11983" y="46339"/>
                  </a:cubicBezTo>
                  <a:cubicBezTo>
                    <a:pt x="13586" y="46339"/>
                    <a:pt x="15150" y="45367"/>
                    <a:pt x="16368" y="44250"/>
                  </a:cubicBezTo>
                  <a:cubicBezTo>
                    <a:pt x="17812" y="42927"/>
                    <a:pt x="19065" y="41325"/>
                    <a:pt x="20822" y="40465"/>
                  </a:cubicBezTo>
                  <a:cubicBezTo>
                    <a:pt x="23353" y="39224"/>
                    <a:pt x="26610" y="39686"/>
                    <a:pt x="28815" y="37929"/>
                  </a:cubicBezTo>
                  <a:cubicBezTo>
                    <a:pt x="31544" y="35754"/>
                    <a:pt x="31140" y="31606"/>
                    <a:pt x="31890" y="28199"/>
                  </a:cubicBezTo>
                  <a:cubicBezTo>
                    <a:pt x="33150" y="22476"/>
                    <a:pt x="38102" y="18249"/>
                    <a:pt x="40038" y="12718"/>
                  </a:cubicBezTo>
                  <a:cubicBezTo>
                    <a:pt x="40418" y="11636"/>
                    <a:pt x="40679" y="10499"/>
                    <a:pt x="40652" y="9352"/>
                  </a:cubicBezTo>
                  <a:cubicBezTo>
                    <a:pt x="40569" y="5649"/>
                    <a:pt x="37449" y="2571"/>
                    <a:pt x="33956" y="1339"/>
                  </a:cubicBezTo>
                  <a:cubicBezTo>
                    <a:pt x="31938" y="627"/>
                    <a:pt x="29911" y="457"/>
                    <a:pt x="27871" y="457"/>
                  </a:cubicBezTo>
                  <a:cubicBezTo>
                    <a:pt x="26007" y="457"/>
                    <a:pt x="24132" y="599"/>
                    <a:pt x="22245" y="599"/>
                  </a:cubicBezTo>
                  <a:cubicBezTo>
                    <a:pt x="21785" y="599"/>
                    <a:pt x="21325" y="591"/>
                    <a:pt x="20863" y="570"/>
                  </a:cubicBezTo>
                  <a:cubicBezTo>
                    <a:pt x="19225" y="496"/>
                    <a:pt x="17470" y="0"/>
                    <a:pt x="157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solidFill>
                <a:schemeClr val="accent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42"/>
            <p:cNvSpPr/>
            <p:nvPr/>
          </p:nvSpPr>
          <p:spPr>
            <a:xfrm>
              <a:off x="3143325" y="1089650"/>
              <a:ext cx="4064350" cy="3503975"/>
            </a:xfrm>
            <a:custGeom>
              <a:avLst/>
              <a:gdLst/>
              <a:ahLst/>
              <a:cxnLst/>
              <a:rect l="l" t="t" r="r" b="b"/>
              <a:pathLst>
                <a:path w="162574" h="140159" extrusionOk="0">
                  <a:moveTo>
                    <a:pt x="149391" y="0"/>
                  </a:moveTo>
                  <a:cubicBezTo>
                    <a:pt x="148360" y="0"/>
                    <a:pt x="147330" y="156"/>
                    <a:pt x="146349" y="477"/>
                  </a:cubicBezTo>
                  <a:cubicBezTo>
                    <a:pt x="145329" y="812"/>
                    <a:pt x="144363" y="1309"/>
                    <a:pt x="143326" y="1583"/>
                  </a:cubicBezTo>
                  <a:cubicBezTo>
                    <a:pt x="142494" y="1801"/>
                    <a:pt x="141638" y="1870"/>
                    <a:pt x="140776" y="1870"/>
                  </a:cubicBezTo>
                  <a:cubicBezTo>
                    <a:pt x="140050" y="1870"/>
                    <a:pt x="139319" y="1821"/>
                    <a:pt x="138596" y="1772"/>
                  </a:cubicBezTo>
                  <a:lnTo>
                    <a:pt x="130106" y="1191"/>
                  </a:lnTo>
                  <a:cubicBezTo>
                    <a:pt x="129237" y="1132"/>
                    <a:pt x="128350" y="1076"/>
                    <a:pt x="127469" y="1076"/>
                  </a:cubicBezTo>
                  <a:cubicBezTo>
                    <a:pt x="125783" y="1076"/>
                    <a:pt x="124119" y="1281"/>
                    <a:pt x="122644" y="2056"/>
                  </a:cubicBezTo>
                  <a:cubicBezTo>
                    <a:pt x="119360" y="3782"/>
                    <a:pt x="117499" y="8084"/>
                    <a:pt x="113816" y="8529"/>
                  </a:cubicBezTo>
                  <a:cubicBezTo>
                    <a:pt x="113611" y="8554"/>
                    <a:pt x="113408" y="8566"/>
                    <a:pt x="113207" y="8566"/>
                  </a:cubicBezTo>
                  <a:cubicBezTo>
                    <a:pt x="110853" y="8566"/>
                    <a:pt x="108715" y="6973"/>
                    <a:pt x="106473" y="6087"/>
                  </a:cubicBezTo>
                  <a:cubicBezTo>
                    <a:pt x="105100" y="5543"/>
                    <a:pt x="103627" y="5279"/>
                    <a:pt x="102152" y="5279"/>
                  </a:cubicBezTo>
                  <a:cubicBezTo>
                    <a:pt x="99404" y="5279"/>
                    <a:pt x="96647" y="6196"/>
                    <a:pt x="94512" y="7933"/>
                  </a:cubicBezTo>
                  <a:cubicBezTo>
                    <a:pt x="93279" y="7304"/>
                    <a:pt x="93660" y="5468"/>
                    <a:pt x="93225" y="4153"/>
                  </a:cubicBezTo>
                  <a:cubicBezTo>
                    <a:pt x="92771" y="2782"/>
                    <a:pt x="91297" y="1954"/>
                    <a:pt x="89858" y="1828"/>
                  </a:cubicBezTo>
                  <a:cubicBezTo>
                    <a:pt x="89687" y="1813"/>
                    <a:pt x="89517" y="1806"/>
                    <a:pt x="89348" y="1806"/>
                  </a:cubicBezTo>
                  <a:cubicBezTo>
                    <a:pt x="88082" y="1806"/>
                    <a:pt x="86834" y="2194"/>
                    <a:pt x="85623" y="2590"/>
                  </a:cubicBezTo>
                  <a:cubicBezTo>
                    <a:pt x="82664" y="3556"/>
                    <a:pt x="79224" y="5204"/>
                    <a:pt x="78950" y="8303"/>
                  </a:cubicBezTo>
                  <a:cubicBezTo>
                    <a:pt x="78873" y="9176"/>
                    <a:pt x="79068" y="10104"/>
                    <a:pt x="78702" y="10900"/>
                  </a:cubicBezTo>
                  <a:cubicBezTo>
                    <a:pt x="78178" y="12033"/>
                    <a:pt x="76762" y="12408"/>
                    <a:pt x="75881" y="13291"/>
                  </a:cubicBezTo>
                  <a:cubicBezTo>
                    <a:pt x="74831" y="14345"/>
                    <a:pt x="74664" y="15971"/>
                    <a:pt x="74621" y="17458"/>
                  </a:cubicBezTo>
                  <a:cubicBezTo>
                    <a:pt x="74577" y="18944"/>
                    <a:pt x="74563" y="20541"/>
                    <a:pt x="73703" y="21754"/>
                  </a:cubicBezTo>
                  <a:cubicBezTo>
                    <a:pt x="73148" y="22537"/>
                    <a:pt x="71069" y="23068"/>
                    <a:pt x="69376" y="23068"/>
                  </a:cubicBezTo>
                  <a:cubicBezTo>
                    <a:pt x="68445" y="23068"/>
                    <a:pt x="67630" y="22907"/>
                    <a:pt x="67252" y="22539"/>
                  </a:cubicBezTo>
                  <a:cubicBezTo>
                    <a:pt x="66636" y="21940"/>
                    <a:pt x="65905" y="21693"/>
                    <a:pt x="65124" y="21693"/>
                  </a:cubicBezTo>
                  <a:cubicBezTo>
                    <a:pt x="63293" y="21693"/>
                    <a:pt x="61194" y="23048"/>
                    <a:pt x="59696" y="24392"/>
                  </a:cubicBezTo>
                  <a:lnTo>
                    <a:pt x="53326" y="30110"/>
                  </a:lnTo>
                  <a:cubicBezTo>
                    <a:pt x="51731" y="31541"/>
                    <a:pt x="50013" y="33034"/>
                    <a:pt x="47899" y="33389"/>
                  </a:cubicBezTo>
                  <a:cubicBezTo>
                    <a:pt x="47672" y="33427"/>
                    <a:pt x="47440" y="33446"/>
                    <a:pt x="47206" y="33446"/>
                  </a:cubicBezTo>
                  <a:cubicBezTo>
                    <a:pt x="45267" y="33446"/>
                    <a:pt x="43232" y="32171"/>
                    <a:pt x="43155" y="30259"/>
                  </a:cubicBezTo>
                  <a:cubicBezTo>
                    <a:pt x="43563" y="29875"/>
                    <a:pt x="44085" y="29761"/>
                    <a:pt x="44655" y="29761"/>
                  </a:cubicBezTo>
                  <a:cubicBezTo>
                    <a:pt x="45498" y="29761"/>
                    <a:pt x="46445" y="30012"/>
                    <a:pt x="47276" y="30012"/>
                  </a:cubicBezTo>
                  <a:cubicBezTo>
                    <a:pt x="47872" y="30012"/>
                    <a:pt x="48409" y="29883"/>
                    <a:pt x="48805" y="29438"/>
                  </a:cubicBezTo>
                  <a:cubicBezTo>
                    <a:pt x="49977" y="28121"/>
                    <a:pt x="48243" y="26238"/>
                    <a:pt x="46718" y="25356"/>
                  </a:cubicBezTo>
                  <a:cubicBezTo>
                    <a:pt x="43929" y="23744"/>
                    <a:pt x="41047" y="22101"/>
                    <a:pt x="37854" y="21667"/>
                  </a:cubicBezTo>
                  <a:cubicBezTo>
                    <a:pt x="37395" y="21605"/>
                    <a:pt x="36928" y="21573"/>
                    <a:pt x="36459" y="21573"/>
                  </a:cubicBezTo>
                  <a:cubicBezTo>
                    <a:pt x="33662" y="21573"/>
                    <a:pt x="30804" y="22696"/>
                    <a:pt x="29384" y="25062"/>
                  </a:cubicBezTo>
                  <a:cubicBezTo>
                    <a:pt x="27966" y="27426"/>
                    <a:pt x="28225" y="30512"/>
                    <a:pt x="26820" y="32884"/>
                  </a:cubicBezTo>
                  <a:cubicBezTo>
                    <a:pt x="25941" y="34369"/>
                    <a:pt x="24491" y="35431"/>
                    <a:pt x="23493" y="36839"/>
                  </a:cubicBezTo>
                  <a:cubicBezTo>
                    <a:pt x="22495" y="38247"/>
                    <a:pt x="22067" y="40372"/>
                    <a:pt x="23291" y="41591"/>
                  </a:cubicBezTo>
                  <a:cubicBezTo>
                    <a:pt x="24277" y="42574"/>
                    <a:pt x="25957" y="42576"/>
                    <a:pt x="26934" y="43568"/>
                  </a:cubicBezTo>
                  <a:cubicBezTo>
                    <a:pt x="27686" y="44334"/>
                    <a:pt x="27942" y="45612"/>
                    <a:pt x="28928" y="46032"/>
                  </a:cubicBezTo>
                  <a:cubicBezTo>
                    <a:pt x="29116" y="46112"/>
                    <a:pt x="29308" y="46149"/>
                    <a:pt x="29499" y="46149"/>
                  </a:cubicBezTo>
                  <a:cubicBezTo>
                    <a:pt x="30453" y="46149"/>
                    <a:pt x="31375" y="45228"/>
                    <a:pt x="31599" y="44232"/>
                  </a:cubicBezTo>
                  <a:cubicBezTo>
                    <a:pt x="31870" y="43035"/>
                    <a:pt x="31491" y="41803"/>
                    <a:pt x="31294" y="40594"/>
                  </a:cubicBezTo>
                  <a:cubicBezTo>
                    <a:pt x="30707" y="36976"/>
                    <a:pt x="32524" y="32527"/>
                    <a:pt x="36153" y="32010"/>
                  </a:cubicBezTo>
                  <a:cubicBezTo>
                    <a:pt x="36979" y="32041"/>
                    <a:pt x="37253" y="33221"/>
                    <a:pt x="36881" y="33960"/>
                  </a:cubicBezTo>
                  <a:cubicBezTo>
                    <a:pt x="36512" y="34700"/>
                    <a:pt x="35790" y="35213"/>
                    <a:pt x="35400" y="35941"/>
                  </a:cubicBezTo>
                  <a:cubicBezTo>
                    <a:pt x="34663" y="37314"/>
                    <a:pt x="35518" y="39272"/>
                    <a:pt x="37026" y="39667"/>
                  </a:cubicBezTo>
                  <a:cubicBezTo>
                    <a:pt x="38598" y="40078"/>
                    <a:pt x="41223" y="39748"/>
                    <a:pt x="41017" y="41358"/>
                  </a:cubicBezTo>
                  <a:cubicBezTo>
                    <a:pt x="40797" y="43068"/>
                    <a:pt x="37630" y="41948"/>
                    <a:pt x="36606" y="43336"/>
                  </a:cubicBezTo>
                  <a:cubicBezTo>
                    <a:pt x="36002" y="44155"/>
                    <a:pt x="36537" y="45296"/>
                    <a:pt x="36521" y="46313"/>
                  </a:cubicBezTo>
                  <a:cubicBezTo>
                    <a:pt x="36494" y="48303"/>
                    <a:pt x="34299" y="49599"/>
                    <a:pt x="32313" y="49739"/>
                  </a:cubicBezTo>
                  <a:cubicBezTo>
                    <a:pt x="32097" y="49755"/>
                    <a:pt x="31880" y="49762"/>
                    <a:pt x="31663" y="49762"/>
                  </a:cubicBezTo>
                  <a:cubicBezTo>
                    <a:pt x="30164" y="49762"/>
                    <a:pt x="28664" y="49439"/>
                    <a:pt x="27166" y="49439"/>
                  </a:cubicBezTo>
                  <a:cubicBezTo>
                    <a:pt x="26898" y="49439"/>
                    <a:pt x="26629" y="49449"/>
                    <a:pt x="26361" y="49474"/>
                  </a:cubicBezTo>
                  <a:cubicBezTo>
                    <a:pt x="24379" y="49654"/>
                    <a:pt x="22222" y="51058"/>
                    <a:pt x="22312" y="53044"/>
                  </a:cubicBezTo>
                  <a:cubicBezTo>
                    <a:pt x="19567" y="54331"/>
                    <a:pt x="16715" y="55374"/>
                    <a:pt x="13788" y="56164"/>
                  </a:cubicBezTo>
                  <a:cubicBezTo>
                    <a:pt x="13912" y="58317"/>
                    <a:pt x="17975" y="58517"/>
                    <a:pt x="17960" y="60675"/>
                  </a:cubicBezTo>
                  <a:cubicBezTo>
                    <a:pt x="17949" y="61887"/>
                    <a:pt x="16542" y="62556"/>
                    <a:pt x="15302" y="62556"/>
                  </a:cubicBezTo>
                  <a:cubicBezTo>
                    <a:pt x="15219" y="62556"/>
                    <a:pt x="15137" y="62553"/>
                    <a:pt x="15056" y="62547"/>
                  </a:cubicBezTo>
                  <a:cubicBezTo>
                    <a:pt x="14072" y="62475"/>
                    <a:pt x="13082" y="62160"/>
                    <a:pt x="12113" y="62160"/>
                  </a:cubicBezTo>
                  <a:cubicBezTo>
                    <a:pt x="11810" y="62160"/>
                    <a:pt x="11508" y="62191"/>
                    <a:pt x="11210" y="62270"/>
                  </a:cubicBezTo>
                  <a:cubicBezTo>
                    <a:pt x="9047" y="62839"/>
                    <a:pt x="8290" y="65880"/>
                    <a:pt x="9487" y="67769"/>
                  </a:cubicBezTo>
                  <a:cubicBezTo>
                    <a:pt x="10572" y="69481"/>
                    <a:pt x="12694" y="70258"/>
                    <a:pt x="14741" y="70258"/>
                  </a:cubicBezTo>
                  <a:cubicBezTo>
                    <a:pt x="14954" y="70258"/>
                    <a:pt x="15165" y="70249"/>
                    <a:pt x="15375" y="70233"/>
                  </a:cubicBezTo>
                  <a:cubicBezTo>
                    <a:pt x="16269" y="70162"/>
                    <a:pt x="17225" y="69924"/>
                    <a:pt x="17785" y="69223"/>
                  </a:cubicBezTo>
                  <a:cubicBezTo>
                    <a:pt x="18318" y="68554"/>
                    <a:pt x="18362" y="67634"/>
                    <a:pt x="18586" y="66808"/>
                  </a:cubicBezTo>
                  <a:cubicBezTo>
                    <a:pt x="19089" y="64960"/>
                    <a:pt x="20667" y="63445"/>
                    <a:pt x="22534" y="63019"/>
                  </a:cubicBezTo>
                  <a:cubicBezTo>
                    <a:pt x="23588" y="62778"/>
                    <a:pt x="24878" y="62758"/>
                    <a:pt x="25444" y="61839"/>
                  </a:cubicBezTo>
                  <a:cubicBezTo>
                    <a:pt x="27854" y="63143"/>
                    <a:pt x="29550" y="65685"/>
                    <a:pt x="29826" y="68413"/>
                  </a:cubicBezTo>
                  <a:cubicBezTo>
                    <a:pt x="30020" y="68663"/>
                    <a:pt x="30274" y="68770"/>
                    <a:pt x="30543" y="68770"/>
                  </a:cubicBezTo>
                  <a:cubicBezTo>
                    <a:pt x="31347" y="68770"/>
                    <a:pt x="32287" y="67809"/>
                    <a:pt x="32159" y="66868"/>
                  </a:cubicBezTo>
                  <a:cubicBezTo>
                    <a:pt x="31991" y="65614"/>
                    <a:pt x="30882" y="64743"/>
                    <a:pt x="30003" y="63834"/>
                  </a:cubicBezTo>
                  <a:cubicBezTo>
                    <a:pt x="29122" y="62923"/>
                    <a:pt x="28387" y="61510"/>
                    <a:pt x="29078" y="60448"/>
                  </a:cubicBezTo>
                  <a:lnTo>
                    <a:pt x="29078" y="60448"/>
                  </a:lnTo>
                  <a:cubicBezTo>
                    <a:pt x="33197" y="61658"/>
                    <a:pt x="36527" y="65238"/>
                    <a:pt x="37435" y="69435"/>
                  </a:cubicBezTo>
                  <a:cubicBezTo>
                    <a:pt x="38871" y="69149"/>
                    <a:pt x="39664" y="67205"/>
                    <a:pt x="38838" y="65997"/>
                  </a:cubicBezTo>
                  <a:cubicBezTo>
                    <a:pt x="39003" y="65628"/>
                    <a:pt x="39328" y="65472"/>
                    <a:pt x="39697" y="65472"/>
                  </a:cubicBezTo>
                  <a:cubicBezTo>
                    <a:pt x="40331" y="65472"/>
                    <a:pt x="41094" y="65932"/>
                    <a:pt x="41391" y="66558"/>
                  </a:cubicBezTo>
                  <a:cubicBezTo>
                    <a:pt x="41862" y="67549"/>
                    <a:pt x="41819" y="68770"/>
                    <a:pt x="42492" y="69636"/>
                  </a:cubicBezTo>
                  <a:cubicBezTo>
                    <a:pt x="43175" y="70517"/>
                    <a:pt x="44261" y="70711"/>
                    <a:pt x="45451" y="70711"/>
                  </a:cubicBezTo>
                  <a:cubicBezTo>
                    <a:pt x="46388" y="70711"/>
                    <a:pt x="47390" y="70590"/>
                    <a:pt x="48312" y="70590"/>
                  </a:cubicBezTo>
                  <a:cubicBezTo>
                    <a:pt x="49551" y="70590"/>
                    <a:pt x="50643" y="70808"/>
                    <a:pt x="51235" y="71828"/>
                  </a:cubicBezTo>
                  <a:cubicBezTo>
                    <a:pt x="52336" y="73723"/>
                    <a:pt x="49909" y="75927"/>
                    <a:pt x="47711" y="75927"/>
                  </a:cubicBezTo>
                  <a:cubicBezTo>
                    <a:pt x="47678" y="75927"/>
                    <a:pt x="47645" y="75926"/>
                    <a:pt x="47613" y="75925"/>
                  </a:cubicBezTo>
                  <a:cubicBezTo>
                    <a:pt x="45391" y="75856"/>
                    <a:pt x="43361" y="74585"/>
                    <a:pt x="41147" y="74365"/>
                  </a:cubicBezTo>
                  <a:cubicBezTo>
                    <a:pt x="40897" y="74340"/>
                    <a:pt x="40647" y="74329"/>
                    <a:pt x="40397" y="74329"/>
                  </a:cubicBezTo>
                  <a:cubicBezTo>
                    <a:pt x="38218" y="74329"/>
                    <a:pt x="36082" y="75200"/>
                    <a:pt x="33896" y="75455"/>
                  </a:cubicBezTo>
                  <a:cubicBezTo>
                    <a:pt x="33619" y="75487"/>
                    <a:pt x="33335" y="75503"/>
                    <a:pt x="33048" y="75503"/>
                  </a:cubicBezTo>
                  <a:cubicBezTo>
                    <a:pt x="30807" y="75503"/>
                    <a:pt x="28395" y="74514"/>
                    <a:pt x="27939" y="72388"/>
                  </a:cubicBezTo>
                  <a:cubicBezTo>
                    <a:pt x="27802" y="71741"/>
                    <a:pt x="27855" y="71030"/>
                    <a:pt x="27514" y="70464"/>
                  </a:cubicBezTo>
                  <a:cubicBezTo>
                    <a:pt x="27109" y="69793"/>
                    <a:pt x="26279" y="69553"/>
                    <a:pt x="25473" y="69553"/>
                  </a:cubicBezTo>
                  <a:cubicBezTo>
                    <a:pt x="25313" y="69553"/>
                    <a:pt x="25154" y="69562"/>
                    <a:pt x="24999" y="69580"/>
                  </a:cubicBezTo>
                  <a:cubicBezTo>
                    <a:pt x="21817" y="69942"/>
                    <a:pt x="18598" y="72595"/>
                    <a:pt x="15740" y="72595"/>
                  </a:cubicBezTo>
                  <a:cubicBezTo>
                    <a:pt x="14956" y="72595"/>
                    <a:pt x="14199" y="72395"/>
                    <a:pt x="13478" y="71894"/>
                  </a:cubicBezTo>
                  <a:cubicBezTo>
                    <a:pt x="11337" y="76062"/>
                    <a:pt x="6101" y="77629"/>
                    <a:pt x="3179" y="81294"/>
                  </a:cubicBezTo>
                  <a:cubicBezTo>
                    <a:pt x="0" y="85282"/>
                    <a:pt x="268" y="91440"/>
                    <a:pt x="3354" y="95500"/>
                  </a:cubicBezTo>
                  <a:cubicBezTo>
                    <a:pt x="6050" y="99045"/>
                    <a:pt x="10552" y="100957"/>
                    <a:pt x="15019" y="100957"/>
                  </a:cubicBezTo>
                  <a:cubicBezTo>
                    <a:pt x="15667" y="100957"/>
                    <a:pt x="16314" y="100917"/>
                    <a:pt x="16954" y="100836"/>
                  </a:cubicBezTo>
                  <a:cubicBezTo>
                    <a:pt x="17630" y="100750"/>
                    <a:pt x="18327" y="100626"/>
                    <a:pt x="19005" y="100626"/>
                  </a:cubicBezTo>
                  <a:cubicBezTo>
                    <a:pt x="19489" y="100626"/>
                    <a:pt x="19963" y="100690"/>
                    <a:pt x="20413" y="100875"/>
                  </a:cubicBezTo>
                  <a:cubicBezTo>
                    <a:pt x="21482" y="101317"/>
                    <a:pt x="22166" y="102352"/>
                    <a:pt x="23058" y="103088"/>
                  </a:cubicBezTo>
                  <a:cubicBezTo>
                    <a:pt x="23580" y="103519"/>
                    <a:pt x="24303" y="103823"/>
                    <a:pt x="24961" y="103823"/>
                  </a:cubicBezTo>
                  <a:cubicBezTo>
                    <a:pt x="25427" y="103823"/>
                    <a:pt x="25861" y="103670"/>
                    <a:pt x="26168" y="103301"/>
                  </a:cubicBezTo>
                  <a:lnTo>
                    <a:pt x="26168" y="103301"/>
                  </a:lnTo>
                  <a:cubicBezTo>
                    <a:pt x="25321" y="105399"/>
                    <a:pt x="25557" y="107902"/>
                    <a:pt x="26779" y="109805"/>
                  </a:cubicBezTo>
                  <a:cubicBezTo>
                    <a:pt x="28099" y="111859"/>
                    <a:pt x="30559" y="113484"/>
                    <a:pt x="30509" y="115926"/>
                  </a:cubicBezTo>
                  <a:cubicBezTo>
                    <a:pt x="30482" y="117190"/>
                    <a:pt x="29748" y="118318"/>
                    <a:pt x="29403" y="119536"/>
                  </a:cubicBezTo>
                  <a:cubicBezTo>
                    <a:pt x="27829" y="125109"/>
                    <a:pt x="34415" y="129657"/>
                    <a:pt x="35455" y="135354"/>
                  </a:cubicBezTo>
                  <a:cubicBezTo>
                    <a:pt x="35736" y="136888"/>
                    <a:pt x="35735" y="138735"/>
                    <a:pt x="37029" y="139601"/>
                  </a:cubicBezTo>
                  <a:cubicBezTo>
                    <a:pt x="37625" y="139999"/>
                    <a:pt x="38374" y="140081"/>
                    <a:pt x="39090" y="140127"/>
                  </a:cubicBezTo>
                  <a:cubicBezTo>
                    <a:pt x="39409" y="140148"/>
                    <a:pt x="39736" y="140158"/>
                    <a:pt x="40067" y="140158"/>
                  </a:cubicBezTo>
                  <a:cubicBezTo>
                    <a:pt x="43538" y="140158"/>
                    <a:pt x="47454" y="138962"/>
                    <a:pt x="48151" y="135675"/>
                  </a:cubicBezTo>
                  <a:cubicBezTo>
                    <a:pt x="48366" y="134657"/>
                    <a:pt x="48212" y="133602"/>
                    <a:pt x="48243" y="132560"/>
                  </a:cubicBezTo>
                  <a:cubicBezTo>
                    <a:pt x="48336" y="129451"/>
                    <a:pt x="50239" y="126459"/>
                    <a:pt x="53017" y="125056"/>
                  </a:cubicBezTo>
                  <a:cubicBezTo>
                    <a:pt x="53771" y="124675"/>
                    <a:pt x="54600" y="124390"/>
                    <a:pt x="55202" y="123799"/>
                  </a:cubicBezTo>
                  <a:cubicBezTo>
                    <a:pt x="56528" y="122495"/>
                    <a:pt x="56234" y="120283"/>
                    <a:pt x="55553" y="118553"/>
                  </a:cubicBezTo>
                  <a:cubicBezTo>
                    <a:pt x="54872" y="116821"/>
                    <a:pt x="53881" y="115076"/>
                    <a:pt x="54120" y="113231"/>
                  </a:cubicBezTo>
                  <a:cubicBezTo>
                    <a:pt x="54502" y="110269"/>
                    <a:pt x="57681" y="108706"/>
                    <a:pt x="60090" y="106941"/>
                  </a:cubicBezTo>
                  <a:cubicBezTo>
                    <a:pt x="63716" y="104284"/>
                    <a:pt x="66206" y="100125"/>
                    <a:pt x="66835" y="95675"/>
                  </a:cubicBezTo>
                  <a:lnTo>
                    <a:pt x="66835" y="95675"/>
                  </a:lnTo>
                  <a:cubicBezTo>
                    <a:pt x="65061" y="96232"/>
                    <a:pt x="63075" y="96745"/>
                    <a:pt x="61220" y="96745"/>
                  </a:cubicBezTo>
                  <a:cubicBezTo>
                    <a:pt x="59581" y="96745"/>
                    <a:pt x="58045" y="96344"/>
                    <a:pt x="56849" y="95215"/>
                  </a:cubicBezTo>
                  <a:cubicBezTo>
                    <a:pt x="55965" y="94380"/>
                    <a:pt x="55421" y="93259"/>
                    <a:pt x="54897" y="92162"/>
                  </a:cubicBezTo>
                  <a:lnTo>
                    <a:pt x="50173" y="82291"/>
                  </a:lnTo>
                  <a:cubicBezTo>
                    <a:pt x="49966" y="81857"/>
                    <a:pt x="49755" y="81362"/>
                    <a:pt x="49925" y="80912"/>
                  </a:cubicBezTo>
                  <a:cubicBezTo>
                    <a:pt x="50074" y="80517"/>
                    <a:pt x="50366" y="80356"/>
                    <a:pt x="50717" y="80356"/>
                  </a:cubicBezTo>
                  <a:cubicBezTo>
                    <a:pt x="51453" y="80356"/>
                    <a:pt x="52449" y="81064"/>
                    <a:pt x="52928" y="81807"/>
                  </a:cubicBezTo>
                  <a:cubicBezTo>
                    <a:pt x="55452" y="85724"/>
                    <a:pt x="57718" y="89804"/>
                    <a:pt x="59707" y="94020"/>
                  </a:cubicBezTo>
                  <a:cubicBezTo>
                    <a:pt x="63791" y="93273"/>
                    <a:pt x="67648" y="91596"/>
                    <a:pt x="70980" y="89118"/>
                  </a:cubicBezTo>
                  <a:cubicBezTo>
                    <a:pt x="72037" y="88329"/>
                    <a:pt x="73088" y="87386"/>
                    <a:pt x="73445" y="86117"/>
                  </a:cubicBezTo>
                  <a:cubicBezTo>
                    <a:pt x="73802" y="84846"/>
                    <a:pt x="73146" y="83218"/>
                    <a:pt x="71846" y="82993"/>
                  </a:cubicBezTo>
                  <a:cubicBezTo>
                    <a:pt x="71723" y="82971"/>
                    <a:pt x="71600" y="82963"/>
                    <a:pt x="71476" y="82963"/>
                  </a:cubicBezTo>
                  <a:cubicBezTo>
                    <a:pt x="71093" y="82963"/>
                    <a:pt x="70708" y="83045"/>
                    <a:pt x="70324" y="83086"/>
                  </a:cubicBezTo>
                  <a:cubicBezTo>
                    <a:pt x="70133" y="83106"/>
                    <a:pt x="69943" y="83115"/>
                    <a:pt x="69755" y="83115"/>
                  </a:cubicBezTo>
                  <a:cubicBezTo>
                    <a:pt x="66927" y="83115"/>
                    <a:pt x="64468" y="80925"/>
                    <a:pt x="62588" y="78727"/>
                  </a:cubicBezTo>
                  <a:cubicBezTo>
                    <a:pt x="63132" y="78118"/>
                    <a:pt x="63852" y="77890"/>
                    <a:pt x="64640" y="77890"/>
                  </a:cubicBezTo>
                  <a:cubicBezTo>
                    <a:pt x="65842" y="77890"/>
                    <a:pt x="67201" y="78421"/>
                    <a:pt x="68334" y="78941"/>
                  </a:cubicBezTo>
                  <a:cubicBezTo>
                    <a:pt x="71699" y="80486"/>
                    <a:pt x="75249" y="81588"/>
                    <a:pt x="78895" y="82221"/>
                  </a:cubicBezTo>
                  <a:cubicBezTo>
                    <a:pt x="79803" y="82378"/>
                    <a:pt x="80736" y="82513"/>
                    <a:pt x="81554" y="82936"/>
                  </a:cubicBezTo>
                  <a:cubicBezTo>
                    <a:pt x="82126" y="83232"/>
                    <a:pt x="82622" y="83658"/>
                    <a:pt x="83095" y="84096"/>
                  </a:cubicBezTo>
                  <a:cubicBezTo>
                    <a:pt x="87298" y="87967"/>
                    <a:pt x="90407" y="93013"/>
                    <a:pt x="91975" y="98509"/>
                  </a:cubicBezTo>
                  <a:cubicBezTo>
                    <a:pt x="92104" y="98538"/>
                    <a:pt x="92231" y="98552"/>
                    <a:pt x="92354" y="98552"/>
                  </a:cubicBezTo>
                  <a:cubicBezTo>
                    <a:pt x="93754" y="98552"/>
                    <a:pt x="94717" y="96760"/>
                    <a:pt x="94833" y="95252"/>
                  </a:cubicBezTo>
                  <a:cubicBezTo>
                    <a:pt x="94960" y="93612"/>
                    <a:pt x="94769" y="91722"/>
                    <a:pt x="95948" y="90578"/>
                  </a:cubicBezTo>
                  <a:cubicBezTo>
                    <a:pt x="96875" y="89678"/>
                    <a:pt x="98399" y="89556"/>
                    <a:pt x="99214" y="88552"/>
                  </a:cubicBezTo>
                  <a:cubicBezTo>
                    <a:pt x="100238" y="87289"/>
                    <a:pt x="99703" y="85157"/>
                    <a:pt x="100900" y="84056"/>
                  </a:cubicBezTo>
                  <a:cubicBezTo>
                    <a:pt x="101284" y="83704"/>
                    <a:pt x="101728" y="83552"/>
                    <a:pt x="102190" y="83552"/>
                  </a:cubicBezTo>
                  <a:cubicBezTo>
                    <a:pt x="103537" y="83552"/>
                    <a:pt x="105034" y="84844"/>
                    <a:pt x="105630" y="86240"/>
                  </a:cubicBezTo>
                  <a:cubicBezTo>
                    <a:pt x="106431" y="88116"/>
                    <a:pt x="106723" y="90422"/>
                    <a:pt x="108410" y="91569"/>
                  </a:cubicBezTo>
                  <a:lnTo>
                    <a:pt x="111137" y="91176"/>
                  </a:lnTo>
                  <a:cubicBezTo>
                    <a:pt x="111152" y="95778"/>
                    <a:pt x="112750" y="100362"/>
                    <a:pt x="115602" y="103975"/>
                  </a:cubicBezTo>
                  <a:cubicBezTo>
                    <a:pt x="117157" y="103161"/>
                    <a:pt x="116453" y="100795"/>
                    <a:pt x="115480" y="99330"/>
                  </a:cubicBezTo>
                  <a:cubicBezTo>
                    <a:pt x="114508" y="97866"/>
                    <a:pt x="113554" y="95681"/>
                    <a:pt x="114936" y="94596"/>
                  </a:cubicBezTo>
                  <a:lnTo>
                    <a:pt x="114936" y="94596"/>
                  </a:lnTo>
                  <a:cubicBezTo>
                    <a:pt x="116854" y="94614"/>
                    <a:pt x="117747" y="97259"/>
                    <a:pt x="119611" y="97712"/>
                  </a:cubicBezTo>
                  <a:cubicBezTo>
                    <a:pt x="119777" y="97752"/>
                    <a:pt x="119940" y="97771"/>
                    <a:pt x="120101" y="97771"/>
                  </a:cubicBezTo>
                  <a:cubicBezTo>
                    <a:pt x="121744" y="97771"/>
                    <a:pt x="123089" y="95790"/>
                    <a:pt x="122784" y="94080"/>
                  </a:cubicBezTo>
                  <a:cubicBezTo>
                    <a:pt x="122451" y="92201"/>
                    <a:pt x="120835" y="90820"/>
                    <a:pt x="119169" y="89895"/>
                  </a:cubicBezTo>
                  <a:cubicBezTo>
                    <a:pt x="117675" y="88258"/>
                    <a:pt x="119833" y="85644"/>
                    <a:pt x="122018" y="85274"/>
                  </a:cubicBezTo>
                  <a:cubicBezTo>
                    <a:pt x="122730" y="85153"/>
                    <a:pt x="123464" y="85138"/>
                    <a:pt x="124199" y="85138"/>
                  </a:cubicBezTo>
                  <a:cubicBezTo>
                    <a:pt x="124443" y="85138"/>
                    <a:pt x="124686" y="85140"/>
                    <a:pt x="124930" y="85140"/>
                  </a:cubicBezTo>
                  <a:cubicBezTo>
                    <a:pt x="126201" y="85140"/>
                    <a:pt x="127452" y="85095"/>
                    <a:pt x="128573" y="84531"/>
                  </a:cubicBezTo>
                  <a:cubicBezTo>
                    <a:pt x="130946" y="83339"/>
                    <a:pt x="131739" y="80207"/>
                    <a:pt x="131200" y="77607"/>
                  </a:cubicBezTo>
                  <a:cubicBezTo>
                    <a:pt x="130659" y="75007"/>
                    <a:pt x="129117" y="72748"/>
                    <a:pt x="127857" y="70410"/>
                  </a:cubicBezTo>
                  <a:cubicBezTo>
                    <a:pt x="126781" y="68413"/>
                    <a:pt x="126249" y="65298"/>
                    <a:pt x="128341" y="64420"/>
                  </a:cubicBezTo>
                  <a:cubicBezTo>
                    <a:pt x="128900" y="64186"/>
                    <a:pt x="129528" y="64195"/>
                    <a:pt x="130135" y="64170"/>
                  </a:cubicBezTo>
                  <a:cubicBezTo>
                    <a:pt x="138047" y="63837"/>
                    <a:pt x="144592" y="55459"/>
                    <a:pt x="143005" y="47701"/>
                  </a:cubicBezTo>
                  <a:cubicBezTo>
                    <a:pt x="142706" y="46238"/>
                    <a:pt x="142140" y="44786"/>
                    <a:pt x="141097" y="43719"/>
                  </a:cubicBezTo>
                  <a:cubicBezTo>
                    <a:pt x="139216" y="41800"/>
                    <a:pt x="136024" y="41349"/>
                    <a:pt x="134619" y="39057"/>
                  </a:cubicBezTo>
                  <a:cubicBezTo>
                    <a:pt x="132900" y="36255"/>
                    <a:pt x="135025" y="32537"/>
                    <a:pt x="137778" y="30737"/>
                  </a:cubicBezTo>
                  <a:cubicBezTo>
                    <a:pt x="140529" y="28938"/>
                    <a:pt x="143891" y="28156"/>
                    <a:pt x="146461" y="26105"/>
                  </a:cubicBezTo>
                  <a:cubicBezTo>
                    <a:pt x="147145" y="26087"/>
                    <a:pt x="147512" y="25417"/>
                    <a:pt x="147638" y="24743"/>
                  </a:cubicBezTo>
                  <a:cubicBezTo>
                    <a:pt x="147716" y="24319"/>
                    <a:pt x="147611" y="23887"/>
                    <a:pt x="147608" y="23456"/>
                  </a:cubicBezTo>
                  <a:cubicBezTo>
                    <a:pt x="147598" y="22276"/>
                    <a:pt x="148442" y="21139"/>
                    <a:pt x="149574" y="20805"/>
                  </a:cubicBezTo>
                  <a:cubicBezTo>
                    <a:pt x="149811" y="20736"/>
                    <a:pt x="150056" y="20702"/>
                    <a:pt x="150302" y="20702"/>
                  </a:cubicBezTo>
                  <a:cubicBezTo>
                    <a:pt x="151231" y="20702"/>
                    <a:pt x="152165" y="21179"/>
                    <a:pt x="152664" y="21968"/>
                  </a:cubicBezTo>
                  <a:cubicBezTo>
                    <a:pt x="153442" y="23198"/>
                    <a:pt x="153129" y="24821"/>
                    <a:pt x="152563" y="26163"/>
                  </a:cubicBezTo>
                  <a:cubicBezTo>
                    <a:pt x="151998" y="27505"/>
                    <a:pt x="151199" y="28790"/>
                    <a:pt x="151051" y="30239"/>
                  </a:cubicBezTo>
                  <a:cubicBezTo>
                    <a:pt x="150905" y="31687"/>
                    <a:pt x="151726" y="33391"/>
                    <a:pt x="153173" y="33553"/>
                  </a:cubicBezTo>
                  <a:cubicBezTo>
                    <a:pt x="153252" y="33562"/>
                    <a:pt x="153330" y="33566"/>
                    <a:pt x="153406" y="33566"/>
                  </a:cubicBezTo>
                  <a:cubicBezTo>
                    <a:pt x="155043" y="33566"/>
                    <a:pt x="156090" y="31574"/>
                    <a:pt x="156201" y="29877"/>
                  </a:cubicBezTo>
                  <a:cubicBezTo>
                    <a:pt x="156318" y="28099"/>
                    <a:pt x="155972" y="26160"/>
                    <a:pt x="156925" y="24659"/>
                  </a:cubicBezTo>
                  <a:cubicBezTo>
                    <a:pt x="158377" y="22374"/>
                    <a:pt x="162385" y="21839"/>
                    <a:pt x="162490" y="19133"/>
                  </a:cubicBezTo>
                  <a:cubicBezTo>
                    <a:pt x="162574" y="16945"/>
                    <a:pt x="159821" y="15661"/>
                    <a:pt x="159327" y="13530"/>
                  </a:cubicBezTo>
                  <a:cubicBezTo>
                    <a:pt x="159129" y="12668"/>
                    <a:pt x="159325" y="11773"/>
                    <a:pt x="159405" y="10894"/>
                  </a:cubicBezTo>
                  <a:cubicBezTo>
                    <a:pt x="159709" y="7612"/>
                    <a:pt x="158263" y="4218"/>
                    <a:pt x="155688" y="2163"/>
                  </a:cubicBezTo>
                  <a:cubicBezTo>
                    <a:pt x="153919" y="751"/>
                    <a:pt x="151652" y="0"/>
                    <a:pt x="1493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solidFill>
                <a:schemeClr val="accent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42"/>
            <p:cNvSpPr/>
            <p:nvPr/>
          </p:nvSpPr>
          <p:spPr>
            <a:xfrm>
              <a:off x="6146600" y="3671525"/>
              <a:ext cx="342925" cy="189500"/>
            </a:xfrm>
            <a:custGeom>
              <a:avLst/>
              <a:gdLst/>
              <a:ahLst/>
              <a:cxnLst/>
              <a:rect l="l" t="t" r="r" b="b"/>
              <a:pathLst>
                <a:path w="13717" h="7580" extrusionOk="0">
                  <a:moveTo>
                    <a:pt x="9951" y="0"/>
                  </a:moveTo>
                  <a:cubicBezTo>
                    <a:pt x="6355" y="0"/>
                    <a:pt x="1" y="1281"/>
                    <a:pt x="2486" y="4894"/>
                  </a:cubicBezTo>
                  <a:cubicBezTo>
                    <a:pt x="3169" y="5885"/>
                    <a:pt x="4297" y="6467"/>
                    <a:pt x="5404" y="6938"/>
                  </a:cubicBezTo>
                  <a:cubicBezTo>
                    <a:pt x="6217" y="7282"/>
                    <a:pt x="7136" y="7580"/>
                    <a:pt x="8003" y="7580"/>
                  </a:cubicBezTo>
                  <a:cubicBezTo>
                    <a:pt x="8565" y="7580"/>
                    <a:pt x="9106" y="7454"/>
                    <a:pt x="9581" y="7134"/>
                  </a:cubicBezTo>
                  <a:cubicBezTo>
                    <a:pt x="10406" y="6577"/>
                    <a:pt x="13156" y="2774"/>
                    <a:pt x="13348" y="1948"/>
                  </a:cubicBezTo>
                  <a:cubicBezTo>
                    <a:pt x="13716" y="358"/>
                    <a:pt x="13186" y="447"/>
                    <a:pt x="11597" y="126"/>
                  </a:cubicBezTo>
                  <a:cubicBezTo>
                    <a:pt x="11194" y="44"/>
                    <a:pt x="10620" y="0"/>
                    <a:pt x="99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solidFill>
                <a:schemeClr val="accent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42"/>
            <p:cNvSpPr/>
            <p:nvPr/>
          </p:nvSpPr>
          <p:spPr>
            <a:xfrm>
              <a:off x="5901600" y="3652500"/>
              <a:ext cx="558700" cy="402875"/>
            </a:xfrm>
            <a:custGeom>
              <a:avLst/>
              <a:gdLst/>
              <a:ahLst/>
              <a:cxnLst/>
              <a:rect l="l" t="t" r="r" b="b"/>
              <a:pathLst>
                <a:path w="22348" h="16115" extrusionOk="0">
                  <a:moveTo>
                    <a:pt x="946" y="1"/>
                  </a:moveTo>
                  <a:cubicBezTo>
                    <a:pt x="616" y="1"/>
                    <a:pt x="299" y="66"/>
                    <a:pt x="1" y="208"/>
                  </a:cubicBezTo>
                  <a:cubicBezTo>
                    <a:pt x="742" y="1762"/>
                    <a:pt x="2032" y="3475"/>
                    <a:pt x="2935" y="5119"/>
                  </a:cubicBezTo>
                  <a:cubicBezTo>
                    <a:pt x="6575" y="11745"/>
                    <a:pt x="13987" y="16115"/>
                    <a:pt x="21544" y="16115"/>
                  </a:cubicBezTo>
                  <a:cubicBezTo>
                    <a:pt x="21635" y="16115"/>
                    <a:pt x="21726" y="16114"/>
                    <a:pt x="21817" y="16113"/>
                  </a:cubicBezTo>
                  <a:cubicBezTo>
                    <a:pt x="22347" y="15571"/>
                    <a:pt x="21564" y="14744"/>
                    <a:pt x="20866" y="14448"/>
                  </a:cubicBezTo>
                  <a:cubicBezTo>
                    <a:pt x="18934" y="13634"/>
                    <a:pt x="16857" y="13226"/>
                    <a:pt x="14879" y="12532"/>
                  </a:cubicBezTo>
                  <a:cubicBezTo>
                    <a:pt x="12900" y="11839"/>
                    <a:pt x="10943" y="10790"/>
                    <a:pt x="9769" y="9051"/>
                  </a:cubicBezTo>
                  <a:cubicBezTo>
                    <a:pt x="9280" y="8326"/>
                    <a:pt x="8945" y="7508"/>
                    <a:pt x="8542" y="6731"/>
                  </a:cubicBezTo>
                  <a:cubicBezTo>
                    <a:pt x="7503" y="4729"/>
                    <a:pt x="3759" y="1"/>
                    <a:pt x="9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solidFill>
                <a:schemeClr val="accent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42"/>
            <p:cNvSpPr/>
            <p:nvPr/>
          </p:nvSpPr>
          <p:spPr>
            <a:xfrm>
              <a:off x="6249675" y="4061675"/>
              <a:ext cx="964575" cy="811125"/>
            </a:xfrm>
            <a:custGeom>
              <a:avLst/>
              <a:gdLst/>
              <a:ahLst/>
              <a:cxnLst/>
              <a:rect l="l" t="t" r="r" b="b"/>
              <a:pathLst>
                <a:path w="38583" h="32445" extrusionOk="0">
                  <a:moveTo>
                    <a:pt x="17573" y="0"/>
                  </a:moveTo>
                  <a:cubicBezTo>
                    <a:pt x="14431" y="0"/>
                    <a:pt x="10968" y="2180"/>
                    <a:pt x="9011" y="4369"/>
                  </a:cubicBezTo>
                  <a:cubicBezTo>
                    <a:pt x="8028" y="5468"/>
                    <a:pt x="7111" y="6810"/>
                    <a:pt x="5676" y="7153"/>
                  </a:cubicBezTo>
                  <a:cubicBezTo>
                    <a:pt x="4830" y="7356"/>
                    <a:pt x="3925" y="7164"/>
                    <a:pt x="3076" y="7361"/>
                  </a:cubicBezTo>
                  <a:cubicBezTo>
                    <a:pt x="581" y="7938"/>
                    <a:pt x="1" y="11293"/>
                    <a:pt x="569" y="13791"/>
                  </a:cubicBezTo>
                  <a:cubicBezTo>
                    <a:pt x="1136" y="16289"/>
                    <a:pt x="2307" y="18910"/>
                    <a:pt x="1374" y="21296"/>
                  </a:cubicBezTo>
                  <a:cubicBezTo>
                    <a:pt x="1185" y="21776"/>
                    <a:pt x="913" y="22246"/>
                    <a:pt x="921" y="22762"/>
                  </a:cubicBezTo>
                  <a:cubicBezTo>
                    <a:pt x="932" y="23380"/>
                    <a:pt x="1355" y="23921"/>
                    <a:pt x="1849" y="24293"/>
                  </a:cubicBezTo>
                  <a:cubicBezTo>
                    <a:pt x="2646" y="24890"/>
                    <a:pt x="3559" y="25128"/>
                    <a:pt x="4517" y="25128"/>
                  </a:cubicBezTo>
                  <a:cubicBezTo>
                    <a:pt x="6301" y="25128"/>
                    <a:pt x="8239" y="24301"/>
                    <a:pt x="9868" y="23418"/>
                  </a:cubicBezTo>
                  <a:cubicBezTo>
                    <a:pt x="11665" y="22444"/>
                    <a:pt x="13735" y="21414"/>
                    <a:pt x="15685" y="21414"/>
                  </a:cubicBezTo>
                  <a:cubicBezTo>
                    <a:pt x="16453" y="21414"/>
                    <a:pt x="17203" y="21574"/>
                    <a:pt x="17910" y="21960"/>
                  </a:cubicBezTo>
                  <a:cubicBezTo>
                    <a:pt x="20585" y="23420"/>
                    <a:pt x="20837" y="27119"/>
                    <a:pt x="22486" y="29685"/>
                  </a:cubicBezTo>
                  <a:cubicBezTo>
                    <a:pt x="23522" y="31296"/>
                    <a:pt x="25450" y="32445"/>
                    <a:pt x="27291" y="32445"/>
                  </a:cubicBezTo>
                  <a:cubicBezTo>
                    <a:pt x="28027" y="32445"/>
                    <a:pt x="28749" y="32261"/>
                    <a:pt x="29394" y="31851"/>
                  </a:cubicBezTo>
                  <a:cubicBezTo>
                    <a:pt x="30163" y="31362"/>
                    <a:pt x="30731" y="30624"/>
                    <a:pt x="31285" y="29900"/>
                  </a:cubicBezTo>
                  <a:lnTo>
                    <a:pt x="34684" y="25460"/>
                  </a:lnTo>
                  <a:cubicBezTo>
                    <a:pt x="36183" y="23501"/>
                    <a:pt x="37736" y="21414"/>
                    <a:pt x="38025" y="18965"/>
                  </a:cubicBezTo>
                  <a:cubicBezTo>
                    <a:pt x="38582" y="14235"/>
                    <a:pt x="34390" y="10436"/>
                    <a:pt x="30609" y="7540"/>
                  </a:cubicBezTo>
                  <a:cubicBezTo>
                    <a:pt x="30407" y="6031"/>
                    <a:pt x="30190" y="4479"/>
                    <a:pt x="29421" y="3165"/>
                  </a:cubicBezTo>
                  <a:cubicBezTo>
                    <a:pt x="28683" y="1906"/>
                    <a:pt x="27576" y="1186"/>
                    <a:pt x="26718" y="1186"/>
                  </a:cubicBezTo>
                  <a:cubicBezTo>
                    <a:pt x="25783" y="1186"/>
                    <a:pt x="25141" y="2039"/>
                    <a:pt x="25589" y="3982"/>
                  </a:cubicBezTo>
                  <a:cubicBezTo>
                    <a:pt x="25561" y="3983"/>
                    <a:pt x="25533" y="3983"/>
                    <a:pt x="25505" y="3983"/>
                  </a:cubicBezTo>
                  <a:cubicBezTo>
                    <a:pt x="23077" y="3983"/>
                    <a:pt x="21095" y="399"/>
                    <a:pt x="18382" y="51"/>
                  </a:cubicBezTo>
                  <a:cubicBezTo>
                    <a:pt x="18115" y="17"/>
                    <a:pt x="17846" y="0"/>
                    <a:pt x="175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solidFill>
                <a:schemeClr val="accent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" name="Google Shape;870;p42"/>
          <p:cNvSpPr txBox="1">
            <a:spLocks/>
          </p:cNvSpPr>
          <p:nvPr/>
        </p:nvSpPr>
        <p:spPr>
          <a:xfrm>
            <a:off x="0" y="1460457"/>
            <a:ext cx="4271375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 sz="1400" b="1" dirty="0"/>
              <a:t>Hybridization with Machine Learning</a:t>
            </a:r>
            <a:endParaRPr lang="ru-RU" sz="1400" dirty="0"/>
          </a:p>
          <a:p>
            <a:pPr marL="114300" lvl="0" indent="0">
              <a:buNone/>
            </a:pPr>
            <a:r>
              <a:rPr lang="en-US" sz="1400" dirty="0"/>
              <a:t>Enhances optimization for complex, non-linear problems like policy learning and neural network training.</a:t>
            </a:r>
          </a:p>
          <a:p>
            <a:pPr marL="114300" lvl="0" indent="0">
              <a:buNone/>
            </a:pPr>
            <a:endParaRPr lang="en-US" sz="1400" dirty="0"/>
          </a:p>
          <a:p>
            <a:pPr marL="114300" lvl="0" indent="0">
              <a:buNone/>
            </a:pPr>
            <a:endParaRPr lang="ru-RU" sz="1400" dirty="0"/>
          </a:p>
          <a:p>
            <a:r>
              <a:rPr lang="ru-RU" sz="1400" b="1" dirty="0" err="1"/>
              <a:t>Scalable</a:t>
            </a:r>
            <a:r>
              <a:rPr lang="ru-RU" sz="1400" b="1" dirty="0"/>
              <a:t> </a:t>
            </a:r>
            <a:r>
              <a:rPr lang="ru-RU" sz="1400" b="1" dirty="0" err="1"/>
              <a:t>and</a:t>
            </a:r>
            <a:r>
              <a:rPr lang="ru-RU" sz="1400" b="1" dirty="0"/>
              <a:t> </a:t>
            </a:r>
            <a:r>
              <a:rPr lang="ru-RU" sz="1400" b="1" dirty="0" err="1"/>
              <a:t>Distributed</a:t>
            </a:r>
            <a:r>
              <a:rPr lang="ru-RU" sz="1400" b="1" dirty="0"/>
              <a:t> ES</a:t>
            </a:r>
            <a:endParaRPr lang="ru-RU" sz="1400" dirty="0"/>
          </a:p>
          <a:p>
            <a:pPr marL="114300" lvl="0" indent="0">
              <a:buNone/>
            </a:pPr>
            <a:r>
              <a:rPr lang="en-US" sz="1400" dirty="0"/>
              <a:t>Essential for tackling large-scale challenges in AI, such as training massive neural networks.</a:t>
            </a:r>
          </a:p>
          <a:p>
            <a:pPr marL="114300" lvl="0" indent="0">
              <a:buNone/>
            </a:pPr>
            <a:endParaRPr lang="en-US" sz="1400" dirty="0"/>
          </a:p>
          <a:p>
            <a:pPr marL="114300" lvl="0" indent="0">
              <a:buNone/>
            </a:pPr>
            <a:endParaRPr lang="ru-RU" sz="1400" dirty="0"/>
          </a:p>
          <a:p>
            <a:r>
              <a:rPr lang="ru-RU" sz="1400" b="1" dirty="0" err="1"/>
              <a:t>Adversarial</a:t>
            </a:r>
            <a:r>
              <a:rPr lang="ru-RU" sz="1400" b="1" dirty="0"/>
              <a:t> </a:t>
            </a:r>
            <a:r>
              <a:rPr lang="ru-RU" sz="1400" b="1" dirty="0" err="1"/>
              <a:t>Testing</a:t>
            </a:r>
            <a:r>
              <a:rPr lang="ru-RU" sz="1400" b="1" dirty="0"/>
              <a:t> </a:t>
            </a:r>
            <a:r>
              <a:rPr lang="ru-RU" sz="1400" b="1" dirty="0" err="1"/>
              <a:t>and</a:t>
            </a:r>
            <a:r>
              <a:rPr lang="ru-RU" sz="1400" b="1" dirty="0"/>
              <a:t> </a:t>
            </a:r>
            <a:r>
              <a:rPr lang="ru-RU" sz="1400" b="1" dirty="0" err="1"/>
              <a:t>Robust</a:t>
            </a:r>
            <a:r>
              <a:rPr lang="ru-RU" sz="1400" b="1" dirty="0"/>
              <a:t> AI</a:t>
            </a:r>
            <a:endParaRPr lang="ru-RU" sz="1400" dirty="0"/>
          </a:p>
          <a:p>
            <a:pPr marL="114300" lvl="0" indent="0">
              <a:buNone/>
            </a:pPr>
            <a:r>
              <a:rPr lang="en-US" sz="1400" dirty="0"/>
              <a:t>Ensures AI systems are safe, secure, and reliable under diverse conditions.</a:t>
            </a:r>
            <a:endParaRPr lang="ru-RU" sz="1400" dirty="0"/>
          </a:p>
          <a:p>
            <a:pPr marL="0" indent="0">
              <a:spcAft>
                <a:spcPts val="1600"/>
              </a:spcAft>
              <a:buFont typeface="Poppins"/>
              <a:buNone/>
            </a:pPr>
            <a:endParaRPr lang="en-US" dirty="0">
              <a:latin typeface="Poppins Black"/>
              <a:ea typeface="Poppins Black"/>
              <a:cs typeface="Poppins Black"/>
              <a:sym typeface="Poppins Black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42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Future trends</a:t>
            </a:r>
            <a:endParaRPr dirty="0"/>
          </a:p>
        </p:txBody>
      </p:sp>
      <p:grpSp>
        <p:nvGrpSpPr>
          <p:cNvPr id="861" name="Google Shape;861;p42"/>
          <p:cNvGrpSpPr/>
          <p:nvPr/>
        </p:nvGrpSpPr>
        <p:grpSpPr>
          <a:xfrm>
            <a:off x="70819" y="1398717"/>
            <a:ext cx="4858397" cy="3183281"/>
            <a:chOff x="235800" y="830650"/>
            <a:chExt cx="6978450" cy="4588844"/>
          </a:xfrm>
        </p:grpSpPr>
        <p:sp>
          <p:nvSpPr>
            <p:cNvPr id="862" name="Google Shape;862;p42"/>
            <p:cNvSpPr/>
            <p:nvPr/>
          </p:nvSpPr>
          <p:spPr>
            <a:xfrm>
              <a:off x="235800" y="1224769"/>
              <a:ext cx="2592225" cy="4194725"/>
            </a:xfrm>
            <a:custGeom>
              <a:avLst/>
              <a:gdLst/>
              <a:ahLst/>
              <a:cxnLst/>
              <a:rect l="l" t="t" r="r" b="b"/>
              <a:pathLst>
                <a:path w="103689" h="167789" extrusionOk="0">
                  <a:moveTo>
                    <a:pt x="13807" y="0"/>
                  </a:moveTo>
                  <a:cubicBezTo>
                    <a:pt x="11526" y="0"/>
                    <a:pt x="9194" y="921"/>
                    <a:pt x="7431" y="2357"/>
                  </a:cubicBezTo>
                  <a:cubicBezTo>
                    <a:pt x="6418" y="3183"/>
                    <a:pt x="7559" y="5231"/>
                    <a:pt x="8433" y="6203"/>
                  </a:cubicBezTo>
                  <a:cubicBezTo>
                    <a:pt x="9308" y="7175"/>
                    <a:pt x="10393" y="8259"/>
                    <a:pt x="10189" y="9549"/>
                  </a:cubicBezTo>
                  <a:cubicBezTo>
                    <a:pt x="9355" y="9975"/>
                    <a:pt x="8287" y="10084"/>
                    <a:pt x="7292" y="10084"/>
                  </a:cubicBezTo>
                  <a:cubicBezTo>
                    <a:pt x="7024" y="10084"/>
                    <a:pt x="6762" y="10076"/>
                    <a:pt x="6511" y="10065"/>
                  </a:cubicBezTo>
                  <a:cubicBezTo>
                    <a:pt x="6102" y="10046"/>
                    <a:pt x="5686" y="9992"/>
                    <a:pt x="5277" y="9992"/>
                  </a:cubicBezTo>
                  <a:cubicBezTo>
                    <a:pt x="4990" y="9992"/>
                    <a:pt x="4705" y="10019"/>
                    <a:pt x="4430" y="10104"/>
                  </a:cubicBezTo>
                  <a:cubicBezTo>
                    <a:pt x="3763" y="10310"/>
                    <a:pt x="3182" y="11034"/>
                    <a:pt x="3440" y="11683"/>
                  </a:cubicBezTo>
                  <a:cubicBezTo>
                    <a:pt x="2981" y="12481"/>
                    <a:pt x="2431" y="12899"/>
                    <a:pt x="2962" y="13650"/>
                  </a:cubicBezTo>
                  <a:cubicBezTo>
                    <a:pt x="3377" y="14235"/>
                    <a:pt x="4081" y="14716"/>
                    <a:pt x="4076" y="15434"/>
                  </a:cubicBezTo>
                  <a:cubicBezTo>
                    <a:pt x="4071" y="16003"/>
                    <a:pt x="3591" y="16462"/>
                    <a:pt x="3082" y="16719"/>
                  </a:cubicBezTo>
                  <a:cubicBezTo>
                    <a:pt x="2572" y="16973"/>
                    <a:pt x="2000" y="17102"/>
                    <a:pt x="1518" y="17408"/>
                  </a:cubicBezTo>
                  <a:cubicBezTo>
                    <a:pt x="13" y="18366"/>
                    <a:pt x="0" y="20519"/>
                    <a:pt x="159" y="22295"/>
                  </a:cubicBezTo>
                  <a:cubicBezTo>
                    <a:pt x="1133" y="23491"/>
                    <a:pt x="1285" y="25550"/>
                    <a:pt x="817" y="27017"/>
                  </a:cubicBezTo>
                  <a:cubicBezTo>
                    <a:pt x="639" y="27577"/>
                    <a:pt x="351" y="28172"/>
                    <a:pt x="552" y="28724"/>
                  </a:cubicBezTo>
                  <a:cubicBezTo>
                    <a:pt x="782" y="29356"/>
                    <a:pt x="1526" y="29605"/>
                    <a:pt x="2177" y="29773"/>
                  </a:cubicBezTo>
                  <a:cubicBezTo>
                    <a:pt x="2891" y="29958"/>
                    <a:pt x="3669" y="30130"/>
                    <a:pt x="4408" y="30130"/>
                  </a:cubicBezTo>
                  <a:cubicBezTo>
                    <a:pt x="5109" y="30130"/>
                    <a:pt x="5775" y="29975"/>
                    <a:pt x="6314" y="29528"/>
                  </a:cubicBezTo>
                  <a:cubicBezTo>
                    <a:pt x="7583" y="28478"/>
                    <a:pt x="9157" y="28121"/>
                    <a:pt x="10834" y="28121"/>
                  </a:cubicBezTo>
                  <a:cubicBezTo>
                    <a:pt x="13016" y="28121"/>
                    <a:pt x="15374" y="28725"/>
                    <a:pt x="17464" y="29196"/>
                  </a:cubicBezTo>
                  <a:cubicBezTo>
                    <a:pt x="18740" y="29482"/>
                    <a:pt x="20083" y="29952"/>
                    <a:pt x="20830" y="31028"/>
                  </a:cubicBezTo>
                  <a:cubicBezTo>
                    <a:pt x="21824" y="32461"/>
                    <a:pt x="21400" y="34451"/>
                    <a:pt x="20580" y="35993"/>
                  </a:cubicBezTo>
                  <a:cubicBezTo>
                    <a:pt x="19762" y="37533"/>
                    <a:pt x="18587" y="38903"/>
                    <a:pt x="18068" y="40567"/>
                  </a:cubicBezTo>
                  <a:cubicBezTo>
                    <a:pt x="17582" y="42129"/>
                    <a:pt x="17717" y="43806"/>
                    <a:pt x="17859" y="45436"/>
                  </a:cubicBezTo>
                  <a:cubicBezTo>
                    <a:pt x="18032" y="47441"/>
                    <a:pt x="18242" y="49554"/>
                    <a:pt x="19405" y="51198"/>
                  </a:cubicBezTo>
                  <a:cubicBezTo>
                    <a:pt x="20624" y="52922"/>
                    <a:pt x="21392" y="55494"/>
                    <a:pt x="21294" y="57601"/>
                  </a:cubicBezTo>
                  <a:cubicBezTo>
                    <a:pt x="21216" y="59294"/>
                    <a:pt x="20619" y="60958"/>
                    <a:pt x="20775" y="62645"/>
                  </a:cubicBezTo>
                  <a:cubicBezTo>
                    <a:pt x="21057" y="65704"/>
                    <a:pt x="23699" y="67999"/>
                    <a:pt x="26397" y="69471"/>
                  </a:cubicBezTo>
                  <a:cubicBezTo>
                    <a:pt x="29219" y="71013"/>
                    <a:pt x="31651" y="73637"/>
                    <a:pt x="32623" y="76701"/>
                  </a:cubicBezTo>
                  <a:cubicBezTo>
                    <a:pt x="33112" y="78241"/>
                    <a:pt x="33257" y="79868"/>
                    <a:pt x="33688" y="81425"/>
                  </a:cubicBezTo>
                  <a:cubicBezTo>
                    <a:pt x="34432" y="84119"/>
                    <a:pt x="36051" y="86565"/>
                    <a:pt x="38239" y="88307"/>
                  </a:cubicBezTo>
                  <a:cubicBezTo>
                    <a:pt x="39834" y="89575"/>
                    <a:pt x="42451" y="90023"/>
                    <a:pt x="44455" y="90388"/>
                  </a:cubicBezTo>
                  <a:cubicBezTo>
                    <a:pt x="45495" y="90578"/>
                    <a:pt x="46617" y="90728"/>
                    <a:pt x="47400" y="91437"/>
                  </a:cubicBezTo>
                  <a:cubicBezTo>
                    <a:pt x="47762" y="91764"/>
                    <a:pt x="48023" y="92187"/>
                    <a:pt x="48369" y="92530"/>
                  </a:cubicBezTo>
                  <a:cubicBezTo>
                    <a:pt x="50044" y="94188"/>
                    <a:pt x="53127" y="93507"/>
                    <a:pt x="54821" y="95145"/>
                  </a:cubicBezTo>
                  <a:cubicBezTo>
                    <a:pt x="55259" y="95566"/>
                    <a:pt x="55558" y="96107"/>
                    <a:pt x="55941" y="96579"/>
                  </a:cubicBezTo>
                  <a:cubicBezTo>
                    <a:pt x="56887" y="97736"/>
                    <a:pt x="58370" y="98428"/>
                    <a:pt x="59861" y="98428"/>
                  </a:cubicBezTo>
                  <a:cubicBezTo>
                    <a:pt x="60003" y="98428"/>
                    <a:pt x="60145" y="98421"/>
                    <a:pt x="60286" y="98409"/>
                  </a:cubicBezTo>
                  <a:lnTo>
                    <a:pt x="60286" y="98409"/>
                  </a:lnTo>
                  <a:cubicBezTo>
                    <a:pt x="59905" y="99653"/>
                    <a:pt x="61397" y="101114"/>
                    <a:pt x="60936" y="102330"/>
                  </a:cubicBezTo>
                  <a:cubicBezTo>
                    <a:pt x="60565" y="103312"/>
                    <a:pt x="59445" y="103741"/>
                    <a:pt x="58674" y="104452"/>
                  </a:cubicBezTo>
                  <a:cubicBezTo>
                    <a:pt x="57337" y="105685"/>
                    <a:pt x="57129" y="107795"/>
                    <a:pt x="57705" y="109521"/>
                  </a:cubicBezTo>
                  <a:cubicBezTo>
                    <a:pt x="58282" y="111246"/>
                    <a:pt x="59498" y="112671"/>
                    <a:pt x="60717" y="114022"/>
                  </a:cubicBezTo>
                  <a:cubicBezTo>
                    <a:pt x="62978" y="116530"/>
                    <a:pt x="65696" y="117746"/>
                    <a:pt x="68148" y="120066"/>
                  </a:cubicBezTo>
                  <a:cubicBezTo>
                    <a:pt x="70420" y="122216"/>
                    <a:pt x="70937" y="125696"/>
                    <a:pt x="70438" y="128784"/>
                  </a:cubicBezTo>
                  <a:cubicBezTo>
                    <a:pt x="69938" y="131872"/>
                    <a:pt x="68585" y="134744"/>
                    <a:pt x="67620" y="137718"/>
                  </a:cubicBezTo>
                  <a:cubicBezTo>
                    <a:pt x="65814" y="143276"/>
                    <a:pt x="65376" y="149382"/>
                    <a:pt x="67102" y="154963"/>
                  </a:cubicBezTo>
                  <a:cubicBezTo>
                    <a:pt x="68828" y="160546"/>
                    <a:pt x="72869" y="165522"/>
                    <a:pt x="78283" y="167717"/>
                  </a:cubicBezTo>
                  <a:cubicBezTo>
                    <a:pt x="78404" y="167766"/>
                    <a:pt x="78530" y="167788"/>
                    <a:pt x="78658" y="167788"/>
                  </a:cubicBezTo>
                  <a:cubicBezTo>
                    <a:pt x="79167" y="167788"/>
                    <a:pt x="79705" y="167444"/>
                    <a:pt x="80056" y="167066"/>
                  </a:cubicBezTo>
                  <a:cubicBezTo>
                    <a:pt x="80495" y="166591"/>
                    <a:pt x="80589" y="165833"/>
                    <a:pt x="80281" y="165265"/>
                  </a:cubicBezTo>
                  <a:cubicBezTo>
                    <a:pt x="79304" y="163467"/>
                    <a:pt x="77566" y="161932"/>
                    <a:pt x="76298" y="160326"/>
                  </a:cubicBezTo>
                  <a:cubicBezTo>
                    <a:pt x="75898" y="159821"/>
                    <a:pt x="75478" y="159248"/>
                    <a:pt x="75530" y="158607"/>
                  </a:cubicBezTo>
                  <a:cubicBezTo>
                    <a:pt x="75589" y="157886"/>
                    <a:pt x="76208" y="157367"/>
                    <a:pt x="76666" y="156807"/>
                  </a:cubicBezTo>
                  <a:cubicBezTo>
                    <a:pt x="77361" y="155947"/>
                    <a:pt x="77729" y="154867"/>
                    <a:pt x="77704" y="153762"/>
                  </a:cubicBezTo>
                  <a:cubicBezTo>
                    <a:pt x="77674" y="152733"/>
                    <a:pt x="77075" y="151726"/>
                    <a:pt x="77111" y="150697"/>
                  </a:cubicBezTo>
                  <a:cubicBezTo>
                    <a:pt x="77146" y="149667"/>
                    <a:pt x="77701" y="148583"/>
                    <a:pt x="78676" y="148251"/>
                  </a:cubicBezTo>
                  <a:cubicBezTo>
                    <a:pt x="79120" y="148100"/>
                    <a:pt x="79614" y="148115"/>
                    <a:pt x="80042" y="147926"/>
                  </a:cubicBezTo>
                  <a:cubicBezTo>
                    <a:pt x="81453" y="147303"/>
                    <a:pt x="81228" y="145153"/>
                    <a:pt x="82249" y="143996"/>
                  </a:cubicBezTo>
                  <a:cubicBezTo>
                    <a:pt x="82722" y="143460"/>
                    <a:pt x="83419" y="143193"/>
                    <a:pt x="84064" y="142883"/>
                  </a:cubicBezTo>
                  <a:cubicBezTo>
                    <a:pt x="86792" y="141571"/>
                    <a:pt x="89035" y="138972"/>
                    <a:pt x="89283" y="135957"/>
                  </a:cubicBezTo>
                  <a:cubicBezTo>
                    <a:pt x="89483" y="133544"/>
                    <a:pt x="88605" y="130615"/>
                    <a:pt x="90438" y="129034"/>
                  </a:cubicBezTo>
                  <a:cubicBezTo>
                    <a:pt x="91238" y="128344"/>
                    <a:pt x="92244" y="128199"/>
                    <a:pt x="93314" y="128199"/>
                  </a:cubicBezTo>
                  <a:cubicBezTo>
                    <a:pt x="94087" y="128199"/>
                    <a:pt x="94894" y="128275"/>
                    <a:pt x="95682" y="128275"/>
                  </a:cubicBezTo>
                  <a:cubicBezTo>
                    <a:pt x="96098" y="128275"/>
                    <a:pt x="96509" y="128254"/>
                    <a:pt x="96908" y="128189"/>
                  </a:cubicBezTo>
                  <a:cubicBezTo>
                    <a:pt x="97800" y="128044"/>
                    <a:pt x="98396" y="127214"/>
                    <a:pt x="98814" y="126412"/>
                  </a:cubicBezTo>
                  <a:cubicBezTo>
                    <a:pt x="99231" y="125609"/>
                    <a:pt x="99280" y="124658"/>
                    <a:pt x="99129" y="123766"/>
                  </a:cubicBezTo>
                  <a:cubicBezTo>
                    <a:pt x="98945" y="122668"/>
                    <a:pt x="98473" y="121597"/>
                    <a:pt x="98577" y="120489"/>
                  </a:cubicBezTo>
                  <a:cubicBezTo>
                    <a:pt x="98723" y="118930"/>
                    <a:pt x="99942" y="117730"/>
                    <a:pt x="100886" y="116480"/>
                  </a:cubicBezTo>
                  <a:cubicBezTo>
                    <a:pt x="102003" y="114998"/>
                    <a:pt x="102797" y="113297"/>
                    <a:pt x="103214" y="111488"/>
                  </a:cubicBezTo>
                  <a:cubicBezTo>
                    <a:pt x="103689" y="109429"/>
                    <a:pt x="102371" y="106997"/>
                    <a:pt x="100524" y="105970"/>
                  </a:cubicBezTo>
                  <a:cubicBezTo>
                    <a:pt x="98677" y="104943"/>
                    <a:pt x="96462" y="104915"/>
                    <a:pt x="94350" y="104853"/>
                  </a:cubicBezTo>
                  <a:cubicBezTo>
                    <a:pt x="92237" y="104794"/>
                    <a:pt x="89999" y="104633"/>
                    <a:pt x="88273" y="103414"/>
                  </a:cubicBezTo>
                  <a:cubicBezTo>
                    <a:pt x="86692" y="102296"/>
                    <a:pt x="85799" y="100469"/>
                    <a:pt x="84550" y="98991"/>
                  </a:cubicBezTo>
                  <a:cubicBezTo>
                    <a:pt x="82441" y="96497"/>
                    <a:pt x="79375" y="95057"/>
                    <a:pt x="76410" y="93690"/>
                  </a:cubicBezTo>
                  <a:cubicBezTo>
                    <a:pt x="75559" y="93298"/>
                    <a:pt x="74630" y="92901"/>
                    <a:pt x="73720" y="92901"/>
                  </a:cubicBezTo>
                  <a:cubicBezTo>
                    <a:pt x="73431" y="92901"/>
                    <a:pt x="73144" y="92941"/>
                    <a:pt x="72862" y="93034"/>
                  </a:cubicBezTo>
                  <a:cubicBezTo>
                    <a:pt x="72400" y="93185"/>
                    <a:pt x="71985" y="93473"/>
                    <a:pt x="71508" y="93564"/>
                  </a:cubicBezTo>
                  <a:cubicBezTo>
                    <a:pt x="71390" y="93586"/>
                    <a:pt x="71274" y="93597"/>
                    <a:pt x="71159" y="93597"/>
                  </a:cubicBezTo>
                  <a:cubicBezTo>
                    <a:pt x="70006" y="93597"/>
                    <a:pt x="69033" y="92520"/>
                    <a:pt x="67966" y="91944"/>
                  </a:cubicBezTo>
                  <a:cubicBezTo>
                    <a:pt x="67424" y="91651"/>
                    <a:pt x="66830" y="91518"/>
                    <a:pt x="66231" y="91518"/>
                  </a:cubicBezTo>
                  <a:cubicBezTo>
                    <a:pt x="64138" y="91518"/>
                    <a:pt x="61986" y="93147"/>
                    <a:pt x="61817" y="95293"/>
                  </a:cubicBezTo>
                  <a:cubicBezTo>
                    <a:pt x="61476" y="95410"/>
                    <a:pt x="61056" y="95468"/>
                    <a:pt x="60611" y="95468"/>
                  </a:cubicBezTo>
                  <a:cubicBezTo>
                    <a:pt x="59413" y="95468"/>
                    <a:pt x="58031" y="95047"/>
                    <a:pt x="57510" y="94228"/>
                  </a:cubicBezTo>
                  <a:cubicBezTo>
                    <a:pt x="56995" y="93419"/>
                    <a:pt x="56789" y="92287"/>
                    <a:pt x="55904" y="91918"/>
                  </a:cubicBezTo>
                  <a:cubicBezTo>
                    <a:pt x="55432" y="91722"/>
                    <a:pt x="54840" y="91796"/>
                    <a:pt x="54455" y="91458"/>
                  </a:cubicBezTo>
                  <a:cubicBezTo>
                    <a:pt x="53818" y="90898"/>
                    <a:pt x="54313" y="89881"/>
                    <a:pt x="54428" y="89040"/>
                  </a:cubicBezTo>
                  <a:cubicBezTo>
                    <a:pt x="54609" y="87696"/>
                    <a:pt x="53607" y="86419"/>
                    <a:pt x="52383" y="85834"/>
                  </a:cubicBezTo>
                  <a:cubicBezTo>
                    <a:pt x="51161" y="85249"/>
                    <a:pt x="49761" y="85202"/>
                    <a:pt x="48407" y="85159"/>
                  </a:cubicBezTo>
                  <a:cubicBezTo>
                    <a:pt x="47051" y="85115"/>
                    <a:pt x="45649" y="85054"/>
                    <a:pt x="44436" y="84447"/>
                  </a:cubicBezTo>
                  <a:cubicBezTo>
                    <a:pt x="42077" y="83264"/>
                    <a:pt x="41111" y="80063"/>
                    <a:pt x="42146" y="77635"/>
                  </a:cubicBezTo>
                  <a:cubicBezTo>
                    <a:pt x="43156" y="75267"/>
                    <a:pt x="45760" y="73783"/>
                    <a:pt x="48337" y="73783"/>
                  </a:cubicBezTo>
                  <a:cubicBezTo>
                    <a:pt x="48401" y="73783"/>
                    <a:pt x="48464" y="73784"/>
                    <a:pt x="48528" y="73786"/>
                  </a:cubicBezTo>
                  <a:cubicBezTo>
                    <a:pt x="51112" y="73862"/>
                    <a:pt x="53842" y="75749"/>
                    <a:pt x="53870" y="78335"/>
                  </a:cubicBezTo>
                  <a:cubicBezTo>
                    <a:pt x="53875" y="78746"/>
                    <a:pt x="54287" y="78928"/>
                    <a:pt x="54735" y="78928"/>
                  </a:cubicBezTo>
                  <a:cubicBezTo>
                    <a:pt x="55004" y="78928"/>
                    <a:pt x="55285" y="78863"/>
                    <a:pt x="55498" y="78741"/>
                  </a:cubicBezTo>
                  <a:cubicBezTo>
                    <a:pt x="56067" y="78416"/>
                    <a:pt x="56365" y="77760"/>
                    <a:pt x="56505" y="77119"/>
                  </a:cubicBezTo>
                  <a:cubicBezTo>
                    <a:pt x="56645" y="76478"/>
                    <a:pt x="56664" y="75812"/>
                    <a:pt x="56860" y="75186"/>
                  </a:cubicBezTo>
                  <a:cubicBezTo>
                    <a:pt x="57310" y="73749"/>
                    <a:pt x="58757" y="72690"/>
                    <a:pt x="60261" y="72690"/>
                  </a:cubicBezTo>
                  <a:cubicBezTo>
                    <a:pt x="60273" y="72690"/>
                    <a:pt x="60285" y="72690"/>
                    <a:pt x="60297" y="72690"/>
                  </a:cubicBezTo>
                  <a:cubicBezTo>
                    <a:pt x="60306" y="72690"/>
                    <a:pt x="60314" y="72690"/>
                    <a:pt x="60323" y="72690"/>
                  </a:cubicBezTo>
                  <a:cubicBezTo>
                    <a:pt x="61893" y="72690"/>
                    <a:pt x="62998" y="71122"/>
                    <a:pt x="64116" y="70013"/>
                  </a:cubicBezTo>
                  <a:cubicBezTo>
                    <a:pt x="65241" y="68896"/>
                    <a:pt x="65913" y="67214"/>
                    <a:pt x="65469" y="65693"/>
                  </a:cubicBezTo>
                  <a:cubicBezTo>
                    <a:pt x="65229" y="64873"/>
                    <a:pt x="64683" y="64046"/>
                    <a:pt x="64956" y="63238"/>
                  </a:cubicBezTo>
                  <a:cubicBezTo>
                    <a:pt x="65170" y="62604"/>
                    <a:pt x="65822" y="62237"/>
                    <a:pt x="66438" y="61978"/>
                  </a:cubicBezTo>
                  <a:cubicBezTo>
                    <a:pt x="67992" y="61328"/>
                    <a:pt x="69657" y="60995"/>
                    <a:pt x="71338" y="60995"/>
                  </a:cubicBezTo>
                  <a:cubicBezTo>
                    <a:pt x="71514" y="60995"/>
                    <a:pt x="71689" y="60998"/>
                    <a:pt x="71865" y="61005"/>
                  </a:cubicBezTo>
                  <a:cubicBezTo>
                    <a:pt x="71916" y="61008"/>
                    <a:pt x="71966" y="61009"/>
                    <a:pt x="72016" y="61009"/>
                  </a:cubicBezTo>
                  <a:cubicBezTo>
                    <a:pt x="73530" y="61009"/>
                    <a:pt x="74333" y="60016"/>
                    <a:pt x="75129" y="58671"/>
                  </a:cubicBezTo>
                  <a:cubicBezTo>
                    <a:pt x="75724" y="57667"/>
                    <a:pt x="75988" y="56400"/>
                    <a:pt x="76935" y="55719"/>
                  </a:cubicBezTo>
                  <a:cubicBezTo>
                    <a:pt x="77461" y="55341"/>
                    <a:pt x="78061" y="55227"/>
                    <a:pt x="78697" y="55227"/>
                  </a:cubicBezTo>
                  <a:cubicBezTo>
                    <a:pt x="79669" y="55227"/>
                    <a:pt x="80723" y="55493"/>
                    <a:pt x="81724" y="55493"/>
                  </a:cubicBezTo>
                  <a:cubicBezTo>
                    <a:pt x="81835" y="55493"/>
                    <a:pt x="81945" y="55490"/>
                    <a:pt x="82055" y="55483"/>
                  </a:cubicBezTo>
                  <a:cubicBezTo>
                    <a:pt x="84597" y="55311"/>
                    <a:pt x="86582" y="52458"/>
                    <a:pt x="85860" y="50015"/>
                  </a:cubicBezTo>
                  <a:cubicBezTo>
                    <a:pt x="85517" y="48852"/>
                    <a:pt x="84704" y="47901"/>
                    <a:pt x="84043" y="46884"/>
                  </a:cubicBezTo>
                  <a:cubicBezTo>
                    <a:pt x="83131" y="45481"/>
                    <a:pt x="82492" y="43918"/>
                    <a:pt x="82159" y="42277"/>
                  </a:cubicBezTo>
                  <a:cubicBezTo>
                    <a:pt x="81854" y="40773"/>
                    <a:pt x="81767" y="39118"/>
                    <a:pt x="80776" y="37947"/>
                  </a:cubicBezTo>
                  <a:cubicBezTo>
                    <a:pt x="79227" y="38020"/>
                    <a:pt x="77350" y="37975"/>
                    <a:pt x="75971" y="38686"/>
                  </a:cubicBezTo>
                  <a:cubicBezTo>
                    <a:pt x="75699" y="37108"/>
                    <a:pt x="75398" y="35461"/>
                    <a:pt x="74423" y="34192"/>
                  </a:cubicBezTo>
                  <a:cubicBezTo>
                    <a:pt x="73732" y="33291"/>
                    <a:pt x="72587" y="32657"/>
                    <a:pt x="71488" y="32657"/>
                  </a:cubicBezTo>
                  <a:cubicBezTo>
                    <a:pt x="71039" y="32657"/>
                    <a:pt x="70597" y="32763"/>
                    <a:pt x="70198" y="32999"/>
                  </a:cubicBezTo>
                  <a:cubicBezTo>
                    <a:pt x="68851" y="33794"/>
                    <a:pt x="68559" y="35642"/>
                    <a:pt x="68807" y="37187"/>
                  </a:cubicBezTo>
                  <a:cubicBezTo>
                    <a:pt x="69057" y="38731"/>
                    <a:pt x="69698" y="40227"/>
                    <a:pt x="69655" y="41791"/>
                  </a:cubicBezTo>
                  <a:cubicBezTo>
                    <a:pt x="69615" y="43336"/>
                    <a:pt x="68552" y="45042"/>
                    <a:pt x="67017" y="45042"/>
                  </a:cubicBezTo>
                  <a:cubicBezTo>
                    <a:pt x="66998" y="45042"/>
                    <a:pt x="66979" y="45041"/>
                    <a:pt x="66960" y="45041"/>
                  </a:cubicBezTo>
                  <a:cubicBezTo>
                    <a:pt x="66146" y="45019"/>
                    <a:pt x="65416" y="44522"/>
                    <a:pt x="64843" y="43941"/>
                  </a:cubicBezTo>
                  <a:cubicBezTo>
                    <a:pt x="64022" y="43112"/>
                    <a:pt x="63372" y="42052"/>
                    <a:pt x="62317" y="41553"/>
                  </a:cubicBezTo>
                  <a:cubicBezTo>
                    <a:pt x="61507" y="41171"/>
                    <a:pt x="60577" y="41179"/>
                    <a:pt x="59704" y="40982"/>
                  </a:cubicBezTo>
                  <a:cubicBezTo>
                    <a:pt x="56728" y="40316"/>
                    <a:pt x="54688" y="36902"/>
                    <a:pt x="55510" y="33965"/>
                  </a:cubicBezTo>
                  <a:cubicBezTo>
                    <a:pt x="56182" y="31564"/>
                    <a:pt x="58657" y="29882"/>
                    <a:pt x="61117" y="29882"/>
                  </a:cubicBezTo>
                  <a:cubicBezTo>
                    <a:pt x="61664" y="29882"/>
                    <a:pt x="62211" y="29966"/>
                    <a:pt x="62737" y="30143"/>
                  </a:cubicBezTo>
                  <a:cubicBezTo>
                    <a:pt x="66237" y="28861"/>
                    <a:pt x="67660" y="24447"/>
                    <a:pt x="66265" y="20991"/>
                  </a:cubicBezTo>
                  <a:cubicBezTo>
                    <a:pt x="64868" y="17535"/>
                    <a:pt x="61115" y="15389"/>
                    <a:pt x="57392" y="15226"/>
                  </a:cubicBezTo>
                  <a:cubicBezTo>
                    <a:pt x="56302" y="15179"/>
                    <a:pt x="55191" y="15275"/>
                    <a:pt x="54134" y="15007"/>
                  </a:cubicBezTo>
                  <a:cubicBezTo>
                    <a:pt x="51145" y="14251"/>
                    <a:pt x="49582" y="10965"/>
                    <a:pt x="46980" y="9310"/>
                  </a:cubicBezTo>
                  <a:cubicBezTo>
                    <a:pt x="46287" y="8869"/>
                    <a:pt x="45224" y="8778"/>
                    <a:pt x="44079" y="8778"/>
                  </a:cubicBezTo>
                  <a:cubicBezTo>
                    <a:pt x="43277" y="8778"/>
                    <a:pt x="42435" y="8823"/>
                    <a:pt x="41651" y="8823"/>
                  </a:cubicBezTo>
                  <a:cubicBezTo>
                    <a:pt x="40795" y="8823"/>
                    <a:pt x="40007" y="8769"/>
                    <a:pt x="39418" y="8547"/>
                  </a:cubicBezTo>
                  <a:cubicBezTo>
                    <a:pt x="38499" y="8200"/>
                    <a:pt x="37525" y="8023"/>
                    <a:pt x="36546" y="8023"/>
                  </a:cubicBezTo>
                  <a:cubicBezTo>
                    <a:pt x="36275" y="8023"/>
                    <a:pt x="36003" y="8037"/>
                    <a:pt x="35731" y="8064"/>
                  </a:cubicBezTo>
                  <a:cubicBezTo>
                    <a:pt x="34635" y="9104"/>
                    <a:pt x="32585" y="9398"/>
                    <a:pt x="31077" y="9499"/>
                  </a:cubicBezTo>
                  <a:cubicBezTo>
                    <a:pt x="29526" y="7990"/>
                    <a:pt x="27655" y="6585"/>
                    <a:pt x="25725" y="5605"/>
                  </a:cubicBezTo>
                  <a:cubicBezTo>
                    <a:pt x="24435" y="4951"/>
                    <a:pt x="22930" y="4260"/>
                    <a:pt x="22532" y="2870"/>
                  </a:cubicBezTo>
                  <a:cubicBezTo>
                    <a:pt x="22012" y="1053"/>
                    <a:pt x="19376" y="125"/>
                    <a:pt x="17200" y="125"/>
                  </a:cubicBezTo>
                  <a:cubicBezTo>
                    <a:pt x="16716" y="125"/>
                    <a:pt x="16254" y="171"/>
                    <a:pt x="15844" y="263"/>
                  </a:cubicBezTo>
                  <a:cubicBezTo>
                    <a:pt x="15181" y="84"/>
                    <a:pt x="14496" y="0"/>
                    <a:pt x="13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solidFill>
                <a:schemeClr val="accent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42"/>
            <p:cNvSpPr/>
            <p:nvPr/>
          </p:nvSpPr>
          <p:spPr>
            <a:xfrm>
              <a:off x="2370225" y="830650"/>
              <a:ext cx="1016975" cy="1158500"/>
            </a:xfrm>
            <a:custGeom>
              <a:avLst/>
              <a:gdLst/>
              <a:ahLst/>
              <a:cxnLst/>
              <a:rect l="l" t="t" r="r" b="b"/>
              <a:pathLst>
                <a:path w="40679" h="46340" extrusionOk="0">
                  <a:moveTo>
                    <a:pt x="15780" y="0"/>
                  </a:moveTo>
                  <a:cubicBezTo>
                    <a:pt x="14989" y="0"/>
                    <a:pt x="14213" y="109"/>
                    <a:pt x="13470" y="421"/>
                  </a:cubicBezTo>
                  <a:cubicBezTo>
                    <a:pt x="9879" y="1928"/>
                    <a:pt x="10933" y="5468"/>
                    <a:pt x="8580" y="7572"/>
                  </a:cubicBezTo>
                  <a:cubicBezTo>
                    <a:pt x="6546" y="9390"/>
                    <a:pt x="2788" y="7963"/>
                    <a:pt x="1150" y="10460"/>
                  </a:cubicBezTo>
                  <a:cubicBezTo>
                    <a:pt x="0" y="12215"/>
                    <a:pt x="1289" y="14606"/>
                    <a:pt x="2962" y="15871"/>
                  </a:cubicBezTo>
                  <a:cubicBezTo>
                    <a:pt x="4636" y="17135"/>
                    <a:pt x="6731" y="17894"/>
                    <a:pt x="8056" y="19522"/>
                  </a:cubicBezTo>
                  <a:cubicBezTo>
                    <a:pt x="10183" y="22136"/>
                    <a:pt x="9577" y="26004"/>
                    <a:pt x="8413" y="29169"/>
                  </a:cubicBezTo>
                  <a:cubicBezTo>
                    <a:pt x="7247" y="32332"/>
                    <a:pt x="5603" y="35532"/>
                    <a:pt x="6005" y="38881"/>
                  </a:cubicBezTo>
                  <a:cubicBezTo>
                    <a:pt x="6193" y="40459"/>
                    <a:pt x="6837" y="41956"/>
                    <a:pt x="7675" y="43307"/>
                  </a:cubicBezTo>
                  <a:cubicBezTo>
                    <a:pt x="8488" y="44615"/>
                    <a:pt x="9597" y="45873"/>
                    <a:pt x="11095" y="46235"/>
                  </a:cubicBezTo>
                  <a:cubicBezTo>
                    <a:pt x="11391" y="46306"/>
                    <a:pt x="11688" y="46339"/>
                    <a:pt x="11983" y="46339"/>
                  </a:cubicBezTo>
                  <a:cubicBezTo>
                    <a:pt x="13586" y="46339"/>
                    <a:pt x="15150" y="45367"/>
                    <a:pt x="16368" y="44250"/>
                  </a:cubicBezTo>
                  <a:cubicBezTo>
                    <a:pt x="17812" y="42927"/>
                    <a:pt x="19065" y="41325"/>
                    <a:pt x="20822" y="40465"/>
                  </a:cubicBezTo>
                  <a:cubicBezTo>
                    <a:pt x="23353" y="39224"/>
                    <a:pt x="26610" y="39686"/>
                    <a:pt x="28815" y="37929"/>
                  </a:cubicBezTo>
                  <a:cubicBezTo>
                    <a:pt x="31544" y="35754"/>
                    <a:pt x="31140" y="31606"/>
                    <a:pt x="31890" y="28199"/>
                  </a:cubicBezTo>
                  <a:cubicBezTo>
                    <a:pt x="33150" y="22476"/>
                    <a:pt x="38102" y="18249"/>
                    <a:pt x="40038" y="12718"/>
                  </a:cubicBezTo>
                  <a:cubicBezTo>
                    <a:pt x="40418" y="11636"/>
                    <a:pt x="40679" y="10499"/>
                    <a:pt x="40652" y="9352"/>
                  </a:cubicBezTo>
                  <a:cubicBezTo>
                    <a:pt x="40569" y="5649"/>
                    <a:pt x="37449" y="2571"/>
                    <a:pt x="33956" y="1339"/>
                  </a:cubicBezTo>
                  <a:cubicBezTo>
                    <a:pt x="31938" y="627"/>
                    <a:pt x="29911" y="457"/>
                    <a:pt x="27871" y="457"/>
                  </a:cubicBezTo>
                  <a:cubicBezTo>
                    <a:pt x="26007" y="457"/>
                    <a:pt x="24132" y="599"/>
                    <a:pt x="22245" y="599"/>
                  </a:cubicBezTo>
                  <a:cubicBezTo>
                    <a:pt x="21785" y="599"/>
                    <a:pt x="21325" y="591"/>
                    <a:pt x="20863" y="570"/>
                  </a:cubicBezTo>
                  <a:cubicBezTo>
                    <a:pt x="19225" y="496"/>
                    <a:pt x="17470" y="0"/>
                    <a:pt x="157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solidFill>
                <a:schemeClr val="accent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42"/>
            <p:cNvSpPr/>
            <p:nvPr/>
          </p:nvSpPr>
          <p:spPr>
            <a:xfrm>
              <a:off x="3143325" y="1089650"/>
              <a:ext cx="4064350" cy="3503975"/>
            </a:xfrm>
            <a:custGeom>
              <a:avLst/>
              <a:gdLst/>
              <a:ahLst/>
              <a:cxnLst/>
              <a:rect l="l" t="t" r="r" b="b"/>
              <a:pathLst>
                <a:path w="162574" h="140159" extrusionOk="0">
                  <a:moveTo>
                    <a:pt x="149391" y="0"/>
                  </a:moveTo>
                  <a:cubicBezTo>
                    <a:pt x="148360" y="0"/>
                    <a:pt x="147330" y="156"/>
                    <a:pt x="146349" y="477"/>
                  </a:cubicBezTo>
                  <a:cubicBezTo>
                    <a:pt x="145329" y="812"/>
                    <a:pt x="144363" y="1309"/>
                    <a:pt x="143326" y="1583"/>
                  </a:cubicBezTo>
                  <a:cubicBezTo>
                    <a:pt x="142494" y="1801"/>
                    <a:pt x="141638" y="1870"/>
                    <a:pt x="140776" y="1870"/>
                  </a:cubicBezTo>
                  <a:cubicBezTo>
                    <a:pt x="140050" y="1870"/>
                    <a:pt x="139319" y="1821"/>
                    <a:pt x="138596" y="1772"/>
                  </a:cubicBezTo>
                  <a:lnTo>
                    <a:pt x="130106" y="1191"/>
                  </a:lnTo>
                  <a:cubicBezTo>
                    <a:pt x="129237" y="1132"/>
                    <a:pt x="128350" y="1076"/>
                    <a:pt x="127469" y="1076"/>
                  </a:cubicBezTo>
                  <a:cubicBezTo>
                    <a:pt x="125783" y="1076"/>
                    <a:pt x="124119" y="1281"/>
                    <a:pt x="122644" y="2056"/>
                  </a:cubicBezTo>
                  <a:cubicBezTo>
                    <a:pt x="119360" y="3782"/>
                    <a:pt x="117499" y="8084"/>
                    <a:pt x="113816" y="8529"/>
                  </a:cubicBezTo>
                  <a:cubicBezTo>
                    <a:pt x="113611" y="8554"/>
                    <a:pt x="113408" y="8566"/>
                    <a:pt x="113207" y="8566"/>
                  </a:cubicBezTo>
                  <a:cubicBezTo>
                    <a:pt x="110853" y="8566"/>
                    <a:pt x="108715" y="6973"/>
                    <a:pt x="106473" y="6087"/>
                  </a:cubicBezTo>
                  <a:cubicBezTo>
                    <a:pt x="105100" y="5543"/>
                    <a:pt x="103627" y="5279"/>
                    <a:pt x="102152" y="5279"/>
                  </a:cubicBezTo>
                  <a:cubicBezTo>
                    <a:pt x="99404" y="5279"/>
                    <a:pt x="96647" y="6196"/>
                    <a:pt x="94512" y="7933"/>
                  </a:cubicBezTo>
                  <a:cubicBezTo>
                    <a:pt x="93279" y="7304"/>
                    <a:pt x="93660" y="5468"/>
                    <a:pt x="93225" y="4153"/>
                  </a:cubicBezTo>
                  <a:cubicBezTo>
                    <a:pt x="92771" y="2782"/>
                    <a:pt x="91297" y="1954"/>
                    <a:pt x="89858" y="1828"/>
                  </a:cubicBezTo>
                  <a:cubicBezTo>
                    <a:pt x="89687" y="1813"/>
                    <a:pt x="89517" y="1806"/>
                    <a:pt x="89348" y="1806"/>
                  </a:cubicBezTo>
                  <a:cubicBezTo>
                    <a:pt x="88082" y="1806"/>
                    <a:pt x="86834" y="2194"/>
                    <a:pt x="85623" y="2590"/>
                  </a:cubicBezTo>
                  <a:cubicBezTo>
                    <a:pt x="82664" y="3556"/>
                    <a:pt x="79224" y="5204"/>
                    <a:pt x="78950" y="8303"/>
                  </a:cubicBezTo>
                  <a:cubicBezTo>
                    <a:pt x="78873" y="9176"/>
                    <a:pt x="79068" y="10104"/>
                    <a:pt x="78702" y="10900"/>
                  </a:cubicBezTo>
                  <a:cubicBezTo>
                    <a:pt x="78178" y="12033"/>
                    <a:pt x="76762" y="12408"/>
                    <a:pt x="75881" y="13291"/>
                  </a:cubicBezTo>
                  <a:cubicBezTo>
                    <a:pt x="74831" y="14345"/>
                    <a:pt x="74664" y="15971"/>
                    <a:pt x="74621" y="17458"/>
                  </a:cubicBezTo>
                  <a:cubicBezTo>
                    <a:pt x="74577" y="18944"/>
                    <a:pt x="74563" y="20541"/>
                    <a:pt x="73703" y="21754"/>
                  </a:cubicBezTo>
                  <a:cubicBezTo>
                    <a:pt x="73148" y="22537"/>
                    <a:pt x="71069" y="23068"/>
                    <a:pt x="69376" y="23068"/>
                  </a:cubicBezTo>
                  <a:cubicBezTo>
                    <a:pt x="68445" y="23068"/>
                    <a:pt x="67630" y="22907"/>
                    <a:pt x="67252" y="22539"/>
                  </a:cubicBezTo>
                  <a:cubicBezTo>
                    <a:pt x="66636" y="21940"/>
                    <a:pt x="65905" y="21693"/>
                    <a:pt x="65124" y="21693"/>
                  </a:cubicBezTo>
                  <a:cubicBezTo>
                    <a:pt x="63293" y="21693"/>
                    <a:pt x="61194" y="23048"/>
                    <a:pt x="59696" y="24392"/>
                  </a:cubicBezTo>
                  <a:lnTo>
                    <a:pt x="53326" y="30110"/>
                  </a:lnTo>
                  <a:cubicBezTo>
                    <a:pt x="51731" y="31541"/>
                    <a:pt x="50013" y="33034"/>
                    <a:pt x="47899" y="33389"/>
                  </a:cubicBezTo>
                  <a:cubicBezTo>
                    <a:pt x="47672" y="33427"/>
                    <a:pt x="47440" y="33446"/>
                    <a:pt x="47206" y="33446"/>
                  </a:cubicBezTo>
                  <a:cubicBezTo>
                    <a:pt x="45267" y="33446"/>
                    <a:pt x="43232" y="32171"/>
                    <a:pt x="43155" y="30259"/>
                  </a:cubicBezTo>
                  <a:cubicBezTo>
                    <a:pt x="43563" y="29875"/>
                    <a:pt x="44085" y="29761"/>
                    <a:pt x="44655" y="29761"/>
                  </a:cubicBezTo>
                  <a:cubicBezTo>
                    <a:pt x="45498" y="29761"/>
                    <a:pt x="46445" y="30012"/>
                    <a:pt x="47276" y="30012"/>
                  </a:cubicBezTo>
                  <a:cubicBezTo>
                    <a:pt x="47872" y="30012"/>
                    <a:pt x="48409" y="29883"/>
                    <a:pt x="48805" y="29438"/>
                  </a:cubicBezTo>
                  <a:cubicBezTo>
                    <a:pt x="49977" y="28121"/>
                    <a:pt x="48243" y="26238"/>
                    <a:pt x="46718" y="25356"/>
                  </a:cubicBezTo>
                  <a:cubicBezTo>
                    <a:pt x="43929" y="23744"/>
                    <a:pt x="41047" y="22101"/>
                    <a:pt x="37854" y="21667"/>
                  </a:cubicBezTo>
                  <a:cubicBezTo>
                    <a:pt x="37395" y="21605"/>
                    <a:pt x="36928" y="21573"/>
                    <a:pt x="36459" y="21573"/>
                  </a:cubicBezTo>
                  <a:cubicBezTo>
                    <a:pt x="33662" y="21573"/>
                    <a:pt x="30804" y="22696"/>
                    <a:pt x="29384" y="25062"/>
                  </a:cubicBezTo>
                  <a:cubicBezTo>
                    <a:pt x="27966" y="27426"/>
                    <a:pt x="28225" y="30512"/>
                    <a:pt x="26820" y="32884"/>
                  </a:cubicBezTo>
                  <a:cubicBezTo>
                    <a:pt x="25941" y="34369"/>
                    <a:pt x="24491" y="35431"/>
                    <a:pt x="23493" y="36839"/>
                  </a:cubicBezTo>
                  <a:cubicBezTo>
                    <a:pt x="22495" y="38247"/>
                    <a:pt x="22067" y="40372"/>
                    <a:pt x="23291" y="41591"/>
                  </a:cubicBezTo>
                  <a:cubicBezTo>
                    <a:pt x="24277" y="42574"/>
                    <a:pt x="25957" y="42576"/>
                    <a:pt x="26934" y="43568"/>
                  </a:cubicBezTo>
                  <a:cubicBezTo>
                    <a:pt x="27686" y="44334"/>
                    <a:pt x="27942" y="45612"/>
                    <a:pt x="28928" y="46032"/>
                  </a:cubicBezTo>
                  <a:cubicBezTo>
                    <a:pt x="29116" y="46112"/>
                    <a:pt x="29308" y="46149"/>
                    <a:pt x="29499" y="46149"/>
                  </a:cubicBezTo>
                  <a:cubicBezTo>
                    <a:pt x="30453" y="46149"/>
                    <a:pt x="31375" y="45228"/>
                    <a:pt x="31599" y="44232"/>
                  </a:cubicBezTo>
                  <a:cubicBezTo>
                    <a:pt x="31870" y="43035"/>
                    <a:pt x="31491" y="41803"/>
                    <a:pt x="31294" y="40594"/>
                  </a:cubicBezTo>
                  <a:cubicBezTo>
                    <a:pt x="30707" y="36976"/>
                    <a:pt x="32524" y="32527"/>
                    <a:pt x="36153" y="32010"/>
                  </a:cubicBezTo>
                  <a:cubicBezTo>
                    <a:pt x="36979" y="32041"/>
                    <a:pt x="37253" y="33221"/>
                    <a:pt x="36881" y="33960"/>
                  </a:cubicBezTo>
                  <a:cubicBezTo>
                    <a:pt x="36512" y="34700"/>
                    <a:pt x="35790" y="35213"/>
                    <a:pt x="35400" y="35941"/>
                  </a:cubicBezTo>
                  <a:cubicBezTo>
                    <a:pt x="34663" y="37314"/>
                    <a:pt x="35518" y="39272"/>
                    <a:pt x="37026" y="39667"/>
                  </a:cubicBezTo>
                  <a:cubicBezTo>
                    <a:pt x="38598" y="40078"/>
                    <a:pt x="41223" y="39748"/>
                    <a:pt x="41017" y="41358"/>
                  </a:cubicBezTo>
                  <a:cubicBezTo>
                    <a:pt x="40797" y="43068"/>
                    <a:pt x="37630" y="41948"/>
                    <a:pt x="36606" y="43336"/>
                  </a:cubicBezTo>
                  <a:cubicBezTo>
                    <a:pt x="36002" y="44155"/>
                    <a:pt x="36537" y="45296"/>
                    <a:pt x="36521" y="46313"/>
                  </a:cubicBezTo>
                  <a:cubicBezTo>
                    <a:pt x="36494" y="48303"/>
                    <a:pt x="34299" y="49599"/>
                    <a:pt x="32313" y="49739"/>
                  </a:cubicBezTo>
                  <a:cubicBezTo>
                    <a:pt x="32097" y="49755"/>
                    <a:pt x="31880" y="49762"/>
                    <a:pt x="31663" y="49762"/>
                  </a:cubicBezTo>
                  <a:cubicBezTo>
                    <a:pt x="30164" y="49762"/>
                    <a:pt x="28664" y="49439"/>
                    <a:pt x="27166" y="49439"/>
                  </a:cubicBezTo>
                  <a:cubicBezTo>
                    <a:pt x="26898" y="49439"/>
                    <a:pt x="26629" y="49449"/>
                    <a:pt x="26361" y="49474"/>
                  </a:cubicBezTo>
                  <a:cubicBezTo>
                    <a:pt x="24379" y="49654"/>
                    <a:pt x="22222" y="51058"/>
                    <a:pt x="22312" y="53044"/>
                  </a:cubicBezTo>
                  <a:cubicBezTo>
                    <a:pt x="19567" y="54331"/>
                    <a:pt x="16715" y="55374"/>
                    <a:pt x="13788" y="56164"/>
                  </a:cubicBezTo>
                  <a:cubicBezTo>
                    <a:pt x="13912" y="58317"/>
                    <a:pt x="17975" y="58517"/>
                    <a:pt x="17960" y="60675"/>
                  </a:cubicBezTo>
                  <a:cubicBezTo>
                    <a:pt x="17949" y="61887"/>
                    <a:pt x="16542" y="62556"/>
                    <a:pt x="15302" y="62556"/>
                  </a:cubicBezTo>
                  <a:cubicBezTo>
                    <a:pt x="15219" y="62556"/>
                    <a:pt x="15137" y="62553"/>
                    <a:pt x="15056" y="62547"/>
                  </a:cubicBezTo>
                  <a:cubicBezTo>
                    <a:pt x="14072" y="62475"/>
                    <a:pt x="13082" y="62160"/>
                    <a:pt x="12113" y="62160"/>
                  </a:cubicBezTo>
                  <a:cubicBezTo>
                    <a:pt x="11810" y="62160"/>
                    <a:pt x="11508" y="62191"/>
                    <a:pt x="11210" y="62270"/>
                  </a:cubicBezTo>
                  <a:cubicBezTo>
                    <a:pt x="9047" y="62839"/>
                    <a:pt x="8290" y="65880"/>
                    <a:pt x="9487" y="67769"/>
                  </a:cubicBezTo>
                  <a:cubicBezTo>
                    <a:pt x="10572" y="69481"/>
                    <a:pt x="12694" y="70258"/>
                    <a:pt x="14741" y="70258"/>
                  </a:cubicBezTo>
                  <a:cubicBezTo>
                    <a:pt x="14954" y="70258"/>
                    <a:pt x="15165" y="70249"/>
                    <a:pt x="15375" y="70233"/>
                  </a:cubicBezTo>
                  <a:cubicBezTo>
                    <a:pt x="16269" y="70162"/>
                    <a:pt x="17225" y="69924"/>
                    <a:pt x="17785" y="69223"/>
                  </a:cubicBezTo>
                  <a:cubicBezTo>
                    <a:pt x="18318" y="68554"/>
                    <a:pt x="18362" y="67634"/>
                    <a:pt x="18586" y="66808"/>
                  </a:cubicBezTo>
                  <a:cubicBezTo>
                    <a:pt x="19089" y="64960"/>
                    <a:pt x="20667" y="63445"/>
                    <a:pt x="22534" y="63019"/>
                  </a:cubicBezTo>
                  <a:cubicBezTo>
                    <a:pt x="23588" y="62778"/>
                    <a:pt x="24878" y="62758"/>
                    <a:pt x="25444" y="61839"/>
                  </a:cubicBezTo>
                  <a:cubicBezTo>
                    <a:pt x="27854" y="63143"/>
                    <a:pt x="29550" y="65685"/>
                    <a:pt x="29826" y="68413"/>
                  </a:cubicBezTo>
                  <a:cubicBezTo>
                    <a:pt x="30020" y="68663"/>
                    <a:pt x="30274" y="68770"/>
                    <a:pt x="30543" y="68770"/>
                  </a:cubicBezTo>
                  <a:cubicBezTo>
                    <a:pt x="31347" y="68770"/>
                    <a:pt x="32287" y="67809"/>
                    <a:pt x="32159" y="66868"/>
                  </a:cubicBezTo>
                  <a:cubicBezTo>
                    <a:pt x="31991" y="65614"/>
                    <a:pt x="30882" y="64743"/>
                    <a:pt x="30003" y="63834"/>
                  </a:cubicBezTo>
                  <a:cubicBezTo>
                    <a:pt x="29122" y="62923"/>
                    <a:pt x="28387" y="61510"/>
                    <a:pt x="29078" y="60448"/>
                  </a:cubicBezTo>
                  <a:lnTo>
                    <a:pt x="29078" y="60448"/>
                  </a:lnTo>
                  <a:cubicBezTo>
                    <a:pt x="33197" y="61658"/>
                    <a:pt x="36527" y="65238"/>
                    <a:pt x="37435" y="69435"/>
                  </a:cubicBezTo>
                  <a:cubicBezTo>
                    <a:pt x="38871" y="69149"/>
                    <a:pt x="39664" y="67205"/>
                    <a:pt x="38838" y="65997"/>
                  </a:cubicBezTo>
                  <a:cubicBezTo>
                    <a:pt x="39003" y="65628"/>
                    <a:pt x="39328" y="65472"/>
                    <a:pt x="39697" y="65472"/>
                  </a:cubicBezTo>
                  <a:cubicBezTo>
                    <a:pt x="40331" y="65472"/>
                    <a:pt x="41094" y="65932"/>
                    <a:pt x="41391" y="66558"/>
                  </a:cubicBezTo>
                  <a:cubicBezTo>
                    <a:pt x="41862" y="67549"/>
                    <a:pt x="41819" y="68770"/>
                    <a:pt x="42492" y="69636"/>
                  </a:cubicBezTo>
                  <a:cubicBezTo>
                    <a:pt x="43175" y="70517"/>
                    <a:pt x="44261" y="70711"/>
                    <a:pt x="45451" y="70711"/>
                  </a:cubicBezTo>
                  <a:cubicBezTo>
                    <a:pt x="46388" y="70711"/>
                    <a:pt x="47390" y="70590"/>
                    <a:pt x="48312" y="70590"/>
                  </a:cubicBezTo>
                  <a:cubicBezTo>
                    <a:pt x="49551" y="70590"/>
                    <a:pt x="50643" y="70808"/>
                    <a:pt x="51235" y="71828"/>
                  </a:cubicBezTo>
                  <a:cubicBezTo>
                    <a:pt x="52336" y="73723"/>
                    <a:pt x="49909" y="75927"/>
                    <a:pt x="47711" y="75927"/>
                  </a:cubicBezTo>
                  <a:cubicBezTo>
                    <a:pt x="47678" y="75927"/>
                    <a:pt x="47645" y="75926"/>
                    <a:pt x="47613" y="75925"/>
                  </a:cubicBezTo>
                  <a:cubicBezTo>
                    <a:pt x="45391" y="75856"/>
                    <a:pt x="43361" y="74585"/>
                    <a:pt x="41147" y="74365"/>
                  </a:cubicBezTo>
                  <a:cubicBezTo>
                    <a:pt x="40897" y="74340"/>
                    <a:pt x="40647" y="74329"/>
                    <a:pt x="40397" y="74329"/>
                  </a:cubicBezTo>
                  <a:cubicBezTo>
                    <a:pt x="38218" y="74329"/>
                    <a:pt x="36082" y="75200"/>
                    <a:pt x="33896" y="75455"/>
                  </a:cubicBezTo>
                  <a:cubicBezTo>
                    <a:pt x="33619" y="75487"/>
                    <a:pt x="33335" y="75503"/>
                    <a:pt x="33048" y="75503"/>
                  </a:cubicBezTo>
                  <a:cubicBezTo>
                    <a:pt x="30807" y="75503"/>
                    <a:pt x="28395" y="74514"/>
                    <a:pt x="27939" y="72388"/>
                  </a:cubicBezTo>
                  <a:cubicBezTo>
                    <a:pt x="27802" y="71741"/>
                    <a:pt x="27855" y="71030"/>
                    <a:pt x="27514" y="70464"/>
                  </a:cubicBezTo>
                  <a:cubicBezTo>
                    <a:pt x="27109" y="69793"/>
                    <a:pt x="26279" y="69553"/>
                    <a:pt x="25473" y="69553"/>
                  </a:cubicBezTo>
                  <a:cubicBezTo>
                    <a:pt x="25313" y="69553"/>
                    <a:pt x="25154" y="69562"/>
                    <a:pt x="24999" y="69580"/>
                  </a:cubicBezTo>
                  <a:cubicBezTo>
                    <a:pt x="21817" y="69942"/>
                    <a:pt x="18598" y="72595"/>
                    <a:pt x="15740" y="72595"/>
                  </a:cubicBezTo>
                  <a:cubicBezTo>
                    <a:pt x="14956" y="72595"/>
                    <a:pt x="14199" y="72395"/>
                    <a:pt x="13478" y="71894"/>
                  </a:cubicBezTo>
                  <a:cubicBezTo>
                    <a:pt x="11337" y="76062"/>
                    <a:pt x="6101" y="77629"/>
                    <a:pt x="3179" y="81294"/>
                  </a:cubicBezTo>
                  <a:cubicBezTo>
                    <a:pt x="0" y="85282"/>
                    <a:pt x="268" y="91440"/>
                    <a:pt x="3354" y="95500"/>
                  </a:cubicBezTo>
                  <a:cubicBezTo>
                    <a:pt x="6050" y="99045"/>
                    <a:pt x="10552" y="100957"/>
                    <a:pt x="15019" y="100957"/>
                  </a:cubicBezTo>
                  <a:cubicBezTo>
                    <a:pt x="15667" y="100957"/>
                    <a:pt x="16314" y="100917"/>
                    <a:pt x="16954" y="100836"/>
                  </a:cubicBezTo>
                  <a:cubicBezTo>
                    <a:pt x="17630" y="100750"/>
                    <a:pt x="18327" y="100626"/>
                    <a:pt x="19005" y="100626"/>
                  </a:cubicBezTo>
                  <a:cubicBezTo>
                    <a:pt x="19489" y="100626"/>
                    <a:pt x="19963" y="100690"/>
                    <a:pt x="20413" y="100875"/>
                  </a:cubicBezTo>
                  <a:cubicBezTo>
                    <a:pt x="21482" y="101317"/>
                    <a:pt x="22166" y="102352"/>
                    <a:pt x="23058" y="103088"/>
                  </a:cubicBezTo>
                  <a:cubicBezTo>
                    <a:pt x="23580" y="103519"/>
                    <a:pt x="24303" y="103823"/>
                    <a:pt x="24961" y="103823"/>
                  </a:cubicBezTo>
                  <a:cubicBezTo>
                    <a:pt x="25427" y="103823"/>
                    <a:pt x="25861" y="103670"/>
                    <a:pt x="26168" y="103301"/>
                  </a:cubicBezTo>
                  <a:lnTo>
                    <a:pt x="26168" y="103301"/>
                  </a:lnTo>
                  <a:cubicBezTo>
                    <a:pt x="25321" y="105399"/>
                    <a:pt x="25557" y="107902"/>
                    <a:pt x="26779" y="109805"/>
                  </a:cubicBezTo>
                  <a:cubicBezTo>
                    <a:pt x="28099" y="111859"/>
                    <a:pt x="30559" y="113484"/>
                    <a:pt x="30509" y="115926"/>
                  </a:cubicBezTo>
                  <a:cubicBezTo>
                    <a:pt x="30482" y="117190"/>
                    <a:pt x="29748" y="118318"/>
                    <a:pt x="29403" y="119536"/>
                  </a:cubicBezTo>
                  <a:cubicBezTo>
                    <a:pt x="27829" y="125109"/>
                    <a:pt x="34415" y="129657"/>
                    <a:pt x="35455" y="135354"/>
                  </a:cubicBezTo>
                  <a:cubicBezTo>
                    <a:pt x="35736" y="136888"/>
                    <a:pt x="35735" y="138735"/>
                    <a:pt x="37029" y="139601"/>
                  </a:cubicBezTo>
                  <a:cubicBezTo>
                    <a:pt x="37625" y="139999"/>
                    <a:pt x="38374" y="140081"/>
                    <a:pt x="39090" y="140127"/>
                  </a:cubicBezTo>
                  <a:cubicBezTo>
                    <a:pt x="39409" y="140148"/>
                    <a:pt x="39736" y="140158"/>
                    <a:pt x="40067" y="140158"/>
                  </a:cubicBezTo>
                  <a:cubicBezTo>
                    <a:pt x="43538" y="140158"/>
                    <a:pt x="47454" y="138962"/>
                    <a:pt x="48151" y="135675"/>
                  </a:cubicBezTo>
                  <a:cubicBezTo>
                    <a:pt x="48366" y="134657"/>
                    <a:pt x="48212" y="133602"/>
                    <a:pt x="48243" y="132560"/>
                  </a:cubicBezTo>
                  <a:cubicBezTo>
                    <a:pt x="48336" y="129451"/>
                    <a:pt x="50239" y="126459"/>
                    <a:pt x="53017" y="125056"/>
                  </a:cubicBezTo>
                  <a:cubicBezTo>
                    <a:pt x="53771" y="124675"/>
                    <a:pt x="54600" y="124390"/>
                    <a:pt x="55202" y="123799"/>
                  </a:cubicBezTo>
                  <a:cubicBezTo>
                    <a:pt x="56528" y="122495"/>
                    <a:pt x="56234" y="120283"/>
                    <a:pt x="55553" y="118553"/>
                  </a:cubicBezTo>
                  <a:cubicBezTo>
                    <a:pt x="54872" y="116821"/>
                    <a:pt x="53881" y="115076"/>
                    <a:pt x="54120" y="113231"/>
                  </a:cubicBezTo>
                  <a:cubicBezTo>
                    <a:pt x="54502" y="110269"/>
                    <a:pt x="57681" y="108706"/>
                    <a:pt x="60090" y="106941"/>
                  </a:cubicBezTo>
                  <a:cubicBezTo>
                    <a:pt x="63716" y="104284"/>
                    <a:pt x="66206" y="100125"/>
                    <a:pt x="66835" y="95675"/>
                  </a:cubicBezTo>
                  <a:lnTo>
                    <a:pt x="66835" y="95675"/>
                  </a:lnTo>
                  <a:cubicBezTo>
                    <a:pt x="65061" y="96232"/>
                    <a:pt x="63075" y="96745"/>
                    <a:pt x="61220" y="96745"/>
                  </a:cubicBezTo>
                  <a:cubicBezTo>
                    <a:pt x="59581" y="96745"/>
                    <a:pt x="58045" y="96344"/>
                    <a:pt x="56849" y="95215"/>
                  </a:cubicBezTo>
                  <a:cubicBezTo>
                    <a:pt x="55965" y="94380"/>
                    <a:pt x="55421" y="93259"/>
                    <a:pt x="54897" y="92162"/>
                  </a:cubicBezTo>
                  <a:lnTo>
                    <a:pt x="50173" y="82291"/>
                  </a:lnTo>
                  <a:cubicBezTo>
                    <a:pt x="49966" y="81857"/>
                    <a:pt x="49755" y="81362"/>
                    <a:pt x="49925" y="80912"/>
                  </a:cubicBezTo>
                  <a:cubicBezTo>
                    <a:pt x="50074" y="80517"/>
                    <a:pt x="50366" y="80356"/>
                    <a:pt x="50717" y="80356"/>
                  </a:cubicBezTo>
                  <a:cubicBezTo>
                    <a:pt x="51453" y="80356"/>
                    <a:pt x="52449" y="81064"/>
                    <a:pt x="52928" y="81807"/>
                  </a:cubicBezTo>
                  <a:cubicBezTo>
                    <a:pt x="55452" y="85724"/>
                    <a:pt x="57718" y="89804"/>
                    <a:pt x="59707" y="94020"/>
                  </a:cubicBezTo>
                  <a:cubicBezTo>
                    <a:pt x="63791" y="93273"/>
                    <a:pt x="67648" y="91596"/>
                    <a:pt x="70980" y="89118"/>
                  </a:cubicBezTo>
                  <a:cubicBezTo>
                    <a:pt x="72037" y="88329"/>
                    <a:pt x="73088" y="87386"/>
                    <a:pt x="73445" y="86117"/>
                  </a:cubicBezTo>
                  <a:cubicBezTo>
                    <a:pt x="73802" y="84846"/>
                    <a:pt x="73146" y="83218"/>
                    <a:pt x="71846" y="82993"/>
                  </a:cubicBezTo>
                  <a:cubicBezTo>
                    <a:pt x="71723" y="82971"/>
                    <a:pt x="71600" y="82963"/>
                    <a:pt x="71476" y="82963"/>
                  </a:cubicBezTo>
                  <a:cubicBezTo>
                    <a:pt x="71093" y="82963"/>
                    <a:pt x="70708" y="83045"/>
                    <a:pt x="70324" y="83086"/>
                  </a:cubicBezTo>
                  <a:cubicBezTo>
                    <a:pt x="70133" y="83106"/>
                    <a:pt x="69943" y="83115"/>
                    <a:pt x="69755" y="83115"/>
                  </a:cubicBezTo>
                  <a:cubicBezTo>
                    <a:pt x="66927" y="83115"/>
                    <a:pt x="64468" y="80925"/>
                    <a:pt x="62588" y="78727"/>
                  </a:cubicBezTo>
                  <a:cubicBezTo>
                    <a:pt x="63132" y="78118"/>
                    <a:pt x="63852" y="77890"/>
                    <a:pt x="64640" y="77890"/>
                  </a:cubicBezTo>
                  <a:cubicBezTo>
                    <a:pt x="65842" y="77890"/>
                    <a:pt x="67201" y="78421"/>
                    <a:pt x="68334" y="78941"/>
                  </a:cubicBezTo>
                  <a:cubicBezTo>
                    <a:pt x="71699" y="80486"/>
                    <a:pt x="75249" y="81588"/>
                    <a:pt x="78895" y="82221"/>
                  </a:cubicBezTo>
                  <a:cubicBezTo>
                    <a:pt x="79803" y="82378"/>
                    <a:pt x="80736" y="82513"/>
                    <a:pt x="81554" y="82936"/>
                  </a:cubicBezTo>
                  <a:cubicBezTo>
                    <a:pt x="82126" y="83232"/>
                    <a:pt x="82622" y="83658"/>
                    <a:pt x="83095" y="84096"/>
                  </a:cubicBezTo>
                  <a:cubicBezTo>
                    <a:pt x="87298" y="87967"/>
                    <a:pt x="90407" y="93013"/>
                    <a:pt x="91975" y="98509"/>
                  </a:cubicBezTo>
                  <a:cubicBezTo>
                    <a:pt x="92104" y="98538"/>
                    <a:pt x="92231" y="98552"/>
                    <a:pt x="92354" y="98552"/>
                  </a:cubicBezTo>
                  <a:cubicBezTo>
                    <a:pt x="93754" y="98552"/>
                    <a:pt x="94717" y="96760"/>
                    <a:pt x="94833" y="95252"/>
                  </a:cubicBezTo>
                  <a:cubicBezTo>
                    <a:pt x="94960" y="93612"/>
                    <a:pt x="94769" y="91722"/>
                    <a:pt x="95948" y="90578"/>
                  </a:cubicBezTo>
                  <a:cubicBezTo>
                    <a:pt x="96875" y="89678"/>
                    <a:pt x="98399" y="89556"/>
                    <a:pt x="99214" y="88552"/>
                  </a:cubicBezTo>
                  <a:cubicBezTo>
                    <a:pt x="100238" y="87289"/>
                    <a:pt x="99703" y="85157"/>
                    <a:pt x="100900" y="84056"/>
                  </a:cubicBezTo>
                  <a:cubicBezTo>
                    <a:pt x="101284" y="83704"/>
                    <a:pt x="101728" y="83552"/>
                    <a:pt x="102190" y="83552"/>
                  </a:cubicBezTo>
                  <a:cubicBezTo>
                    <a:pt x="103537" y="83552"/>
                    <a:pt x="105034" y="84844"/>
                    <a:pt x="105630" y="86240"/>
                  </a:cubicBezTo>
                  <a:cubicBezTo>
                    <a:pt x="106431" y="88116"/>
                    <a:pt x="106723" y="90422"/>
                    <a:pt x="108410" y="91569"/>
                  </a:cubicBezTo>
                  <a:lnTo>
                    <a:pt x="111137" y="91176"/>
                  </a:lnTo>
                  <a:cubicBezTo>
                    <a:pt x="111152" y="95778"/>
                    <a:pt x="112750" y="100362"/>
                    <a:pt x="115602" y="103975"/>
                  </a:cubicBezTo>
                  <a:cubicBezTo>
                    <a:pt x="117157" y="103161"/>
                    <a:pt x="116453" y="100795"/>
                    <a:pt x="115480" y="99330"/>
                  </a:cubicBezTo>
                  <a:cubicBezTo>
                    <a:pt x="114508" y="97866"/>
                    <a:pt x="113554" y="95681"/>
                    <a:pt x="114936" y="94596"/>
                  </a:cubicBezTo>
                  <a:lnTo>
                    <a:pt x="114936" y="94596"/>
                  </a:lnTo>
                  <a:cubicBezTo>
                    <a:pt x="116854" y="94614"/>
                    <a:pt x="117747" y="97259"/>
                    <a:pt x="119611" y="97712"/>
                  </a:cubicBezTo>
                  <a:cubicBezTo>
                    <a:pt x="119777" y="97752"/>
                    <a:pt x="119940" y="97771"/>
                    <a:pt x="120101" y="97771"/>
                  </a:cubicBezTo>
                  <a:cubicBezTo>
                    <a:pt x="121744" y="97771"/>
                    <a:pt x="123089" y="95790"/>
                    <a:pt x="122784" y="94080"/>
                  </a:cubicBezTo>
                  <a:cubicBezTo>
                    <a:pt x="122451" y="92201"/>
                    <a:pt x="120835" y="90820"/>
                    <a:pt x="119169" y="89895"/>
                  </a:cubicBezTo>
                  <a:cubicBezTo>
                    <a:pt x="117675" y="88258"/>
                    <a:pt x="119833" y="85644"/>
                    <a:pt x="122018" y="85274"/>
                  </a:cubicBezTo>
                  <a:cubicBezTo>
                    <a:pt x="122730" y="85153"/>
                    <a:pt x="123464" y="85138"/>
                    <a:pt x="124199" y="85138"/>
                  </a:cubicBezTo>
                  <a:cubicBezTo>
                    <a:pt x="124443" y="85138"/>
                    <a:pt x="124686" y="85140"/>
                    <a:pt x="124930" y="85140"/>
                  </a:cubicBezTo>
                  <a:cubicBezTo>
                    <a:pt x="126201" y="85140"/>
                    <a:pt x="127452" y="85095"/>
                    <a:pt x="128573" y="84531"/>
                  </a:cubicBezTo>
                  <a:cubicBezTo>
                    <a:pt x="130946" y="83339"/>
                    <a:pt x="131739" y="80207"/>
                    <a:pt x="131200" y="77607"/>
                  </a:cubicBezTo>
                  <a:cubicBezTo>
                    <a:pt x="130659" y="75007"/>
                    <a:pt x="129117" y="72748"/>
                    <a:pt x="127857" y="70410"/>
                  </a:cubicBezTo>
                  <a:cubicBezTo>
                    <a:pt x="126781" y="68413"/>
                    <a:pt x="126249" y="65298"/>
                    <a:pt x="128341" y="64420"/>
                  </a:cubicBezTo>
                  <a:cubicBezTo>
                    <a:pt x="128900" y="64186"/>
                    <a:pt x="129528" y="64195"/>
                    <a:pt x="130135" y="64170"/>
                  </a:cubicBezTo>
                  <a:cubicBezTo>
                    <a:pt x="138047" y="63837"/>
                    <a:pt x="144592" y="55459"/>
                    <a:pt x="143005" y="47701"/>
                  </a:cubicBezTo>
                  <a:cubicBezTo>
                    <a:pt x="142706" y="46238"/>
                    <a:pt x="142140" y="44786"/>
                    <a:pt x="141097" y="43719"/>
                  </a:cubicBezTo>
                  <a:cubicBezTo>
                    <a:pt x="139216" y="41800"/>
                    <a:pt x="136024" y="41349"/>
                    <a:pt x="134619" y="39057"/>
                  </a:cubicBezTo>
                  <a:cubicBezTo>
                    <a:pt x="132900" y="36255"/>
                    <a:pt x="135025" y="32537"/>
                    <a:pt x="137778" y="30737"/>
                  </a:cubicBezTo>
                  <a:cubicBezTo>
                    <a:pt x="140529" y="28938"/>
                    <a:pt x="143891" y="28156"/>
                    <a:pt x="146461" y="26105"/>
                  </a:cubicBezTo>
                  <a:cubicBezTo>
                    <a:pt x="147145" y="26087"/>
                    <a:pt x="147512" y="25417"/>
                    <a:pt x="147638" y="24743"/>
                  </a:cubicBezTo>
                  <a:cubicBezTo>
                    <a:pt x="147716" y="24319"/>
                    <a:pt x="147611" y="23887"/>
                    <a:pt x="147608" y="23456"/>
                  </a:cubicBezTo>
                  <a:cubicBezTo>
                    <a:pt x="147598" y="22276"/>
                    <a:pt x="148442" y="21139"/>
                    <a:pt x="149574" y="20805"/>
                  </a:cubicBezTo>
                  <a:cubicBezTo>
                    <a:pt x="149811" y="20736"/>
                    <a:pt x="150056" y="20702"/>
                    <a:pt x="150302" y="20702"/>
                  </a:cubicBezTo>
                  <a:cubicBezTo>
                    <a:pt x="151231" y="20702"/>
                    <a:pt x="152165" y="21179"/>
                    <a:pt x="152664" y="21968"/>
                  </a:cubicBezTo>
                  <a:cubicBezTo>
                    <a:pt x="153442" y="23198"/>
                    <a:pt x="153129" y="24821"/>
                    <a:pt x="152563" y="26163"/>
                  </a:cubicBezTo>
                  <a:cubicBezTo>
                    <a:pt x="151998" y="27505"/>
                    <a:pt x="151199" y="28790"/>
                    <a:pt x="151051" y="30239"/>
                  </a:cubicBezTo>
                  <a:cubicBezTo>
                    <a:pt x="150905" y="31687"/>
                    <a:pt x="151726" y="33391"/>
                    <a:pt x="153173" y="33553"/>
                  </a:cubicBezTo>
                  <a:cubicBezTo>
                    <a:pt x="153252" y="33562"/>
                    <a:pt x="153330" y="33566"/>
                    <a:pt x="153406" y="33566"/>
                  </a:cubicBezTo>
                  <a:cubicBezTo>
                    <a:pt x="155043" y="33566"/>
                    <a:pt x="156090" y="31574"/>
                    <a:pt x="156201" y="29877"/>
                  </a:cubicBezTo>
                  <a:cubicBezTo>
                    <a:pt x="156318" y="28099"/>
                    <a:pt x="155972" y="26160"/>
                    <a:pt x="156925" y="24659"/>
                  </a:cubicBezTo>
                  <a:cubicBezTo>
                    <a:pt x="158377" y="22374"/>
                    <a:pt x="162385" y="21839"/>
                    <a:pt x="162490" y="19133"/>
                  </a:cubicBezTo>
                  <a:cubicBezTo>
                    <a:pt x="162574" y="16945"/>
                    <a:pt x="159821" y="15661"/>
                    <a:pt x="159327" y="13530"/>
                  </a:cubicBezTo>
                  <a:cubicBezTo>
                    <a:pt x="159129" y="12668"/>
                    <a:pt x="159325" y="11773"/>
                    <a:pt x="159405" y="10894"/>
                  </a:cubicBezTo>
                  <a:cubicBezTo>
                    <a:pt x="159709" y="7612"/>
                    <a:pt x="158263" y="4218"/>
                    <a:pt x="155688" y="2163"/>
                  </a:cubicBezTo>
                  <a:cubicBezTo>
                    <a:pt x="153919" y="751"/>
                    <a:pt x="151652" y="0"/>
                    <a:pt x="1493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solidFill>
                <a:schemeClr val="accent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42"/>
            <p:cNvSpPr/>
            <p:nvPr/>
          </p:nvSpPr>
          <p:spPr>
            <a:xfrm>
              <a:off x="6146600" y="3671525"/>
              <a:ext cx="342925" cy="189500"/>
            </a:xfrm>
            <a:custGeom>
              <a:avLst/>
              <a:gdLst/>
              <a:ahLst/>
              <a:cxnLst/>
              <a:rect l="l" t="t" r="r" b="b"/>
              <a:pathLst>
                <a:path w="13717" h="7580" extrusionOk="0">
                  <a:moveTo>
                    <a:pt x="9951" y="0"/>
                  </a:moveTo>
                  <a:cubicBezTo>
                    <a:pt x="6355" y="0"/>
                    <a:pt x="1" y="1281"/>
                    <a:pt x="2486" y="4894"/>
                  </a:cubicBezTo>
                  <a:cubicBezTo>
                    <a:pt x="3169" y="5885"/>
                    <a:pt x="4297" y="6467"/>
                    <a:pt x="5404" y="6938"/>
                  </a:cubicBezTo>
                  <a:cubicBezTo>
                    <a:pt x="6217" y="7282"/>
                    <a:pt x="7136" y="7580"/>
                    <a:pt x="8003" y="7580"/>
                  </a:cubicBezTo>
                  <a:cubicBezTo>
                    <a:pt x="8565" y="7580"/>
                    <a:pt x="9106" y="7454"/>
                    <a:pt x="9581" y="7134"/>
                  </a:cubicBezTo>
                  <a:cubicBezTo>
                    <a:pt x="10406" y="6577"/>
                    <a:pt x="13156" y="2774"/>
                    <a:pt x="13348" y="1948"/>
                  </a:cubicBezTo>
                  <a:cubicBezTo>
                    <a:pt x="13716" y="358"/>
                    <a:pt x="13186" y="447"/>
                    <a:pt x="11597" y="126"/>
                  </a:cubicBezTo>
                  <a:cubicBezTo>
                    <a:pt x="11194" y="44"/>
                    <a:pt x="10620" y="0"/>
                    <a:pt x="99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solidFill>
                <a:schemeClr val="accent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42"/>
            <p:cNvSpPr/>
            <p:nvPr/>
          </p:nvSpPr>
          <p:spPr>
            <a:xfrm>
              <a:off x="5901600" y="3652500"/>
              <a:ext cx="558700" cy="402875"/>
            </a:xfrm>
            <a:custGeom>
              <a:avLst/>
              <a:gdLst/>
              <a:ahLst/>
              <a:cxnLst/>
              <a:rect l="l" t="t" r="r" b="b"/>
              <a:pathLst>
                <a:path w="22348" h="16115" extrusionOk="0">
                  <a:moveTo>
                    <a:pt x="946" y="1"/>
                  </a:moveTo>
                  <a:cubicBezTo>
                    <a:pt x="616" y="1"/>
                    <a:pt x="299" y="66"/>
                    <a:pt x="1" y="208"/>
                  </a:cubicBezTo>
                  <a:cubicBezTo>
                    <a:pt x="742" y="1762"/>
                    <a:pt x="2032" y="3475"/>
                    <a:pt x="2935" y="5119"/>
                  </a:cubicBezTo>
                  <a:cubicBezTo>
                    <a:pt x="6575" y="11745"/>
                    <a:pt x="13987" y="16115"/>
                    <a:pt x="21544" y="16115"/>
                  </a:cubicBezTo>
                  <a:cubicBezTo>
                    <a:pt x="21635" y="16115"/>
                    <a:pt x="21726" y="16114"/>
                    <a:pt x="21817" y="16113"/>
                  </a:cubicBezTo>
                  <a:cubicBezTo>
                    <a:pt x="22347" y="15571"/>
                    <a:pt x="21564" y="14744"/>
                    <a:pt x="20866" y="14448"/>
                  </a:cubicBezTo>
                  <a:cubicBezTo>
                    <a:pt x="18934" y="13634"/>
                    <a:pt x="16857" y="13226"/>
                    <a:pt x="14879" y="12532"/>
                  </a:cubicBezTo>
                  <a:cubicBezTo>
                    <a:pt x="12900" y="11839"/>
                    <a:pt x="10943" y="10790"/>
                    <a:pt x="9769" y="9051"/>
                  </a:cubicBezTo>
                  <a:cubicBezTo>
                    <a:pt x="9280" y="8326"/>
                    <a:pt x="8945" y="7508"/>
                    <a:pt x="8542" y="6731"/>
                  </a:cubicBezTo>
                  <a:cubicBezTo>
                    <a:pt x="7503" y="4729"/>
                    <a:pt x="3759" y="1"/>
                    <a:pt x="9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solidFill>
                <a:schemeClr val="accent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42"/>
            <p:cNvSpPr/>
            <p:nvPr/>
          </p:nvSpPr>
          <p:spPr>
            <a:xfrm>
              <a:off x="6249675" y="4061675"/>
              <a:ext cx="964575" cy="811125"/>
            </a:xfrm>
            <a:custGeom>
              <a:avLst/>
              <a:gdLst/>
              <a:ahLst/>
              <a:cxnLst/>
              <a:rect l="l" t="t" r="r" b="b"/>
              <a:pathLst>
                <a:path w="38583" h="32445" extrusionOk="0">
                  <a:moveTo>
                    <a:pt x="17573" y="0"/>
                  </a:moveTo>
                  <a:cubicBezTo>
                    <a:pt x="14431" y="0"/>
                    <a:pt x="10968" y="2180"/>
                    <a:pt x="9011" y="4369"/>
                  </a:cubicBezTo>
                  <a:cubicBezTo>
                    <a:pt x="8028" y="5468"/>
                    <a:pt x="7111" y="6810"/>
                    <a:pt x="5676" y="7153"/>
                  </a:cubicBezTo>
                  <a:cubicBezTo>
                    <a:pt x="4830" y="7356"/>
                    <a:pt x="3925" y="7164"/>
                    <a:pt x="3076" y="7361"/>
                  </a:cubicBezTo>
                  <a:cubicBezTo>
                    <a:pt x="581" y="7938"/>
                    <a:pt x="1" y="11293"/>
                    <a:pt x="569" y="13791"/>
                  </a:cubicBezTo>
                  <a:cubicBezTo>
                    <a:pt x="1136" y="16289"/>
                    <a:pt x="2307" y="18910"/>
                    <a:pt x="1374" y="21296"/>
                  </a:cubicBezTo>
                  <a:cubicBezTo>
                    <a:pt x="1185" y="21776"/>
                    <a:pt x="913" y="22246"/>
                    <a:pt x="921" y="22762"/>
                  </a:cubicBezTo>
                  <a:cubicBezTo>
                    <a:pt x="932" y="23380"/>
                    <a:pt x="1355" y="23921"/>
                    <a:pt x="1849" y="24293"/>
                  </a:cubicBezTo>
                  <a:cubicBezTo>
                    <a:pt x="2646" y="24890"/>
                    <a:pt x="3559" y="25128"/>
                    <a:pt x="4517" y="25128"/>
                  </a:cubicBezTo>
                  <a:cubicBezTo>
                    <a:pt x="6301" y="25128"/>
                    <a:pt x="8239" y="24301"/>
                    <a:pt x="9868" y="23418"/>
                  </a:cubicBezTo>
                  <a:cubicBezTo>
                    <a:pt x="11665" y="22444"/>
                    <a:pt x="13735" y="21414"/>
                    <a:pt x="15685" y="21414"/>
                  </a:cubicBezTo>
                  <a:cubicBezTo>
                    <a:pt x="16453" y="21414"/>
                    <a:pt x="17203" y="21574"/>
                    <a:pt x="17910" y="21960"/>
                  </a:cubicBezTo>
                  <a:cubicBezTo>
                    <a:pt x="20585" y="23420"/>
                    <a:pt x="20837" y="27119"/>
                    <a:pt x="22486" y="29685"/>
                  </a:cubicBezTo>
                  <a:cubicBezTo>
                    <a:pt x="23522" y="31296"/>
                    <a:pt x="25450" y="32445"/>
                    <a:pt x="27291" y="32445"/>
                  </a:cubicBezTo>
                  <a:cubicBezTo>
                    <a:pt x="28027" y="32445"/>
                    <a:pt x="28749" y="32261"/>
                    <a:pt x="29394" y="31851"/>
                  </a:cubicBezTo>
                  <a:cubicBezTo>
                    <a:pt x="30163" y="31362"/>
                    <a:pt x="30731" y="30624"/>
                    <a:pt x="31285" y="29900"/>
                  </a:cubicBezTo>
                  <a:lnTo>
                    <a:pt x="34684" y="25460"/>
                  </a:lnTo>
                  <a:cubicBezTo>
                    <a:pt x="36183" y="23501"/>
                    <a:pt x="37736" y="21414"/>
                    <a:pt x="38025" y="18965"/>
                  </a:cubicBezTo>
                  <a:cubicBezTo>
                    <a:pt x="38582" y="14235"/>
                    <a:pt x="34390" y="10436"/>
                    <a:pt x="30609" y="7540"/>
                  </a:cubicBezTo>
                  <a:cubicBezTo>
                    <a:pt x="30407" y="6031"/>
                    <a:pt x="30190" y="4479"/>
                    <a:pt x="29421" y="3165"/>
                  </a:cubicBezTo>
                  <a:cubicBezTo>
                    <a:pt x="28683" y="1906"/>
                    <a:pt x="27576" y="1186"/>
                    <a:pt x="26718" y="1186"/>
                  </a:cubicBezTo>
                  <a:cubicBezTo>
                    <a:pt x="25783" y="1186"/>
                    <a:pt x="25141" y="2039"/>
                    <a:pt x="25589" y="3982"/>
                  </a:cubicBezTo>
                  <a:cubicBezTo>
                    <a:pt x="25561" y="3983"/>
                    <a:pt x="25533" y="3983"/>
                    <a:pt x="25505" y="3983"/>
                  </a:cubicBezTo>
                  <a:cubicBezTo>
                    <a:pt x="23077" y="3983"/>
                    <a:pt x="21095" y="399"/>
                    <a:pt x="18382" y="51"/>
                  </a:cubicBezTo>
                  <a:cubicBezTo>
                    <a:pt x="18115" y="17"/>
                    <a:pt x="17846" y="0"/>
                    <a:pt x="175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solidFill>
                <a:schemeClr val="accent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" name="Google Shape;870;p42"/>
          <p:cNvSpPr txBox="1">
            <a:spLocks/>
          </p:cNvSpPr>
          <p:nvPr/>
        </p:nvSpPr>
        <p:spPr>
          <a:xfrm>
            <a:off x="4924639" y="1384721"/>
            <a:ext cx="4271375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 sz="1400" b="1" dirty="0"/>
              <a:t>Applications in Bioinformatics and Healthcare</a:t>
            </a:r>
            <a:endParaRPr lang="ru-RU" sz="1400" dirty="0"/>
          </a:p>
          <a:p>
            <a:pPr marL="114300" lvl="0" indent="0">
              <a:buNone/>
            </a:pPr>
            <a:r>
              <a:rPr lang="en-US" sz="1400" dirty="0"/>
              <a:t>Pioneering breakthroughs in personalized medicine and accelerating drug development.</a:t>
            </a:r>
          </a:p>
          <a:p>
            <a:pPr marL="114300" lvl="0" indent="0">
              <a:buNone/>
            </a:pPr>
            <a:endParaRPr lang="en-US" sz="1400" dirty="0"/>
          </a:p>
          <a:p>
            <a:pPr marL="114300" lvl="0" indent="0">
              <a:buNone/>
            </a:pPr>
            <a:endParaRPr lang="ru-RU" sz="1400" dirty="0"/>
          </a:p>
          <a:p>
            <a:r>
              <a:rPr lang="ru-RU" sz="1400" b="1" dirty="0" err="1"/>
              <a:t>Sustainability</a:t>
            </a:r>
            <a:r>
              <a:rPr lang="ru-RU" sz="1400" b="1" dirty="0"/>
              <a:t> </a:t>
            </a:r>
            <a:r>
              <a:rPr lang="ru-RU" sz="1400" b="1" dirty="0" err="1"/>
              <a:t>and</a:t>
            </a:r>
            <a:r>
              <a:rPr lang="ru-RU" sz="1400" b="1" dirty="0"/>
              <a:t> </a:t>
            </a:r>
            <a:r>
              <a:rPr lang="ru-RU" sz="1400" b="1" dirty="0" err="1"/>
              <a:t>Green</a:t>
            </a:r>
            <a:r>
              <a:rPr lang="ru-RU" sz="1400" b="1" dirty="0"/>
              <a:t> </a:t>
            </a:r>
            <a:r>
              <a:rPr lang="ru-RU" sz="1400" b="1" dirty="0" err="1"/>
              <a:t>Optimization</a:t>
            </a:r>
            <a:endParaRPr lang="ru-RU" sz="1400" dirty="0"/>
          </a:p>
          <a:p>
            <a:pPr marL="114300" lvl="0" indent="0">
              <a:buNone/>
            </a:pPr>
            <a:r>
              <a:rPr lang="en-US" sz="1400" dirty="0"/>
              <a:t>Addresses global challenges like climate change and energy efficiency.</a:t>
            </a:r>
          </a:p>
          <a:p>
            <a:pPr marL="114300" lvl="0" indent="0">
              <a:buNone/>
            </a:pPr>
            <a:endParaRPr lang="en-US" sz="1400" dirty="0"/>
          </a:p>
          <a:p>
            <a:pPr marL="114300" lvl="0" indent="0">
              <a:buNone/>
            </a:pPr>
            <a:endParaRPr lang="ru-RU" sz="1400" dirty="0"/>
          </a:p>
          <a:p>
            <a:r>
              <a:rPr lang="ru-RU" sz="1400" b="1" dirty="0" err="1"/>
              <a:t>Self-Adaptive</a:t>
            </a:r>
            <a:r>
              <a:rPr lang="ru-RU" sz="1400" b="1" dirty="0"/>
              <a:t> </a:t>
            </a:r>
            <a:r>
              <a:rPr lang="ru-RU" sz="1400" b="1" dirty="0" err="1"/>
              <a:t>Mechanisms</a:t>
            </a:r>
            <a:endParaRPr lang="ru-RU" sz="1400" dirty="0"/>
          </a:p>
          <a:p>
            <a:pPr marL="114300" lvl="0" indent="0">
              <a:buNone/>
            </a:pPr>
            <a:r>
              <a:rPr lang="en-US" sz="1400" dirty="0"/>
              <a:t>Improves the algorithm's efficiency and applicability across diverse, evolving optimization problems.</a:t>
            </a:r>
            <a:endParaRPr lang="ru-RU" sz="1400" dirty="0"/>
          </a:p>
          <a:p>
            <a:endParaRPr lang="en-US" dirty="0">
              <a:latin typeface="Poppins Black"/>
              <a:ea typeface="Poppins Black"/>
              <a:cs typeface="Poppins Black"/>
              <a:sym typeface="Poppins Black"/>
            </a:endParaRPr>
          </a:p>
        </p:txBody>
      </p:sp>
    </p:spTree>
    <p:extLst>
      <p:ext uri="{BB962C8B-B14F-4D97-AF65-F5344CB8AC3E}">
        <p14:creationId xmlns:p14="http://schemas.microsoft.com/office/powerpoint/2010/main" val="21968988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49"/>
          <p:cNvSpPr txBox="1">
            <a:spLocks noGrp="1"/>
          </p:cNvSpPr>
          <p:nvPr>
            <p:ph type="title"/>
          </p:nvPr>
        </p:nvSpPr>
        <p:spPr>
          <a:xfrm>
            <a:off x="4769400" y="382628"/>
            <a:ext cx="3654600" cy="9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Thanks!</a:t>
            </a:r>
            <a:endParaRPr dirty="0"/>
          </a:p>
        </p:txBody>
      </p:sp>
      <p:sp>
        <p:nvSpPr>
          <p:cNvPr id="1111" name="Google Shape;1111;p49"/>
          <p:cNvSpPr/>
          <p:nvPr/>
        </p:nvSpPr>
        <p:spPr>
          <a:xfrm flipH="1">
            <a:off x="379103" y="922680"/>
            <a:ext cx="4365499" cy="3023397"/>
          </a:xfrm>
          <a:custGeom>
            <a:avLst/>
            <a:gdLst/>
            <a:ahLst/>
            <a:cxnLst/>
            <a:rect l="l" t="t" r="r" b="b"/>
            <a:pathLst>
              <a:path w="159514" h="110474" extrusionOk="0">
                <a:moveTo>
                  <a:pt x="45147" y="0"/>
                </a:moveTo>
                <a:cubicBezTo>
                  <a:pt x="37611" y="0"/>
                  <a:pt x="30146" y="3378"/>
                  <a:pt x="22816" y="12595"/>
                </a:cubicBezTo>
                <a:cubicBezTo>
                  <a:pt x="0" y="41316"/>
                  <a:pt x="46700" y="90351"/>
                  <a:pt x="69249" y="103327"/>
                </a:cubicBezTo>
                <a:cubicBezTo>
                  <a:pt x="77689" y="108192"/>
                  <a:pt x="87067" y="110473"/>
                  <a:pt x="96471" y="110473"/>
                </a:cubicBezTo>
                <a:cubicBezTo>
                  <a:pt x="119178" y="110473"/>
                  <a:pt x="142032" y="97169"/>
                  <a:pt x="152175" y="74807"/>
                </a:cubicBezTo>
                <a:cubicBezTo>
                  <a:pt x="159147" y="59396"/>
                  <a:pt x="159514" y="43484"/>
                  <a:pt x="150307" y="30075"/>
                </a:cubicBezTo>
                <a:cubicBezTo>
                  <a:pt x="143020" y="19415"/>
                  <a:pt x="138448" y="16065"/>
                  <a:pt x="134265" y="16065"/>
                </a:cubicBezTo>
                <a:cubicBezTo>
                  <a:pt x="128185" y="16065"/>
                  <a:pt x="122926" y="23142"/>
                  <a:pt x="111346" y="25138"/>
                </a:cubicBezTo>
                <a:cubicBezTo>
                  <a:pt x="110039" y="25364"/>
                  <a:pt x="108728" y="25470"/>
                  <a:pt x="107413" y="25470"/>
                </a:cubicBezTo>
                <a:cubicBezTo>
                  <a:pt x="87055" y="25470"/>
                  <a:pt x="65838" y="0"/>
                  <a:pt x="45147" y="0"/>
                </a:cubicBez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2" name="Google Shape;1112;p49"/>
          <p:cNvSpPr txBox="1">
            <a:spLocks noGrp="1"/>
          </p:cNvSpPr>
          <p:nvPr>
            <p:ph type="subTitle" idx="1"/>
          </p:nvPr>
        </p:nvSpPr>
        <p:spPr>
          <a:xfrm>
            <a:off x="4226039" y="2402019"/>
            <a:ext cx="4594056" cy="101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It is time for your questions!</a:t>
            </a:r>
            <a:endParaRPr sz="2400" dirty="0"/>
          </a:p>
        </p:txBody>
      </p:sp>
      <p:grpSp>
        <p:nvGrpSpPr>
          <p:cNvPr id="1113" name="Google Shape;1113;p49"/>
          <p:cNvGrpSpPr/>
          <p:nvPr/>
        </p:nvGrpSpPr>
        <p:grpSpPr>
          <a:xfrm>
            <a:off x="726603" y="798105"/>
            <a:ext cx="3499435" cy="3805921"/>
            <a:chOff x="692685" y="538923"/>
            <a:chExt cx="3737914" cy="4065286"/>
          </a:xfrm>
        </p:grpSpPr>
        <p:sp>
          <p:nvSpPr>
            <p:cNvPr id="1114" name="Google Shape;1114;p49"/>
            <p:cNvSpPr/>
            <p:nvPr/>
          </p:nvSpPr>
          <p:spPr>
            <a:xfrm flipH="1">
              <a:off x="720026" y="4328225"/>
              <a:ext cx="3710574" cy="275984"/>
            </a:xfrm>
            <a:custGeom>
              <a:avLst/>
              <a:gdLst/>
              <a:ahLst/>
              <a:cxnLst/>
              <a:rect l="l" t="t" r="r" b="b"/>
              <a:pathLst>
                <a:path w="161716" h="9441" extrusionOk="0">
                  <a:moveTo>
                    <a:pt x="80858" y="1"/>
                  </a:moveTo>
                  <a:cubicBezTo>
                    <a:pt x="36193" y="1"/>
                    <a:pt x="0" y="2136"/>
                    <a:pt x="0" y="4738"/>
                  </a:cubicBezTo>
                  <a:cubicBezTo>
                    <a:pt x="0" y="7339"/>
                    <a:pt x="36193" y="9441"/>
                    <a:pt x="80858" y="9441"/>
                  </a:cubicBezTo>
                  <a:cubicBezTo>
                    <a:pt x="125523" y="9441"/>
                    <a:pt x="161716" y="7339"/>
                    <a:pt x="161716" y="4738"/>
                  </a:cubicBezTo>
                  <a:cubicBezTo>
                    <a:pt x="161716" y="2136"/>
                    <a:pt x="125523" y="1"/>
                    <a:pt x="808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49"/>
            <p:cNvSpPr/>
            <p:nvPr/>
          </p:nvSpPr>
          <p:spPr>
            <a:xfrm flipH="1">
              <a:off x="692685" y="538923"/>
              <a:ext cx="2109125" cy="3927796"/>
            </a:xfrm>
            <a:custGeom>
              <a:avLst/>
              <a:gdLst/>
              <a:ahLst/>
              <a:cxnLst/>
              <a:rect l="l" t="t" r="r" b="b"/>
              <a:pathLst>
                <a:path w="72150" h="134364" extrusionOk="0">
                  <a:moveTo>
                    <a:pt x="65938" y="0"/>
                  </a:moveTo>
                  <a:cubicBezTo>
                    <a:pt x="65919" y="0"/>
                    <a:pt x="65899" y="1"/>
                    <a:pt x="65880" y="1"/>
                  </a:cubicBezTo>
                  <a:lnTo>
                    <a:pt x="15110" y="1"/>
                  </a:lnTo>
                  <a:cubicBezTo>
                    <a:pt x="11507" y="67"/>
                    <a:pt x="8539" y="2836"/>
                    <a:pt x="8272" y="6439"/>
                  </a:cubicBezTo>
                  <a:lnTo>
                    <a:pt x="299" y="127926"/>
                  </a:lnTo>
                  <a:cubicBezTo>
                    <a:pt x="1" y="131409"/>
                    <a:pt x="2770" y="134364"/>
                    <a:pt x="6245" y="134364"/>
                  </a:cubicBezTo>
                  <a:cubicBezTo>
                    <a:pt x="6265" y="134364"/>
                    <a:pt x="6284" y="134364"/>
                    <a:pt x="6304" y="134364"/>
                  </a:cubicBezTo>
                  <a:lnTo>
                    <a:pt x="57040" y="134364"/>
                  </a:lnTo>
                  <a:cubicBezTo>
                    <a:pt x="60642" y="134297"/>
                    <a:pt x="63645" y="131528"/>
                    <a:pt x="63911" y="127926"/>
                  </a:cubicBezTo>
                  <a:lnTo>
                    <a:pt x="71884" y="6439"/>
                  </a:lnTo>
                  <a:cubicBezTo>
                    <a:pt x="72149" y="2956"/>
                    <a:pt x="69413" y="0"/>
                    <a:pt x="659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49"/>
            <p:cNvSpPr/>
            <p:nvPr/>
          </p:nvSpPr>
          <p:spPr>
            <a:xfrm flipH="1">
              <a:off x="723905" y="538923"/>
              <a:ext cx="2109096" cy="3927796"/>
            </a:xfrm>
            <a:custGeom>
              <a:avLst/>
              <a:gdLst/>
              <a:ahLst/>
              <a:cxnLst/>
              <a:rect l="l" t="t" r="r" b="b"/>
              <a:pathLst>
                <a:path w="72149" h="134364" extrusionOk="0">
                  <a:moveTo>
                    <a:pt x="65905" y="0"/>
                  </a:moveTo>
                  <a:cubicBezTo>
                    <a:pt x="65885" y="0"/>
                    <a:pt x="65865" y="1"/>
                    <a:pt x="65846" y="1"/>
                  </a:cubicBezTo>
                  <a:lnTo>
                    <a:pt x="15110" y="1"/>
                  </a:lnTo>
                  <a:cubicBezTo>
                    <a:pt x="11507" y="67"/>
                    <a:pt x="8538" y="2836"/>
                    <a:pt x="8238" y="6439"/>
                  </a:cubicBezTo>
                  <a:lnTo>
                    <a:pt x="266" y="127926"/>
                  </a:lnTo>
                  <a:cubicBezTo>
                    <a:pt x="0" y="131409"/>
                    <a:pt x="2737" y="134364"/>
                    <a:pt x="6244" y="134364"/>
                  </a:cubicBezTo>
                  <a:cubicBezTo>
                    <a:pt x="6264" y="134364"/>
                    <a:pt x="6284" y="134364"/>
                    <a:pt x="6303" y="134364"/>
                  </a:cubicBezTo>
                  <a:lnTo>
                    <a:pt x="57039" y="134364"/>
                  </a:lnTo>
                  <a:cubicBezTo>
                    <a:pt x="60642" y="134297"/>
                    <a:pt x="63611" y="131528"/>
                    <a:pt x="63911" y="127926"/>
                  </a:cubicBezTo>
                  <a:lnTo>
                    <a:pt x="71883" y="6439"/>
                  </a:lnTo>
                  <a:cubicBezTo>
                    <a:pt x="72149" y="2956"/>
                    <a:pt x="69412" y="0"/>
                    <a:pt x="659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49"/>
            <p:cNvSpPr/>
            <p:nvPr/>
          </p:nvSpPr>
          <p:spPr>
            <a:xfrm flipH="1">
              <a:off x="753109" y="759307"/>
              <a:ext cx="2050689" cy="3492874"/>
            </a:xfrm>
            <a:custGeom>
              <a:avLst/>
              <a:gdLst/>
              <a:ahLst/>
              <a:cxnLst/>
              <a:rect l="l" t="t" r="r" b="b"/>
              <a:pathLst>
                <a:path w="70151" h="119486" extrusionOk="0">
                  <a:moveTo>
                    <a:pt x="9007" y="0"/>
                  </a:moveTo>
                  <a:cubicBezTo>
                    <a:pt x="8340" y="0"/>
                    <a:pt x="7773" y="534"/>
                    <a:pt x="7739" y="1235"/>
                  </a:cubicBezTo>
                  <a:lnTo>
                    <a:pt x="67" y="118085"/>
                  </a:lnTo>
                  <a:cubicBezTo>
                    <a:pt x="0" y="118852"/>
                    <a:pt x="601" y="119486"/>
                    <a:pt x="1368" y="119486"/>
                  </a:cubicBezTo>
                  <a:lnTo>
                    <a:pt x="61111" y="119486"/>
                  </a:lnTo>
                  <a:cubicBezTo>
                    <a:pt x="61811" y="119486"/>
                    <a:pt x="62378" y="118952"/>
                    <a:pt x="62412" y="118285"/>
                  </a:cubicBezTo>
                  <a:lnTo>
                    <a:pt x="70084" y="1401"/>
                  </a:lnTo>
                  <a:cubicBezTo>
                    <a:pt x="70151" y="634"/>
                    <a:pt x="69550" y="0"/>
                    <a:pt x="687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49"/>
            <p:cNvSpPr/>
            <p:nvPr/>
          </p:nvSpPr>
          <p:spPr>
            <a:xfrm flipH="1">
              <a:off x="1717489" y="3861138"/>
              <a:ext cx="170542" cy="324393"/>
            </a:xfrm>
            <a:custGeom>
              <a:avLst/>
              <a:gdLst/>
              <a:ahLst/>
              <a:cxnLst/>
              <a:rect l="l" t="t" r="r" b="b"/>
              <a:pathLst>
                <a:path w="5834" h="11097" extrusionOk="0">
                  <a:moveTo>
                    <a:pt x="2097" y="1"/>
                  </a:moveTo>
                  <a:cubicBezTo>
                    <a:pt x="1630" y="168"/>
                    <a:pt x="1197" y="401"/>
                    <a:pt x="796" y="635"/>
                  </a:cubicBezTo>
                  <a:cubicBezTo>
                    <a:pt x="769" y="632"/>
                    <a:pt x="741" y="631"/>
                    <a:pt x="714" y="631"/>
                  </a:cubicBezTo>
                  <a:cubicBezTo>
                    <a:pt x="318" y="631"/>
                    <a:pt x="0" y="854"/>
                    <a:pt x="63" y="1135"/>
                  </a:cubicBezTo>
                  <a:cubicBezTo>
                    <a:pt x="296" y="2402"/>
                    <a:pt x="563" y="3303"/>
                    <a:pt x="896" y="4871"/>
                  </a:cubicBezTo>
                  <a:cubicBezTo>
                    <a:pt x="1063" y="5838"/>
                    <a:pt x="763" y="7673"/>
                    <a:pt x="1530" y="10108"/>
                  </a:cubicBezTo>
                  <a:cubicBezTo>
                    <a:pt x="1727" y="10747"/>
                    <a:pt x="2278" y="11097"/>
                    <a:pt x="2906" y="11097"/>
                  </a:cubicBezTo>
                  <a:cubicBezTo>
                    <a:pt x="3557" y="11097"/>
                    <a:pt x="4290" y="10722"/>
                    <a:pt x="4799" y="9908"/>
                  </a:cubicBezTo>
                  <a:cubicBezTo>
                    <a:pt x="5833" y="8307"/>
                    <a:pt x="5133" y="6205"/>
                    <a:pt x="4833" y="4237"/>
                  </a:cubicBezTo>
                  <a:cubicBezTo>
                    <a:pt x="4632" y="2803"/>
                    <a:pt x="5500" y="1935"/>
                    <a:pt x="5500" y="1068"/>
                  </a:cubicBezTo>
                  <a:lnTo>
                    <a:pt x="5500" y="1068"/>
                  </a:lnTo>
                  <a:cubicBezTo>
                    <a:pt x="5236" y="1138"/>
                    <a:pt x="4960" y="1172"/>
                    <a:pt x="4685" y="1172"/>
                  </a:cubicBezTo>
                  <a:cubicBezTo>
                    <a:pt x="4300" y="1172"/>
                    <a:pt x="3915" y="1104"/>
                    <a:pt x="3565" y="968"/>
                  </a:cubicBezTo>
                  <a:cubicBezTo>
                    <a:pt x="2998" y="768"/>
                    <a:pt x="2498" y="434"/>
                    <a:pt x="20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49"/>
            <p:cNvSpPr/>
            <p:nvPr/>
          </p:nvSpPr>
          <p:spPr>
            <a:xfrm flipH="1">
              <a:off x="784300" y="758342"/>
              <a:ext cx="1077539" cy="3415847"/>
            </a:xfrm>
            <a:custGeom>
              <a:avLst/>
              <a:gdLst/>
              <a:ahLst/>
              <a:cxnLst/>
              <a:rect l="l" t="t" r="r" b="b"/>
              <a:pathLst>
                <a:path w="36861" h="116851" extrusionOk="0">
                  <a:moveTo>
                    <a:pt x="23751" y="3469"/>
                  </a:moveTo>
                  <a:cubicBezTo>
                    <a:pt x="23984" y="4036"/>
                    <a:pt x="24418" y="4503"/>
                    <a:pt x="24985" y="4770"/>
                  </a:cubicBezTo>
                  <a:cubicBezTo>
                    <a:pt x="25052" y="5504"/>
                    <a:pt x="25052" y="6238"/>
                    <a:pt x="24985" y="6972"/>
                  </a:cubicBezTo>
                  <a:cubicBezTo>
                    <a:pt x="24018" y="6171"/>
                    <a:pt x="23517" y="4937"/>
                    <a:pt x="23717" y="3703"/>
                  </a:cubicBezTo>
                  <a:cubicBezTo>
                    <a:pt x="23717" y="3636"/>
                    <a:pt x="23717" y="3536"/>
                    <a:pt x="23751" y="3469"/>
                  </a:cubicBezTo>
                  <a:close/>
                  <a:moveTo>
                    <a:pt x="23551" y="2969"/>
                  </a:moveTo>
                  <a:cubicBezTo>
                    <a:pt x="23551" y="3002"/>
                    <a:pt x="23551" y="3036"/>
                    <a:pt x="23584" y="3069"/>
                  </a:cubicBezTo>
                  <a:cubicBezTo>
                    <a:pt x="23517" y="3236"/>
                    <a:pt x="23451" y="3436"/>
                    <a:pt x="23417" y="3636"/>
                  </a:cubicBezTo>
                  <a:cubicBezTo>
                    <a:pt x="23250" y="5037"/>
                    <a:pt x="23817" y="6438"/>
                    <a:pt x="24985" y="7305"/>
                  </a:cubicBezTo>
                  <a:cubicBezTo>
                    <a:pt x="24952" y="7739"/>
                    <a:pt x="24885" y="8139"/>
                    <a:pt x="24852" y="8540"/>
                  </a:cubicBezTo>
                  <a:cubicBezTo>
                    <a:pt x="24051" y="8206"/>
                    <a:pt x="23417" y="7606"/>
                    <a:pt x="23017" y="6872"/>
                  </a:cubicBezTo>
                  <a:cubicBezTo>
                    <a:pt x="22583" y="6104"/>
                    <a:pt x="22483" y="5170"/>
                    <a:pt x="22717" y="4337"/>
                  </a:cubicBezTo>
                  <a:cubicBezTo>
                    <a:pt x="22850" y="3803"/>
                    <a:pt x="23150" y="3336"/>
                    <a:pt x="23551" y="2969"/>
                  </a:cubicBezTo>
                  <a:close/>
                  <a:moveTo>
                    <a:pt x="22583" y="0"/>
                  </a:moveTo>
                  <a:cubicBezTo>
                    <a:pt x="22650" y="934"/>
                    <a:pt x="22950" y="1835"/>
                    <a:pt x="23451" y="2602"/>
                  </a:cubicBezTo>
                  <a:cubicBezTo>
                    <a:pt x="22950" y="3036"/>
                    <a:pt x="22617" y="3569"/>
                    <a:pt x="22450" y="4203"/>
                  </a:cubicBezTo>
                  <a:cubicBezTo>
                    <a:pt x="22183" y="5104"/>
                    <a:pt x="22316" y="6104"/>
                    <a:pt x="22783" y="6938"/>
                  </a:cubicBezTo>
                  <a:cubicBezTo>
                    <a:pt x="23217" y="7772"/>
                    <a:pt x="23951" y="8406"/>
                    <a:pt x="24785" y="8773"/>
                  </a:cubicBezTo>
                  <a:cubicBezTo>
                    <a:pt x="24585" y="9974"/>
                    <a:pt x="24151" y="10975"/>
                    <a:pt x="23417" y="11508"/>
                  </a:cubicBezTo>
                  <a:cubicBezTo>
                    <a:pt x="22917" y="11442"/>
                    <a:pt x="22416" y="11408"/>
                    <a:pt x="21916" y="11375"/>
                  </a:cubicBezTo>
                  <a:cubicBezTo>
                    <a:pt x="21516" y="11342"/>
                    <a:pt x="21116" y="11308"/>
                    <a:pt x="20749" y="11308"/>
                  </a:cubicBezTo>
                  <a:cubicBezTo>
                    <a:pt x="20660" y="11300"/>
                    <a:pt x="20572" y="11296"/>
                    <a:pt x="20485" y="11296"/>
                  </a:cubicBezTo>
                  <a:cubicBezTo>
                    <a:pt x="19480" y="11296"/>
                    <a:pt x="18532" y="11817"/>
                    <a:pt x="17980" y="12676"/>
                  </a:cubicBezTo>
                  <a:cubicBezTo>
                    <a:pt x="17780" y="12743"/>
                    <a:pt x="17546" y="12876"/>
                    <a:pt x="17380" y="13009"/>
                  </a:cubicBezTo>
                  <a:cubicBezTo>
                    <a:pt x="16846" y="13443"/>
                    <a:pt x="16412" y="13777"/>
                    <a:pt x="15945" y="14210"/>
                  </a:cubicBezTo>
                  <a:cubicBezTo>
                    <a:pt x="15512" y="14611"/>
                    <a:pt x="15045" y="15011"/>
                    <a:pt x="14611" y="15411"/>
                  </a:cubicBezTo>
                  <a:cubicBezTo>
                    <a:pt x="13744" y="16245"/>
                    <a:pt x="12910" y="17112"/>
                    <a:pt x="12109" y="18013"/>
                  </a:cubicBezTo>
                  <a:cubicBezTo>
                    <a:pt x="10708" y="19547"/>
                    <a:pt x="9441" y="21249"/>
                    <a:pt x="8373" y="23050"/>
                  </a:cubicBezTo>
                  <a:cubicBezTo>
                    <a:pt x="7773" y="23183"/>
                    <a:pt x="7139" y="23984"/>
                    <a:pt x="6772" y="25118"/>
                  </a:cubicBezTo>
                  <a:cubicBezTo>
                    <a:pt x="6405" y="26319"/>
                    <a:pt x="6472" y="27486"/>
                    <a:pt x="6905" y="27953"/>
                  </a:cubicBezTo>
                  <a:cubicBezTo>
                    <a:pt x="6905" y="28087"/>
                    <a:pt x="6905" y="28254"/>
                    <a:pt x="6905" y="28420"/>
                  </a:cubicBezTo>
                  <a:cubicBezTo>
                    <a:pt x="6872" y="29721"/>
                    <a:pt x="6939" y="30989"/>
                    <a:pt x="7072" y="32290"/>
                  </a:cubicBezTo>
                  <a:cubicBezTo>
                    <a:pt x="7272" y="34525"/>
                    <a:pt x="7673" y="36760"/>
                    <a:pt x="8173" y="38995"/>
                  </a:cubicBezTo>
                  <a:cubicBezTo>
                    <a:pt x="7939" y="39262"/>
                    <a:pt x="7806" y="39628"/>
                    <a:pt x="7806" y="39995"/>
                  </a:cubicBezTo>
                  <a:cubicBezTo>
                    <a:pt x="7839" y="40696"/>
                    <a:pt x="7906" y="41396"/>
                    <a:pt x="8106" y="42097"/>
                  </a:cubicBezTo>
                  <a:lnTo>
                    <a:pt x="8507" y="44765"/>
                  </a:lnTo>
                  <a:lnTo>
                    <a:pt x="12209" y="44866"/>
                  </a:lnTo>
                  <a:lnTo>
                    <a:pt x="12543" y="42030"/>
                  </a:lnTo>
                  <a:lnTo>
                    <a:pt x="11242" y="39495"/>
                  </a:lnTo>
                  <a:cubicBezTo>
                    <a:pt x="11175" y="39362"/>
                    <a:pt x="11075" y="39195"/>
                    <a:pt x="10942" y="39095"/>
                  </a:cubicBezTo>
                  <a:cubicBezTo>
                    <a:pt x="10942" y="36893"/>
                    <a:pt x="10942" y="34692"/>
                    <a:pt x="11042" y="32557"/>
                  </a:cubicBezTo>
                  <a:cubicBezTo>
                    <a:pt x="11075" y="31389"/>
                    <a:pt x="11175" y="30255"/>
                    <a:pt x="11309" y="29188"/>
                  </a:cubicBezTo>
                  <a:cubicBezTo>
                    <a:pt x="11375" y="28687"/>
                    <a:pt x="11475" y="28187"/>
                    <a:pt x="11609" y="27687"/>
                  </a:cubicBezTo>
                  <a:cubicBezTo>
                    <a:pt x="11675" y="27486"/>
                    <a:pt x="11742" y="27286"/>
                    <a:pt x="11809" y="27120"/>
                  </a:cubicBezTo>
                  <a:cubicBezTo>
                    <a:pt x="11842" y="27019"/>
                    <a:pt x="11876" y="26953"/>
                    <a:pt x="11909" y="26886"/>
                  </a:cubicBezTo>
                  <a:lnTo>
                    <a:pt x="11942" y="26819"/>
                  </a:lnTo>
                  <a:lnTo>
                    <a:pt x="11976" y="26786"/>
                  </a:lnTo>
                  <a:lnTo>
                    <a:pt x="12009" y="26719"/>
                  </a:lnTo>
                  <a:cubicBezTo>
                    <a:pt x="12609" y="25819"/>
                    <a:pt x="13243" y="24985"/>
                    <a:pt x="13910" y="24184"/>
                  </a:cubicBezTo>
                  <a:cubicBezTo>
                    <a:pt x="14611" y="23350"/>
                    <a:pt x="15345" y="22550"/>
                    <a:pt x="16112" y="21749"/>
                  </a:cubicBezTo>
                  <a:lnTo>
                    <a:pt x="17780" y="20081"/>
                  </a:lnTo>
                  <a:lnTo>
                    <a:pt x="17780" y="20515"/>
                  </a:lnTo>
                  <a:lnTo>
                    <a:pt x="17780" y="21115"/>
                  </a:lnTo>
                  <a:lnTo>
                    <a:pt x="17780" y="22783"/>
                  </a:lnTo>
                  <a:lnTo>
                    <a:pt x="17780" y="22917"/>
                  </a:lnTo>
                  <a:cubicBezTo>
                    <a:pt x="17780" y="23450"/>
                    <a:pt x="17746" y="23984"/>
                    <a:pt x="17713" y="24518"/>
                  </a:cubicBezTo>
                  <a:cubicBezTo>
                    <a:pt x="17646" y="26586"/>
                    <a:pt x="17546" y="28587"/>
                    <a:pt x="17380" y="30422"/>
                  </a:cubicBezTo>
                  <a:cubicBezTo>
                    <a:pt x="17246" y="32023"/>
                    <a:pt x="17079" y="33524"/>
                    <a:pt x="16913" y="34858"/>
                  </a:cubicBezTo>
                  <a:cubicBezTo>
                    <a:pt x="16746" y="36560"/>
                    <a:pt x="17246" y="38261"/>
                    <a:pt x="18347" y="39628"/>
                  </a:cubicBezTo>
                  <a:cubicBezTo>
                    <a:pt x="17646" y="40763"/>
                    <a:pt x="17313" y="42064"/>
                    <a:pt x="17313" y="43398"/>
                  </a:cubicBezTo>
                  <a:cubicBezTo>
                    <a:pt x="15912" y="44098"/>
                    <a:pt x="14911" y="45433"/>
                    <a:pt x="14644" y="46967"/>
                  </a:cubicBezTo>
                  <a:cubicBezTo>
                    <a:pt x="13277" y="53772"/>
                    <a:pt x="10775" y="65781"/>
                    <a:pt x="8240" y="74387"/>
                  </a:cubicBezTo>
                  <a:cubicBezTo>
                    <a:pt x="7372" y="74854"/>
                    <a:pt x="6705" y="75588"/>
                    <a:pt x="6338" y="76488"/>
                  </a:cubicBezTo>
                  <a:cubicBezTo>
                    <a:pt x="5838" y="77656"/>
                    <a:pt x="5838" y="78957"/>
                    <a:pt x="6305" y="80124"/>
                  </a:cubicBezTo>
                  <a:cubicBezTo>
                    <a:pt x="3536" y="87196"/>
                    <a:pt x="1435" y="97837"/>
                    <a:pt x="234" y="102940"/>
                  </a:cubicBezTo>
                  <a:cubicBezTo>
                    <a:pt x="0" y="104108"/>
                    <a:pt x="367" y="105309"/>
                    <a:pt x="1201" y="106176"/>
                  </a:cubicBezTo>
                  <a:cubicBezTo>
                    <a:pt x="1602" y="106576"/>
                    <a:pt x="2102" y="106910"/>
                    <a:pt x="2636" y="107110"/>
                  </a:cubicBezTo>
                  <a:cubicBezTo>
                    <a:pt x="3005" y="107246"/>
                    <a:pt x="3386" y="107314"/>
                    <a:pt x="3766" y="107314"/>
                  </a:cubicBezTo>
                  <a:cubicBezTo>
                    <a:pt x="4036" y="107314"/>
                    <a:pt x="4306" y="107280"/>
                    <a:pt x="4570" y="107210"/>
                  </a:cubicBezTo>
                  <a:cubicBezTo>
                    <a:pt x="5571" y="107010"/>
                    <a:pt x="6372" y="106276"/>
                    <a:pt x="6705" y="105342"/>
                  </a:cubicBezTo>
                  <a:cubicBezTo>
                    <a:pt x="8473" y="100339"/>
                    <a:pt x="11275" y="91366"/>
                    <a:pt x="14778" y="84094"/>
                  </a:cubicBezTo>
                  <a:cubicBezTo>
                    <a:pt x="16079" y="83793"/>
                    <a:pt x="17179" y="82859"/>
                    <a:pt x="17680" y="81625"/>
                  </a:cubicBezTo>
                  <a:cubicBezTo>
                    <a:pt x="18280" y="80258"/>
                    <a:pt x="18180" y="78690"/>
                    <a:pt x="17446" y="77422"/>
                  </a:cubicBezTo>
                  <a:cubicBezTo>
                    <a:pt x="19748" y="70851"/>
                    <a:pt x="22717" y="60977"/>
                    <a:pt x="24852" y="53805"/>
                  </a:cubicBezTo>
                  <a:cubicBezTo>
                    <a:pt x="24952" y="54606"/>
                    <a:pt x="25052" y="55406"/>
                    <a:pt x="25152" y="56274"/>
                  </a:cubicBezTo>
                  <a:cubicBezTo>
                    <a:pt x="25152" y="56340"/>
                    <a:pt x="25152" y="56441"/>
                    <a:pt x="25185" y="56541"/>
                  </a:cubicBezTo>
                  <a:cubicBezTo>
                    <a:pt x="25218" y="56974"/>
                    <a:pt x="25285" y="57441"/>
                    <a:pt x="25352" y="57908"/>
                  </a:cubicBezTo>
                  <a:lnTo>
                    <a:pt x="25352" y="58108"/>
                  </a:lnTo>
                  <a:cubicBezTo>
                    <a:pt x="25385" y="58575"/>
                    <a:pt x="25452" y="59076"/>
                    <a:pt x="25519" y="59543"/>
                  </a:cubicBezTo>
                  <a:cubicBezTo>
                    <a:pt x="25986" y="63579"/>
                    <a:pt x="26453" y="67949"/>
                    <a:pt x="26786" y="72052"/>
                  </a:cubicBezTo>
                  <a:cubicBezTo>
                    <a:pt x="27053" y="75187"/>
                    <a:pt x="27487" y="78189"/>
                    <a:pt x="27787" y="80825"/>
                  </a:cubicBezTo>
                  <a:cubicBezTo>
                    <a:pt x="27220" y="81492"/>
                    <a:pt x="26853" y="82292"/>
                    <a:pt x="26753" y="83160"/>
                  </a:cubicBezTo>
                  <a:cubicBezTo>
                    <a:pt x="26553" y="84694"/>
                    <a:pt x="27053" y="86228"/>
                    <a:pt x="28121" y="87296"/>
                  </a:cubicBezTo>
                  <a:cubicBezTo>
                    <a:pt x="28287" y="96636"/>
                    <a:pt x="29221" y="109378"/>
                    <a:pt x="29688" y="115249"/>
                  </a:cubicBezTo>
                  <a:cubicBezTo>
                    <a:pt x="29755" y="115816"/>
                    <a:pt x="29955" y="116383"/>
                    <a:pt x="30255" y="116850"/>
                  </a:cubicBezTo>
                  <a:lnTo>
                    <a:pt x="34859" y="47534"/>
                  </a:lnTo>
                  <a:cubicBezTo>
                    <a:pt x="34525" y="47100"/>
                    <a:pt x="34125" y="46700"/>
                    <a:pt x="33691" y="46333"/>
                  </a:cubicBezTo>
                  <a:cubicBezTo>
                    <a:pt x="33825" y="45633"/>
                    <a:pt x="33858" y="44932"/>
                    <a:pt x="33791" y="44232"/>
                  </a:cubicBezTo>
                  <a:cubicBezTo>
                    <a:pt x="33725" y="43698"/>
                    <a:pt x="33624" y="43198"/>
                    <a:pt x="33491" y="42664"/>
                  </a:cubicBezTo>
                  <a:cubicBezTo>
                    <a:pt x="34192" y="42264"/>
                    <a:pt x="34825" y="41663"/>
                    <a:pt x="35259" y="40996"/>
                  </a:cubicBezTo>
                  <a:lnTo>
                    <a:pt x="36860" y="16579"/>
                  </a:lnTo>
                  <a:cubicBezTo>
                    <a:pt x="36226" y="15078"/>
                    <a:pt x="34959" y="13943"/>
                    <a:pt x="33391" y="13410"/>
                  </a:cubicBezTo>
                  <a:cubicBezTo>
                    <a:pt x="33057" y="13310"/>
                    <a:pt x="32657" y="13176"/>
                    <a:pt x="32290" y="13076"/>
                  </a:cubicBezTo>
                  <a:cubicBezTo>
                    <a:pt x="31957" y="12976"/>
                    <a:pt x="31656" y="12909"/>
                    <a:pt x="31323" y="12809"/>
                  </a:cubicBezTo>
                  <a:cubicBezTo>
                    <a:pt x="29188" y="11942"/>
                    <a:pt x="28821" y="10541"/>
                    <a:pt x="29055" y="9073"/>
                  </a:cubicBezTo>
                  <a:cubicBezTo>
                    <a:pt x="29088" y="8873"/>
                    <a:pt x="29121" y="8706"/>
                    <a:pt x="29155" y="8506"/>
                  </a:cubicBezTo>
                  <a:lnTo>
                    <a:pt x="29221" y="8306"/>
                  </a:lnTo>
                  <a:cubicBezTo>
                    <a:pt x="29470" y="8349"/>
                    <a:pt x="29717" y="8370"/>
                    <a:pt x="29962" y="8370"/>
                  </a:cubicBezTo>
                  <a:cubicBezTo>
                    <a:pt x="31785" y="8370"/>
                    <a:pt x="33437" y="7202"/>
                    <a:pt x="34025" y="5437"/>
                  </a:cubicBezTo>
                  <a:cubicBezTo>
                    <a:pt x="34558" y="3669"/>
                    <a:pt x="34692" y="1801"/>
                    <a:pt x="343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49"/>
            <p:cNvSpPr/>
            <p:nvPr/>
          </p:nvSpPr>
          <p:spPr>
            <a:xfrm flipH="1">
              <a:off x="1454221" y="625714"/>
              <a:ext cx="405659" cy="45866"/>
            </a:xfrm>
            <a:custGeom>
              <a:avLst/>
              <a:gdLst/>
              <a:ahLst/>
              <a:cxnLst/>
              <a:rect l="l" t="t" r="r" b="b"/>
              <a:pathLst>
                <a:path w="13877" h="1569" extrusionOk="0">
                  <a:moveTo>
                    <a:pt x="901" y="1"/>
                  </a:moveTo>
                  <a:cubicBezTo>
                    <a:pt x="434" y="1"/>
                    <a:pt x="67" y="334"/>
                    <a:pt x="34" y="801"/>
                  </a:cubicBezTo>
                  <a:cubicBezTo>
                    <a:pt x="0" y="1201"/>
                    <a:pt x="334" y="1568"/>
                    <a:pt x="767" y="1568"/>
                  </a:cubicBezTo>
                  <a:lnTo>
                    <a:pt x="13043" y="1568"/>
                  </a:lnTo>
                  <a:cubicBezTo>
                    <a:pt x="13476" y="1568"/>
                    <a:pt x="13843" y="1235"/>
                    <a:pt x="13877" y="801"/>
                  </a:cubicBezTo>
                  <a:cubicBezTo>
                    <a:pt x="13877" y="367"/>
                    <a:pt x="13543" y="1"/>
                    <a:pt x="131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49"/>
            <p:cNvSpPr/>
            <p:nvPr/>
          </p:nvSpPr>
          <p:spPr>
            <a:xfrm flipH="1">
              <a:off x="3254271" y="1181015"/>
              <a:ext cx="524840" cy="875689"/>
            </a:xfrm>
            <a:custGeom>
              <a:avLst/>
              <a:gdLst/>
              <a:ahLst/>
              <a:cxnLst/>
              <a:rect l="l" t="t" r="r" b="b"/>
              <a:pathLst>
                <a:path w="17954" h="29956" extrusionOk="0">
                  <a:moveTo>
                    <a:pt x="15182" y="0"/>
                  </a:moveTo>
                  <a:cubicBezTo>
                    <a:pt x="13876" y="0"/>
                    <a:pt x="12771" y="985"/>
                    <a:pt x="12616" y="2286"/>
                  </a:cubicBezTo>
                  <a:lnTo>
                    <a:pt x="12616" y="2320"/>
                  </a:lnTo>
                  <a:cubicBezTo>
                    <a:pt x="12316" y="4822"/>
                    <a:pt x="11983" y="7357"/>
                    <a:pt x="11649" y="9859"/>
                  </a:cubicBezTo>
                  <a:cubicBezTo>
                    <a:pt x="11449" y="11093"/>
                    <a:pt x="11249" y="12327"/>
                    <a:pt x="11049" y="13561"/>
                  </a:cubicBezTo>
                  <a:cubicBezTo>
                    <a:pt x="10848" y="14729"/>
                    <a:pt x="10582" y="15863"/>
                    <a:pt x="10248" y="16997"/>
                  </a:cubicBezTo>
                  <a:cubicBezTo>
                    <a:pt x="10148" y="17264"/>
                    <a:pt x="10081" y="17497"/>
                    <a:pt x="9981" y="17697"/>
                  </a:cubicBezTo>
                  <a:cubicBezTo>
                    <a:pt x="9914" y="17864"/>
                    <a:pt x="9848" y="18031"/>
                    <a:pt x="9748" y="18198"/>
                  </a:cubicBezTo>
                  <a:cubicBezTo>
                    <a:pt x="9447" y="18631"/>
                    <a:pt x="9114" y="19065"/>
                    <a:pt x="8747" y="19499"/>
                  </a:cubicBezTo>
                  <a:cubicBezTo>
                    <a:pt x="8013" y="20399"/>
                    <a:pt x="7146" y="21300"/>
                    <a:pt x="6245" y="22234"/>
                  </a:cubicBezTo>
                  <a:cubicBezTo>
                    <a:pt x="4511" y="24035"/>
                    <a:pt x="2676" y="25870"/>
                    <a:pt x="875" y="27705"/>
                  </a:cubicBezTo>
                  <a:cubicBezTo>
                    <a:pt x="0" y="28606"/>
                    <a:pt x="782" y="29956"/>
                    <a:pt x="1809" y="29956"/>
                  </a:cubicBezTo>
                  <a:cubicBezTo>
                    <a:pt x="2035" y="29956"/>
                    <a:pt x="2274" y="29890"/>
                    <a:pt x="2509" y="29739"/>
                  </a:cubicBezTo>
                  <a:cubicBezTo>
                    <a:pt x="4744" y="28372"/>
                    <a:pt x="6912" y="26837"/>
                    <a:pt x="8980" y="25236"/>
                  </a:cubicBezTo>
                  <a:cubicBezTo>
                    <a:pt x="10014" y="24402"/>
                    <a:pt x="11049" y="23568"/>
                    <a:pt x="12049" y="22601"/>
                  </a:cubicBezTo>
                  <a:cubicBezTo>
                    <a:pt x="12616" y="22067"/>
                    <a:pt x="13117" y="21500"/>
                    <a:pt x="13584" y="20933"/>
                  </a:cubicBezTo>
                  <a:cubicBezTo>
                    <a:pt x="13884" y="20566"/>
                    <a:pt x="14117" y="20166"/>
                    <a:pt x="14318" y="19732"/>
                  </a:cubicBezTo>
                  <a:cubicBezTo>
                    <a:pt x="14518" y="19332"/>
                    <a:pt x="14684" y="18998"/>
                    <a:pt x="14818" y="18631"/>
                  </a:cubicBezTo>
                  <a:cubicBezTo>
                    <a:pt x="15318" y="17331"/>
                    <a:pt x="15719" y="15963"/>
                    <a:pt x="16019" y="14595"/>
                  </a:cubicBezTo>
                  <a:cubicBezTo>
                    <a:pt x="16352" y="13294"/>
                    <a:pt x="16586" y="11993"/>
                    <a:pt x="16819" y="10659"/>
                  </a:cubicBezTo>
                  <a:cubicBezTo>
                    <a:pt x="17286" y="8057"/>
                    <a:pt x="17620" y="5489"/>
                    <a:pt x="17853" y="2820"/>
                  </a:cubicBezTo>
                  <a:lnTo>
                    <a:pt x="17820" y="2820"/>
                  </a:lnTo>
                  <a:cubicBezTo>
                    <a:pt x="17953" y="1419"/>
                    <a:pt x="16886" y="152"/>
                    <a:pt x="15485" y="18"/>
                  </a:cubicBezTo>
                  <a:cubicBezTo>
                    <a:pt x="15383" y="6"/>
                    <a:pt x="15282" y="0"/>
                    <a:pt x="151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49"/>
            <p:cNvSpPr/>
            <p:nvPr/>
          </p:nvSpPr>
          <p:spPr>
            <a:xfrm flipH="1">
              <a:off x="3335215" y="1680393"/>
              <a:ext cx="99478" cy="149027"/>
            </a:xfrm>
            <a:custGeom>
              <a:avLst/>
              <a:gdLst/>
              <a:ahLst/>
              <a:cxnLst/>
              <a:rect l="l" t="t" r="r" b="b"/>
              <a:pathLst>
                <a:path w="3403" h="5098" extrusionOk="0">
                  <a:moveTo>
                    <a:pt x="2531" y="1"/>
                  </a:moveTo>
                  <a:cubicBezTo>
                    <a:pt x="1912" y="1"/>
                    <a:pt x="1101" y="847"/>
                    <a:pt x="601" y="2082"/>
                  </a:cubicBezTo>
                  <a:cubicBezTo>
                    <a:pt x="0" y="3450"/>
                    <a:pt x="34" y="4784"/>
                    <a:pt x="668" y="5051"/>
                  </a:cubicBezTo>
                  <a:cubicBezTo>
                    <a:pt x="739" y="5083"/>
                    <a:pt x="815" y="5098"/>
                    <a:pt x="895" y="5098"/>
                  </a:cubicBezTo>
                  <a:cubicBezTo>
                    <a:pt x="1492" y="5098"/>
                    <a:pt x="2306" y="4251"/>
                    <a:pt x="2836" y="3016"/>
                  </a:cubicBezTo>
                  <a:cubicBezTo>
                    <a:pt x="3403" y="1649"/>
                    <a:pt x="3369" y="314"/>
                    <a:pt x="2769" y="47"/>
                  </a:cubicBezTo>
                  <a:cubicBezTo>
                    <a:pt x="2694" y="16"/>
                    <a:pt x="2614" y="1"/>
                    <a:pt x="25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49"/>
            <p:cNvSpPr/>
            <p:nvPr/>
          </p:nvSpPr>
          <p:spPr>
            <a:xfrm flipH="1">
              <a:off x="3690156" y="1983827"/>
              <a:ext cx="105325" cy="133856"/>
            </a:xfrm>
            <a:custGeom>
              <a:avLst/>
              <a:gdLst/>
              <a:ahLst/>
              <a:cxnLst/>
              <a:rect l="l" t="t" r="r" b="b"/>
              <a:pathLst>
                <a:path w="3603" h="4579" extrusionOk="0">
                  <a:moveTo>
                    <a:pt x="2036" y="0"/>
                  </a:moveTo>
                  <a:cubicBezTo>
                    <a:pt x="1759" y="0"/>
                    <a:pt x="1480" y="78"/>
                    <a:pt x="1234" y="242"/>
                  </a:cubicBezTo>
                  <a:lnTo>
                    <a:pt x="0" y="1076"/>
                  </a:lnTo>
                  <a:lnTo>
                    <a:pt x="1968" y="4578"/>
                  </a:lnTo>
                  <a:cubicBezTo>
                    <a:pt x="2502" y="3811"/>
                    <a:pt x="2969" y="2977"/>
                    <a:pt x="3403" y="2143"/>
                  </a:cubicBezTo>
                  <a:cubicBezTo>
                    <a:pt x="3603" y="1676"/>
                    <a:pt x="3569" y="1176"/>
                    <a:pt x="3336" y="742"/>
                  </a:cubicBezTo>
                  <a:cubicBezTo>
                    <a:pt x="3054" y="266"/>
                    <a:pt x="2548" y="0"/>
                    <a:pt x="20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49"/>
            <p:cNvSpPr/>
            <p:nvPr/>
          </p:nvSpPr>
          <p:spPr>
            <a:xfrm flipH="1">
              <a:off x="3737922" y="2015252"/>
              <a:ext cx="95590" cy="147273"/>
            </a:xfrm>
            <a:custGeom>
              <a:avLst/>
              <a:gdLst/>
              <a:ahLst/>
              <a:cxnLst/>
              <a:rect l="l" t="t" r="r" b="b"/>
              <a:pathLst>
                <a:path w="3270" h="5038" extrusionOk="0">
                  <a:moveTo>
                    <a:pt x="1301" y="1"/>
                  </a:moveTo>
                  <a:lnTo>
                    <a:pt x="0" y="2202"/>
                  </a:lnTo>
                  <a:lnTo>
                    <a:pt x="1935" y="5037"/>
                  </a:lnTo>
                  <a:lnTo>
                    <a:pt x="3269" y="3503"/>
                  </a:lnTo>
                  <a:lnTo>
                    <a:pt x="130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49"/>
            <p:cNvSpPr/>
            <p:nvPr/>
          </p:nvSpPr>
          <p:spPr>
            <a:xfrm flipH="1">
              <a:off x="1826701" y="3834624"/>
              <a:ext cx="183726" cy="332578"/>
            </a:xfrm>
            <a:custGeom>
              <a:avLst/>
              <a:gdLst/>
              <a:ahLst/>
              <a:cxnLst/>
              <a:rect l="l" t="t" r="r" b="b"/>
              <a:pathLst>
                <a:path w="6285" h="11377" extrusionOk="0">
                  <a:moveTo>
                    <a:pt x="2662" y="1"/>
                  </a:moveTo>
                  <a:cubicBezTo>
                    <a:pt x="2547" y="1"/>
                    <a:pt x="2439" y="87"/>
                    <a:pt x="2382" y="174"/>
                  </a:cubicBezTo>
                  <a:lnTo>
                    <a:pt x="580" y="4010"/>
                  </a:lnTo>
                  <a:cubicBezTo>
                    <a:pt x="514" y="4210"/>
                    <a:pt x="514" y="4410"/>
                    <a:pt x="580" y="4610"/>
                  </a:cubicBezTo>
                  <a:cubicBezTo>
                    <a:pt x="880" y="5711"/>
                    <a:pt x="1247" y="7746"/>
                    <a:pt x="147" y="10548"/>
                  </a:cubicBezTo>
                  <a:cubicBezTo>
                    <a:pt x="0" y="10903"/>
                    <a:pt x="417" y="11377"/>
                    <a:pt x="922" y="11377"/>
                  </a:cubicBezTo>
                  <a:cubicBezTo>
                    <a:pt x="1222" y="11377"/>
                    <a:pt x="1553" y="11209"/>
                    <a:pt x="1814" y="10748"/>
                  </a:cubicBezTo>
                  <a:cubicBezTo>
                    <a:pt x="3182" y="8413"/>
                    <a:pt x="3883" y="6011"/>
                    <a:pt x="4316" y="5077"/>
                  </a:cubicBezTo>
                  <a:cubicBezTo>
                    <a:pt x="5050" y="3510"/>
                    <a:pt x="5550" y="2642"/>
                    <a:pt x="6151" y="1441"/>
                  </a:cubicBezTo>
                  <a:cubicBezTo>
                    <a:pt x="6284" y="1141"/>
                    <a:pt x="6118" y="774"/>
                    <a:pt x="5817" y="708"/>
                  </a:cubicBezTo>
                  <a:lnTo>
                    <a:pt x="2715" y="7"/>
                  </a:lnTo>
                  <a:cubicBezTo>
                    <a:pt x="2697" y="3"/>
                    <a:pt x="2679" y="1"/>
                    <a:pt x="26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49"/>
            <p:cNvSpPr/>
            <p:nvPr/>
          </p:nvSpPr>
          <p:spPr>
            <a:xfrm flipH="1">
              <a:off x="2921751" y="4298982"/>
              <a:ext cx="395925" cy="116053"/>
            </a:xfrm>
            <a:custGeom>
              <a:avLst/>
              <a:gdLst/>
              <a:ahLst/>
              <a:cxnLst/>
              <a:rect l="l" t="t" r="r" b="b"/>
              <a:pathLst>
                <a:path w="13544" h="3970" extrusionOk="0">
                  <a:moveTo>
                    <a:pt x="8706" y="0"/>
                  </a:moveTo>
                  <a:cubicBezTo>
                    <a:pt x="8406" y="33"/>
                    <a:pt x="8139" y="100"/>
                    <a:pt x="7873" y="267"/>
                  </a:cubicBezTo>
                  <a:cubicBezTo>
                    <a:pt x="5538" y="1701"/>
                    <a:pt x="3303" y="1735"/>
                    <a:pt x="601" y="2335"/>
                  </a:cubicBezTo>
                  <a:cubicBezTo>
                    <a:pt x="0" y="2435"/>
                    <a:pt x="401" y="3903"/>
                    <a:pt x="1802" y="3903"/>
                  </a:cubicBezTo>
                  <a:cubicBezTo>
                    <a:pt x="4137" y="3903"/>
                    <a:pt x="5904" y="3836"/>
                    <a:pt x="7906" y="3836"/>
                  </a:cubicBezTo>
                  <a:cubicBezTo>
                    <a:pt x="9607" y="3836"/>
                    <a:pt x="11609" y="3936"/>
                    <a:pt x="12943" y="3970"/>
                  </a:cubicBezTo>
                  <a:cubicBezTo>
                    <a:pt x="13276" y="3970"/>
                    <a:pt x="13543" y="3669"/>
                    <a:pt x="13477" y="3369"/>
                  </a:cubicBezTo>
                  <a:lnTo>
                    <a:pt x="12809" y="267"/>
                  </a:lnTo>
                  <a:cubicBezTo>
                    <a:pt x="12776" y="134"/>
                    <a:pt x="12643" y="33"/>
                    <a:pt x="12509" y="33"/>
                  </a:cubicBezTo>
                  <a:lnTo>
                    <a:pt x="870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49"/>
            <p:cNvSpPr/>
            <p:nvPr/>
          </p:nvSpPr>
          <p:spPr>
            <a:xfrm flipH="1">
              <a:off x="3039733" y="3084197"/>
              <a:ext cx="258445" cy="261602"/>
            </a:xfrm>
            <a:custGeom>
              <a:avLst/>
              <a:gdLst/>
              <a:ahLst/>
              <a:cxnLst/>
              <a:rect l="l" t="t" r="r" b="b"/>
              <a:pathLst>
                <a:path w="8841" h="8949" extrusionOk="0">
                  <a:moveTo>
                    <a:pt x="4239" y="0"/>
                  </a:moveTo>
                  <a:cubicBezTo>
                    <a:pt x="3973" y="0"/>
                    <a:pt x="3704" y="30"/>
                    <a:pt x="3436" y="93"/>
                  </a:cubicBezTo>
                  <a:cubicBezTo>
                    <a:pt x="1301" y="560"/>
                    <a:pt x="0" y="2928"/>
                    <a:pt x="567" y="5364"/>
                  </a:cubicBezTo>
                  <a:cubicBezTo>
                    <a:pt x="1038" y="7480"/>
                    <a:pt x="2803" y="8948"/>
                    <a:pt x="4676" y="8948"/>
                  </a:cubicBezTo>
                  <a:cubicBezTo>
                    <a:pt x="4929" y="8948"/>
                    <a:pt x="5184" y="8922"/>
                    <a:pt x="5438" y="8866"/>
                  </a:cubicBezTo>
                  <a:cubicBezTo>
                    <a:pt x="7572" y="8399"/>
                    <a:pt x="8840" y="6031"/>
                    <a:pt x="8306" y="3596"/>
                  </a:cubicBezTo>
                  <a:cubicBezTo>
                    <a:pt x="7810" y="1466"/>
                    <a:pt x="6090" y="0"/>
                    <a:pt x="4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49"/>
            <p:cNvSpPr/>
            <p:nvPr/>
          </p:nvSpPr>
          <p:spPr>
            <a:xfrm flipH="1">
              <a:off x="2934438" y="2070677"/>
              <a:ext cx="369586" cy="2149349"/>
            </a:xfrm>
            <a:custGeom>
              <a:avLst/>
              <a:gdLst/>
              <a:ahLst/>
              <a:cxnLst/>
              <a:rect l="l" t="t" r="r" b="b"/>
              <a:pathLst>
                <a:path w="12643" h="73526" extrusionOk="0">
                  <a:moveTo>
                    <a:pt x="5858" y="1"/>
                  </a:moveTo>
                  <a:cubicBezTo>
                    <a:pt x="5555" y="1"/>
                    <a:pt x="5247" y="24"/>
                    <a:pt x="4937" y="73"/>
                  </a:cubicBezTo>
                  <a:cubicBezTo>
                    <a:pt x="2102" y="573"/>
                    <a:pt x="0" y="3041"/>
                    <a:pt x="67" y="5910"/>
                  </a:cubicBezTo>
                  <a:cubicBezTo>
                    <a:pt x="200" y="14783"/>
                    <a:pt x="667" y="33030"/>
                    <a:pt x="1968" y="40768"/>
                  </a:cubicBezTo>
                  <a:cubicBezTo>
                    <a:pt x="3403" y="49308"/>
                    <a:pt x="5571" y="64686"/>
                    <a:pt x="6438" y="70823"/>
                  </a:cubicBezTo>
                  <a:cubicBezTo>
                    <a:pt x="6638" y="72358"/>
                    <a:pt x="7939" y="73525"/>
                    <a:pt x="9507" y="73525"/>
                  </a:cubicBezTo>
                  <a:cubicBezTo>
                    <a:pt x="11242" y="73525"/>
                    <a:pt x="12643" y="72124"/>
                    <a:pt x="12643" y="70356"/>
                  </a:cubicBezTo>
                  <a:cubicBezTo>
                    <a:pt x="12509" y="64018"/>
                    <a:pt x="12209" y="49575"/>
                    <a:pt x="11342" y="40168"/>
                  </a:cubicBezTo>
                  <a:cubicBezTo>
                    <a:pt x="11041" y="36899"/>
                    <a:pt x="11442" y="32162"/>
                    <a:pt x="11375" y="27192"/>
                  </a:cubicBezTo>
                  <a:cubicBezTo>
                    <a:pt x="11308" y="20888"/>
                    <a:pt x="11442" y="14016"/>
                    <a:pt x="11642" y="8645"/>
                  </a:cubicBezTo>
                  <a:cubicBezTo>
                    <a:pt x="11642" y="7745"/>
                    <a:pt x="11675" y="6877"/>
                    <a:pt x="11709" y="6044"/>
                  </a:cubicBezTo>
                  <a:cubicBezTo>
                    <a:pt x="11831" y="2687"/>
                    <a:pt x="9106" y="1"/>
                    <a:pt x="58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49"/>
            <p:cNvSpPr/>
            <p:nvPr/>
          </p:nvSpPr>
          <p:spPr>
            <a:xfrm flipH="1">
              <a:off x="2922745" y="3084197"/>
              <a:ext cx="258415" cy="261602"/>
            </a:xfrm>
            <a:custGeom>
              <a:avLst/>
              <a:gdLst/>
              <a:ahLst/>
              <a:cxnLst/>
              <a:rect l="l" t="t" r="r" b="b"/>
              <a:pathLst>
                <a:path w="8840" h="8949" extrusionOk="0">
                  <a:moveTo>
                    <a:pt x="4229" y="0"/>
                  </a:moveTo>
                  <a:cubicBezTo>
                    <a:pt x="3965" y="0"/>
                    <a:pt x="3700" y="30"/>
                    <a:pt x="3436" y="93"/>
                  </a:cubicBezTo>
                  <a:cubicBezTo>
                    <a:pt x="1301" y="560"/>
                    <a:pt x="0" y="2928"/>
                    <a:pt x="567" y="5364"/>
                  </a:cubicBezTo>
                  <a:cubicBezTo>
                    <a:pt x="1038" y="7480"/>
                    <a:pt x="2777" y="8948"/>
                    <a:pt x="4667" y="8948"/>
                  </a:cubicBezTo>
                  <a:cubicBezTo>
                    <a:pt x="4922" y="8948"/>
                    <a:pt x="5180" y="8922"/>
                    <a:pt x="5437" y="8866"/>
                  </a:cubicBezTo>
                  <a:cubicBezTo>
                    <a:pt x="7572" y="8399"/>
                    <a:pt x="8840" y="6031"/>
                    <a:pt x="8306" y="3596"/>
                  </a:cubicBezTo>
                  <a:cubicBezTo>
                    <a:pt x="7810" y="1466"/>
                    <a:pt x="6065" y="0"/>
                    <a:pt x="42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49"/>
            <p:cNvSpPr/>
            <p:nvPr/>
          </p:nvSpPr>
          <p:spPr>
            <a:xfrm flipH="1">
              <a:off x="2958818" y="2074740"/>
              <a:ext cx="153120" cy="425187"/>
            </a:xfrm>
            <a:custGeom>
              <a:avLst/>
              <a:gdLst/>
              <a:ahLst/>
              <a:cxnLst/>
              <a:rect l="l" t="t" r="r" b="b"/>
              <a:pathLst>
                <a:path w="5238" h="14545" extrusionOk="0">
                  <a:moveTo>
                    <a:pt x="568" y="0"/>
                  </a:moveTo>
                  <a:cubicBezTo>
                    <a:pt x="1" y="3369"/>
                    <a:pt x="2269" y="9540"/>
                    <a:pt x="4904" y="14544"/>
                  </a:cubicBezTo>
                  <a:cubicBezTo>
                    <a:pt x="4937" y="12409"/>
                    <a:pt x="5004" y="10374"/>
                    <a:pt x="5038" y="8506"/>
                  </a:cubicBezTo>
                  <a:cubicBezTo>
                    <a:pt x="5071" y="7606"/>
                    <a:pt x="5104" y="6705"/>
                    <a:pt x="5138" y="5905"/>
                  </a:cubicBezTo>
                  <a:cubicBezTo>
                    <a:pt x="5238" y="3103"/>
                    <a:pt x="3303" y="601"/>
                    <a:pt x="5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49"/>
            <p:cNvSpPr/>
            <p:nvPr/>
          </p:nvSpPr>
          <p:spPr>
            <a:xfrm flipH="1">
              <a:off x="2739399" y="1810595"/>
              <a:ext cx="546092" cy="481079"/>
            </a:xfrm>
            <a:custGeom>
              <a:avLst/>
              <a:gdLst/>
              <a:ahLst/>
              <a:cxnLst/>
              <a:rect l="l" t="t" r="r" b="b"/>
              <a:pathLst>
                <a:path w="18681" h="16457" extrusionOk="0">
                  <a:moveTo>
                    <a:pt x="9331" y="1"/>
                  </a:moveTo>
                  <a:cubicBezTo>
                    <a:pt x="8278" y="1"/>
                    <a:pt x="7206" y="203"/>
                    <a:pt x="6171" y="630"/>
                  </a:cubicBezTo>
                  <a:cubicBezTo>
                    <a:pt x="2001" y="2398"/>
                    <a:pt x="0" y="7202"/>
                    <a:pt x="1768" y="11405"/>
                  </a:cubicBezTo>
                  <a:cubicBezTo>
                    <a:pt x="3071" y="14561"/>
                    <a:pt x="6122" y="16457"/>
                    <a:pt x="9327" y="16457"/>
                  </a:cubicBezTo>
                  <a:cubicBezTo>
                    <a:pt x="10391" y="16457"/>
                    <a:pt x="11470" y="16248"/>
                    <a:pt x="12509" y="15808"/>
                  </a:cubicBezTo>
                  <a:cubicBezTo>
                    <a:pt x="16712" y="14073"/>
                    <a:pt x="18680" y="9270"/>
                    <a:pt x="16945" y="5067"/>
                  </a:cubicBezTo>
                  <a:cubicBezTo>
                    <a:pt x="15613" y="1899"/>
                    <a:pt x="12556" y="1"/>
                    <a:pt x="93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49"/>
            <p:cNvSpPr/>
            <p:nvPr/>
          </p:nvSpPr>
          <p:spPr>
            <a:xfrm flipH="1">
              <a:off x="2438099" y="2961654"/>
              <a:ext cx="273061" cy="257363"/>
            </a:xfrm>
            <a:custGeom>
              <a:avLst/>
              <a:gdLst/>
              <a:ahLst/>
              <a:cxnLst/>
              <a:rect l="l" t="t" r="r" b="b"/>
              <a:pathLst>
                <a:path w="9341" h="8804" extrusionOk="0">
                  <a:moveTo>
                    <a:pt x="4240" y="1"/>
                  </a:moveTo>
                  <a:cubicBezTo>
                    <a:pt x="3666" y="1"/>
                    <a:pt x="3096" y="134"/>
                    <a:pt x="2569" y="416"/>
                  </a:cubicBezTo>
                  <a:cubicBezTo>
                    <a:pt x="634" y="1450"/>
                    <a:pt x="0" y="4052"/>
                    <a:pt x="1168" y="6253"/>
                  </a:cubicBezTo>
                  <a:cubicBezTo>
                    <a:pt x="2017" y="7855"/>
                    <a:pt x="3572" y="8803"/>
                    <a:pt x="5115" y="8803"/>
                  </a:cubicBezTo>
                  <a:cubicBezTo>
                    <a:pt x="5693" y="8803"/>
                    <a:pt x="6269" y="8670"/>
                    <a:pt x="6805" y="8388"/>
                  </a:cubicBezTo>
                  <a:cubicBezTo>
                    <a:pt x="8740" y="7354"/>
                    <a:pt x="9340" y="4752"/>
                    <a:pt x="8206" y="2551"/>
                  </a:cubicBezTo>
                  <a:cubicBezTo>
                    <a:pt x="7333" y="949"/>
                    <a:pt x="5771" y="1"/>
                    <a:pt x="42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49"/>
            <p:cNvSpPr/>
            <p:nvPr/>
          </p:nvSpPr>
          <p:spPr>
            <a:xfrm flipH="1">
              <a:off x="1971022" y="2010516"/>
              <a:ext cx="1065817" cy="1851031"/>
            </a:xfrm>
            <a:custGeom>
              <a:avLst/>
              <a:gdLst/>
              <a:ahLst/>
              <a:cxnLst/>
              <a:rect l="l" t="t" r="r" b="b"/>
              <a:pathLst>
                <a:path w="36460" h="63321" extrusionOk="0">
                  <a:moveTo>
                    <a:pt x="6584" y="1"/>
                  </a:moveTo>
                  <a:cubicBezTo>
                    <a:pt x="6095" y="1"/>
                    <a:pt x="5599" y="64"/>
                    <a:pt x="5104" y="196"/>
                  </a:cubicBezTo>
                  <a:cubicBezTo>
                    <a:pt x="1801" y="1030"/>
                    <a:pt x="0" y="4599"/>
                    <a:pt x="1234" y="7768"/>
                  </a:cubicBezTo>
                  <a:cubicBezTo>
                    <a:pt x="4603" y="16508"/>
                    <a:pt x="10875" y="32386"/>
                    <a:pt x="14144" y="38790"/>
                  </a:cubicBezTo>
                  <a:cubicBezTo>
                    <a:pt x="17946" y="46329"/>
                    <a:pt x="26252" y="57203"/>
                    <a:pt x="30022" y="62040"/>
                  </a:cubicBezTo>
                  <a:cubicBezTo>
                    <a:pt x="30670" y="62871"/>
                    <a:pt x="31664" y="63321"/>
                    <a:pt x="32665" y="63321"/>
                  </a:cubicBezTo>
                  <a:cubicBezTo>
                    <a:pt x="33312" y="63321"/>
                    <a:pt x="33962" y="63133"/>
                    <a:pt x="34525" y="62741"/>
                  </a:cubicBezTo>
                  <a:cubicBezTo>
                    <a:pt x="36026" y="61740"/>
                    <a:pt x="36459" y="59705"/>
                    <a:pt x="35492" y="58171"/>
                  </a:cubicBezTo>
                  <a:cubicBezTo>
                    <a:pt x="32657" y="53601"/>
                    <a:pt x="26953" y="44227"/>
                    <a:pt x="23484" y="37122"/>
                  </a:cubicBezTo>
                  <a:cubicBezTo>
                    <a:pt x="19581" y="29083"/>
                    <a:pt x="14544" y="12605"/>
                    <a:pt x="12042" y="4099"/>
                  </a:cubicBezTo>
                  <a:cubicBezTo>
                    <a:pt x="11318" y="1619"/>
                    <a:pt x="9058" y="1"/>
                    <a:pt x="65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49"/>
            <p:cNvSpPr/>
            <p:nvPr/>
          </p:nvSpPr>
          <p:spPr>
            <a:xfrm flipH="1">
              <a:off x="2325963" y="2919735"/>
              <a:ext cx="273061" cy="256924"/>
            </a:xfrm>
            <a:custGeom>
              <a:avLst/>
              <a:gdLst/>
              <a:ahLst/>
              <a:cxnLst/>
              <a:rect l="l" t="t" r="r" b="b"/>
              <a:pathLst>
                <a:path w="9341" h="8789" extrusionOk="0">
                  <a:moveTo>
                    <a:pt x="4244" y="0"/>
                  </a:moveTo>
                  <a:cubicBezTo>
                    <a:pt x="3668" y="0"/>
                    <a:pt x="3096" y="133"/>
                    <a:pt x="2569" y="415"/>
                  </a:cubicBezTo>
                  <a:cubicBezTo>
                    <a:pt x="634" y="1449"/>
                    <a:pt x="0" y="4051"/>
                    <a:pt x="1168" y="6253"/>
                  </a:cubicBezTo>
                  <a:cubicBezTo>
                    <a:pt x="2019" y="7857"/>
                    <a:pt x="3578" y="8788"/>
                    <a:pt x="5110" y="8788"/>
                  </a:cubicBezTo>
                  <a:cubicBezTo>
                    <a:pt x="5680" y="8788"/>
                    <a:pt x="6247" y="8659"/>
                    <a:pt x="6772" y="8388"/>
                  </a:cubicBezTo>
                  <a:cubicBezTo>
                    <a:pt x="8740" y="7354"/>
                    <a:pt x="9340" y="4752"/>
                    <a:pt x="8173" y="2550"/>
                  </a:cubicBezTo>
                  <a:cubicBezTo>
                    <a:pt x="7348" y="949"/>
                    <a:pt x="5782" y="0"/>
                    <a:pt x="42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49"/>
            <p:cNvSpPr/>
            <p:nvPr/>
          </p:nvSpPr>
          <p:spPr>
            <a:xfrm flipH="1">
              <a:off x="2764772" y="1089722"/>
              <a:ext cx="667963" cy="938685"/>
            </a:xfrm>
            <a:custGeom>
              <a:avLst/>
              <a:gdLst/>
              <a:ahLst/>
              <a:cxnLst/>
              <a:rect l="l" t="t" r="r" b="b"/>
              <a:pathLst>
                <a:path w="22850" h="32111" extrusionOk="0">
                  <a:moveTo>
                    <a:pt x="16224" y="1"/>
                  </a:moveTo>
                  <a:cubicBezTo>
                    <a:pt x="16164" y="1"/>
                    <a:pt x="16105" y="2"/>
                    <a:pt x="16045" y="6"/>
                  </a:cubicBezTo>
                  <a:cubicBezTo>
                    <a:pt x="15678" y="6"/>
                    <a:pt x="15278" y="39"/>
                    <a:pt x="14877" y="39"/>
                  </a:cubicBezTo>
                  <a:cubicBezTo>
                    <a:pt x="14377" y="72"/>
                    <a:pt x="13877" y="139"/>
                    <a:pt x="13376" y="172"/>
                  </a:cubicBezTo>
                  <a:cubicBezTo>
                    <a:pt x="10774" y="473"/>
                    <a:pt x="8173" y="873"/>
                    <a:pt x="5604" y="1473"/>
                  </a:cubicBezTo>
                  <a:cubicBezTo>
                    <a:pt x="5304" y="1540"/>
                    <a:pt x="4970" y="1640"/>
                    <a:pt x="4670" y="1707"/>
                  </a:cubicBezTo>
                  <a:cubicBezTo>
                    <a:pt x="4303" y="1840"/>
                    <a:pt x="3936" y="1940"/>
                    <a:pt x="3603" y="2074"/>
                  </a:cubicBezTo>
                  <a:cubicBezTo>
                    <a:pt x="1601" y="2741"/>
                    <a:pt x="234" y="4542"/>
                    <a:pt x="167" y="6644"/>
                  </a:cubicBezTo>
                  <a:cubicBezTo>
                    <a:pt x="0" y="10546"/>
                    <a:pt x="300" y="17818"/>
                    <a:pt x="3403" y="27725"/>
                  </a:cubicBezTo>
                  <a:cubicBezTo>
                    <a:pt x="4204" y="30367"/>
                    <a:pt x="6642" y="32110"/>
                    <a:pt x="9332" y="32110"/>
                  </a:cubicBezTo>
                  <a:cubicBezTo>
                    <a:pt x="9665" y="32110"/>
                    <a:pt x="10002" y="32084"/>
                    <a:pt x="10341" y="32028"/>
                  </a:cubicBezTo>
                  <a:lnTo>
                    <a:pt x="17046" y="30928"/>
                  </a:lnTo>
                  <a:cubicBezTo>
                    <a:pt x="20548" y="30361"/>
                    <a:pt x="22850" y="26992"/>
                    <a:pt x="22116" y="23522"/>
                  </a:cubicBezTo>
                  <a:cubicBezTo>
                    <a:pt x="21816" y="22188"/>
                    <a:pt x="21515" y="20687"/>
                    <a:pt x="21249" y="19086"/>
                  </a:cubicBezTo>
                  <a:cubicBezTo>
                    <a:pt x="20815" y="16818"/>
                    <a:pt x="20415" y="14182"/>
                    <a:pt x="20114" y="11581"/>
                  </a:cubicBezTo>
                  <a:cubicBezTo>
                    <a:pt x="19814" y="8945"/>
                    <a:pt x="19614" y="6177"/>
                    <a:pt x="19581" y="3341"/>
                  </a:cubicBezTo>
                  <a:cubicBezTo>
                    <a:pt x="19581" y="1499"/>
                    <a:pt x="18077" y="1"/>
                    <a:pt x="162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49"/>
            <p:cNvSpPr/>
            <p:nvPr/>
          </p:nvSpPr>
          <p:spPr>
            <a:xfrm flipH="1">
              <a:off x="2838877" y="1244917"/>
              <a:ext cx="118976" cy="230147"/>
            </a:xfrm>
            <a:custGeom>
              <a:avLst/>
              <a:gdLst/>
              <a:ahLst/>
              <a:cxnLst/>
              <a:rect l="l" t="t" r="r" b="b"/>
              <a:pathLst>
                <a:path w="4070" h="7873" extrusionOk="0">
                  <a:moveTo>
                    <a:pt x="3402" y="0"/>
                  </a:moveTo>
                  <a:lnTo>
                    <a:pt x="0" y="601"/>
                  </a:lnTo>
                  <a:cubicBezTo>
                    <a:pt x="600" y="3369"/>
                    <a:pt x="2035" y="5871"/>
                    <a:pt x="4070" y="7873"/>
                  </a:cubicBezTo>
                  <a:cubicBezTo>
                    <a:pt x="4003" y="7339"/>
                    <a:pt x="3936" y="6805"/>
                    <a:pt x="3869" y="6272"/>
                  </a:cubicBezTo>
                  <a:cubicBezTo>
                    <a:pt x="3636" y="4237"/>
                    <a:pt x="3469" y="2135"/>
                    <a:pt x="34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49"/>
            <p:cNvSpPr/>
            <p:nvPr/>
          </p:nvSpPr>
          <p:spPr>
            <a:xfrm flipH="1">
              <a:off x="3015704" y="813796"/>
              <a:ext cx="262011" cy="210766"/>
            </a:xfrm>
            <a:custGeom>
              <a:avLst/>
              <a:gdLst/>
              <a:ahLst/>
              <a:cxnLst/>
              <a:rect l="l" t="t" r="r" b="b"/>
              <a:pathLst>
                <a:path w="8963" h="7210" extrusionOk="0">
                  <a:moveTo>
                    <a:pt x="4969" y="264"/>
                  </a:moveTo>
                  <a:cubicBezTo>
                    <a:pt x="6322" y="264"/>
                    <a:pt x="7588" y="1083"/>
                    <a:pt x="8107" y="2406"/>
                  </a:cubicBezTo>
                  <a:cubicBezTo>
                    <a:pt x="8962" y="4725"/>
                    <a:pt x="7168" y="6952"/>
                    <a:pt x="4993" y="6952"/>
                  </a:cubicBezTo>
                  <a:cubicBezTo>
                    <a:pt x="4540" y="6952"/>
                    <a:pt x="4070" y="6855"/>
                    <a:pt x="3603" y="6643"/>
                  </a:cubicBezTo>
                  <a:cubicBezTo>
                    <a:pt x="902" y="5408"/>
                    <a:pt x="1002" y="1539"/>
                    <a:pt x="3804" y="471"/>
                  </a:cubicBezTo>
                  <a:cubicBezTo>
                    <a:pt x="4189" y="331"/>
                    <a:pt x="4582" y="264"/>
                    <a:pt x="4969" y="264"/>
                  </a:cubicBezTo>
                  <a:close/>
                  <a:moveTo>
                    <a:pt x="5019" y="0"/>
                  </a:moveTo>
                  <a:cubicBezTo>
                    <a:pt x="4595" y="0"/>
                    <a:pt x="4162" y="76"/>
                    <a:pt x="3737" y="238"/>
                  </a:cubicBezTo>
                  <a:cubicBezTo>
                    <a:pt x="1" y="1672"/>
                    <a:pt x="1035" y="7210"/>
                    <a:pt x="5004" y="7210"/>
                  </a:cubicBezTo>
                  <a:cubicBezTo>
                    <a:pt x="7273" y="7210"/>
                    <a:pt x="8941" y="5141"/>
                    <a:pt x="8540" y="2940"/>
                  </a:cubicBezTo>
                  <a:cubicBezTo>
                    <a:pt x="8221" y="1183"/>
                    <a:pt x="6691" y="0"/>
                    <a:pt x="50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49"/>
            <p:cNvSpPr/>
            <p:nvPr/>
          </p:nvSpPr>
          <p:spPr>
            <a:xfrm flipH="1">
              <a:off x="3050549" y="783950"/>
              <a:ext cx="248593" cy="211380"/>
            </a:xfrm>
            <a:custGeom>
              <a:avLst/>
              <a:gdLst/>
              <a:ahLst/>
              <a:cxnLst/>
              <a:rect l="l" t="t" r="r" b="b"/>
              <a:pathLst>
                <a:path w="8504" h="7231" extrusionOk="0">
                  <a:moveTo>
                    <a:pt x="4591" y="279"/>
                  </a:moveTo>
                  <a:cubicBezTo>
                    <a:pt x="5171" y="279"/>
                    <a:pt x="5752" y="442"/>
                    <a:pt x="6271" y="759"/>
                  </a:cubicBezTo>
                  <a:cubicBezTo>
                    <a:pt x="7839" y="1693"/>
                    <a:pt x="8373" y="3761"/>
                    <a:pt x="7405" y="5329"/>
                  </a:cubicBezTo>
                  <a:cubicBezTo>
                    <a:pt x="6788" y="6387"/>
                    <a:pt x="5689" y="6964"/>
                    <a:pt x="4563" y="6964"/>
                  </a:cubicBezTo>
                  <a:cubicBezTo>
                    <a:pt x="3985" y="6964"/>
                    <a:pt x="3400" y="6813"/>
                    <a:pt x="2869" y="6496"/>
                  </a:cubicBezTo>
                  <a:cubicBezTo>
                    <a:pt x="334" y="4962"/>
                    <a:pt x="867" y="1126"/>
                    <a:pt x="3736" y="392"/>
                  </a:cubicBezTo>
                  <a:lnTo>
                    <a:pt x="3769" y="392"/>
                  </a:lnTo>
                  <a:cubicBezTo>
                    <a:pt x="4039" y="316"/>
                    <a:pt x="4315" y="279"/>
                    <a:pt x="4591" y="279"/>
                  </a:cubicBezTo>
                  <a:close/>
                  <a:moveTo>
                    <a:pt x="4636" y="0"/>
                  </a:moveTo>
                  <a:cubicBezTo>
                    <a:pt x="4328" y="0"/>
                    <a:pt x="4015" y="41"/>
                    <a:pt x="3703" y="125"/>
                  </a:cubicBezTo>
                  <a:cubicBezTo>
                    <a:pt x="600" y="925"/>
                    <a:pt x="0" y="5062"/>
                    <a:pt x="2735" y="6730"/>
                  </a:cubicBezTo>
                  <a:cubicBezTo>
                    <a:pt x="3269" y="7063"/>
                    <a:pt x="3936" y="7230"/>
                    <a:pt x="4570" y="7230"/>
                  </a:cubicBezTo>
                  <a:lnTo>
                    <a:pt x="4603" y="7230"/>
                  </a:lnTo>
                  <a:cubicBezTo>
                    <a:pt x="4622" y="7230"/>
                    <a:pt x="4640" y="7230"/>
                    <a:pt x="4659" y="7230"/>
                  </a:cubicBezTo>
                  <a:cubicBezTo>
                    <a:pt x="6801" y="7230"/>
                    <a:pt x="8504" y="5310"/>
                    <a:pt x="8206" y="3160"/>
                  </a:cubicBezTo>
                  <a:cubicBezTo>
                    <a:pt x="7979" y="1314"/>
                    <a:pt x="6398" y="0"/>
                    <a:pt x="46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49"/>
            <p:cNvSpPr/>
            <p:nvPr/>
          </p:nvSpPr>
          <p:spPr>
            <a:xfrm flipH="1">
              <a:off x="3034647" y="637086"/>
              <a:ext cx="276218" cy="210006"/>
            </a:xfrm>
            <a:custGeom>
              <a:avLst/>
              <a:gdLst/>
              <a:ahLst/>
              <a:cxnLst/>
              <a:rect l="l" t="t" r="r" b="b"/>
              <a:pathLst>
                <a:path w="9449" h="7184" extrusionOk="0">
                  <a:moveTo>
                    <a:pt x="4985" y="204"/>
                  </a:moveTo>
                  <a:cubicBezTo>
                    <a:pt x="7466" y="204"/>
                    <a:pt x="9221" y="3003"/>
                    <a:pt x="7840" y="5316"/>
                  </a:cubicBezTo>
                  <a:cubicBezTo>
                    <a:pt x="7373" y="6083"/>
                    <a:pt x="6639" y="6650"/>
                    <a:pt x="5772" y="6850"/>
                  </a:cubicBezTo>
                  <a:cubicBezTo>
                    <a:pt x="5491" y="6923"/>
                    <a:pt x="5210" y="6957"/>
                    <a:pt x="4933" y="6957"/>
                  </a:cubicBezTo>
                  <a:cubicBezTo>
                    <a:pt x="3432" y="6957"/>
                    <a:pt x="2063" y="5936"/>
                    <a:pt x="1669" y="4415"/>
                  </a:cubicBezTo>
                  <a:cubicBezTo>
                    <a:pt x="1202" y="2614"/>
                    <a:pt x="2302" y="779"/>
                    <a:pt x="4104" y="345"/>
                  </a:cubicBezTo>
                  <a:lnTo>
                    <a:pt x="4137" y="312"/>
                  </a:lnTo>
                  <a:cubicBezTo>
                    <a:pt x="4427" y="239"/>
                    <a:pt x="4710" y="204"/>
                    <a:pt x="4985" y="204"/>
                  </a:cubicBezTo>
                  <a:close/>
                  <a:moveTo>
                    <a:pt x="4962" y="0"/>
                  </a:moveTo>
                  <a:cubicBezTo>
                    <a:pt x="4673" y="0"/>
                    <a:pt x="4375" y="36"/>
                    <a:pt x="4070" y="112"/>
                  </a:cubicBezTo>
                  <a:cubicBezTo>
                    <a:pt x="1" y="1179"/>
                    <a:pt x="735" y="7150"/>
                    <a:pt x="4938" y="7184"/>
                  </a:cubicBezTo>
                  <a:cubicBezTo>
                    <a:pt x="5238" y="7184"/>
                    <a:pt x="5505" y="7117"/>
                    <a:pt x="5805" y="7050"/>
                  </a:cubicBezTo>
                  <a:cubicBezTo>
                    <a:pt x="6739" y="6817"/>
                    <a:pt x="7506" y="6250"/>
                    <a:pt x="8006" y="5416"/>
                  </a:cubicBezTo>
                  <a:cubicBezTo>
                    <a:pt x="9449" y="2952"/>
                    <a:pt x="7589" y="0"/>
                    <a:pt x="49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49"/>
            <p:cNvSpPr/>
            <p:nvPr/>
          </p:nvSpPr>
          <p:spPr>
            <a:xfrm flipH="1">
              <a:off x="3089925" y="605164"/>
              <a:ext cx="269699" cy="209743"/>
            </a:xfrm>
            <a:custGeom>
              <a:avLst/>
              <a:gdLst/>
              <a:ahLst/>
              <a:cxnLst/>
              <a:rect l="l" t="t" r="r" b="b"/>
              <a:pathLst>
                <a:path w="9226" h="7175" extrusionOk="0">
                  <a:moveTo>
                    <a:pt x="4960" y="204"/>
                  </a:moveTo>
                  <a:cubicBezTo>
                    <a:pt x="7455" y="204"/>
                    <a:pt x="9226" y="2987"/>
                    <a:pt x="7840" y="5307"/>
                  </a:cubicBezTo>
                  <a:cubicBezTo>
                    <a:pt x="7373" y="6074"/>
                    <a:pt x="6639" y="6641"/>
                    <a:pt x="5772" y="6841"/>
                  </a:cubicBezTo>
                  <a:cubicBezTo>
                    <a:pt x="5491" y="6914"/>
                    <a:pt x="5210" y="6949"/>
                    <a:pt x="4933" y="6949"/>
                  </a:cubicBezTo>
                  <a:cubicBezTo>
                    <a:pt x="3432" y="6949"/>
                    <a:pt x="2063" y="5927"/>
                    <a:pt x="1669" y="4406"/>
                  </a:cubicBezTo>
                  <a:cubicBezTo>
                    <a:pt x="1235" y="2605"/>
                    <a:pt x="2303" y="804"/>
                    <a:pt x="4104" y="337"/>
                  </a:cubicBezTo>
                  <a:lnTo>
                    <a:pt x="4137" y="303"/>
                  </a:lnTo>
                  <a:cubicBezTo>
                    <a:pt x="4418" y="236"/>
                    <a:pt x="4693" y="204"/>
                    <a:pt x="4960" y="204"/>
                  </a:cubicBezTo>
                  <a:close/>
                  <a:moveTo>
                    <a:pt x="4918" y="0"/>
                  </a:moveTo>
                  <a:cubicBezTo>
                    <a:pt x="4638" y="0"/>
                    <a:pt x="4354" y="34"/>
                    <a:pt x="4070" y="103"/>
                  </a:cubicBezTo>
                  <a:cubicBezTo>
                    <a:pt x="1" y="1171"/>
                    <a:pt x="735" y="7141"/>
                    <a:pt x="4938" y="7175"/>
                  </a:cubicBezTo>
                  <a:cubicBezTo>
                    <a:pt x="5238" y="7175"/>
                    <a:pt x="5505" y="7141"/>
                    <a:pt x="5805" y="7075"/>
                  </a:cubicBezTo>
                  <a:cubicBezTo>
                    <a:pt x="7740" y="6574"/>
                    <a:pt x="8874" y="4640"/>
                    <a:pt x="8407" y="2705"/>
                  </a:cubicBezTo>
                  <a:cubicBezTo>
                    <a:pt x="7981" y="1087"/>
                    <a:pt x="6516" y="0"/>
                    <a:pt x="49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49"/>
            <p:cNvSpPr/>
            <p:nvPr/>
          </p:nvSpPr>
          <p:spPr>
            <a:xfrm flipH="1">
              <a:off x="3027076" y="594932"/>
              <a:ext cx="369586" cy="328193"/>
            </a:xfrm>
            <a:custGeom>
              <a:avLst/>
              <a:gdLst/>
              <a:ahLst/>
              <a:cxnLst/>
              <a:rect l="l" t="t" r="r" b="b"/>
              <a:pathLst>
                <a:path w="12643" h="11227" extrusionOk="0">
                  <a:moveTo>
                    <a:pt x="6289" y="1"/>
                  </a:moveTo>
                  <a:cubicBezTo>
                    <a:pt x="5638" y="1"/>
                    <a:pt x="4978" y="114"/>
                    <a:pt x="4337" y="353"/>
                  </a:cubicBezTo>
                  <a:cubicBezTo>
                    <a:pt x="1435" y="1454"/>
                    <a:pt x="0" y="4689"/>
                    <a:pt x="1101" y="7592"/>
                  </a:cubicBezTo>
                  <a:cubicBezTo>
                    <a:pt x="1954" y="9839"/>
                    <a:pt x="4087" y="11226"/>
                    <a:pt x="6338" y="11226"/>
                  </a:cubicBezTo>
                  <a:cubicBezTo>
                    <a:pt x="6994" y="11226"/>
                    <a:pt x="7659" y="11109"/>
                    <a:pt x="8306" y="10861"/>
                  </a:cubicBezTo>
                  <a:cubicBezTo>
                    <a:pt x="11208" y="9760"/>
                    <a:pt x="12643" y="6524"/>
                    <a:pt x="11542" y="3622"/>
                  </a:cubicBezTo>
                  <a:cubicBezTo>
                    <a:pt x="10687" y="1369"/>
                    <a:pt x="8546" y="1"/>
                    <a:pt x="62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49"/>
            <p:cNvSpPr/>
            <p:nvPr/>
          </p:nvSpPr>
          <p:spPr>
            <a:xfrm flipH="1">
              <a:off x="3040727" y="844139"/>
              <a:ext cx="237953" cy="392037"/>
            </a:xfrm>
            <a:custGeom>
              <a:avLst/>
              <a:gdLst/>
              <a:ahLst/>
              <a:cxnLst/>
              <a:rect l="l" t="t" r="r" b="b"/>
              <a:pathLst>
                <a:path w="8140" h="13411" extrusionOk="0">
                  <a:moveTo>
                    <a:pt x="5938" y="1"/>
                  </a:moveTo>
                  <a:lnTo>
                    <a:pt x="1802" y="4837"/>
                  </a:lnTo>
                  <a:cubicBezTo>
                    <a:pt x="2636" y="6705"/>
                    <a:pt x="3036" y="8773"/>
                    <a:pt x="367" y="9908"/>
                  </a:cubicBezTo>
                  <a:cubicBezTo>
                    <a:pt x="1" y="10808"/>
                    <a:pt x="2169" y="13410"/>
                    <a:pt x="2169" y="13410"/>
                  </a:cubicBezTo>
                  <a:cubicBezTo>
                    <a:pt x="2169" y="13410"/>
                    <a:pt x="7072" y="10141"/>
                    <a:pt x="8140" y="8607"/>
                  </a:cubicBezTo>
                  <a:cubicBezTo>
                    <a:pt x="6105" y="7239"/>
                    <a:pt x="5838" y="2569"/>
                    <a:pt x="59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49"/>
            <p:cNvSpPr/>
            <p:nvPr/>
          </p:nvSpPr>
          <p:spPr>
            <a:xfrm flipH="1">
              <a:off x="3145058" y="900704"/>
              <a:ext cx="80974" cy="123858"/>
            </a:xfrm>
            <a:custGeom>
              <a:avLst/>
              <a:gdLst/>
              <a:ahLst/>
              <a:cxnLst/>
              <a:rect l="l" t="t" r="r" b="b"/>
              <a:pathLst>
                <a:path w="2770" h="4237" extrusionOk="0">
                  <a:moveTo>
                    <a:pt x="2436" y="0"/>
                  </a:moveTo>
                  <a:lnTo>
                    <a:pt x="1" y="2902"/>
                  </a:lnTo>
                  <a:cubicBezTo>
                    <a:pt x="201" y="3336"/>
                    <a:pt x="334" y="3770"/>
                    <a:pt x="468" y="4237"/>
                  </a:cubicBezTo>
                  <a:cubicBezTo>
                    <a:pt x="1502" y="3903"/>
                    <a:pt x="2769" y="2502"/>
                    <a:pt x="2703" y="1368"/>
                  </a:cubicBezTo>
                  <a:cubicBezTo>
                    <a:pt x="2703" y="901"/>
                    <a:pt x="2603" y="434"/>
                    <a:pt x="24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49"/>
            <p:cNvSpPr/>
            <p:nvPr/>
          </p:nvSpPr>
          <p:spPr>
            <a:xfrm flipH="1">
              <a:off x="3094340" y="606450"/>
              <a:ext cx="320856" cy="397124"/>
            </a:xfrm>
            <a:custGeom>
              <a:avLst/>
              <a:gdLst/>
              <a:ahLst/>
              <a:cxnLst/>
              <a:rect l="l" t="t" r="r" b="b"/>
              <a:pathLst>
                <a:path w="10976" h="13585" extrusionOk="0">
                  <a:moveTo>
                    <a:pt x="5583" y="1"/>
                  </a:moveTo>
                  <a:cubicBezTo>
                    <a:pt x="4749" y="1"/>
                    <a:pt x="3894" y="228"/>
                    <a:pt x="3103" y="726"/>
                  </a:cubicBezTo>
                  <a:cubicBezTo>
                    <a:pt x="1" y="2594"/>
                    <a:pt x="367" y="7731"/>
                    <a:pt x="1602" y="10633"/>
                  </a:cubicBezTo>
                  <a:cubicBezTo>
                    <a:pt x="2387" y="12510"/>
                    <a:pt x="4184" y="13584"/>
                    <a:pt x="5976" y="13584"/>
                  </a:cubicBezTo>
                  <a:cubicBezTo>
                    <a:pt x="7305" y="13584"/>
                    <a:pt x="8632" y="12993"/>
                    <a:pt x="9541" y="11701"/>
                  </a:cubicBezTo>
                  <a:cubicBezTo>
                    <a:pt x="10975" y="9699"/>
                    <a:pt x="10608" y="7698"/>
                    <a:pt x="10241" y="4295"/>
                  </a:cubicBezTo>
                  <a:cubicBezTo>
                    <a:pt x="10021" y="1726"/>
                    <a:pt x="7880" y="1"/>
                    <a:pt x="55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49"/>
            <p:cNvSpPr/>
            <p:nvPr/>
          </p:nvSpPr>
          <p:spPr>
            <a:xfrm flipH="1">
              <a:off x="2504399" y="1123953"/>
              <a:ext cx="489557" cy="828449"/>
            </a:xfrm>
            <a:custGeom>
              <a:avLst/>
              <a:gdLst/>
              <a:ahLst/>
              <a:cxnLst/>
              <a:rect l="l" t="t" r="r" b="b"/>
              <a:pathLst>
                <a:path w="16747" h="28340" extrusionOk="0">
                  <a:moveTo>
                    <a:pt x="2981" y="0"/>
                  </a:moveTo>
                  <a:cubicBezTo>
                    <a:pt x="2192" y="0"/>
                    <a:pt x="1409" y="352"/>
                    <a:pt x="901" y="1036"/>
                  </a:cubicBezTo>
                  <a:cubicBezTo>
                    <a:pt x="1" y="2170"/>
                    <a:pt x="234" y="3838"/>
                    <a:pt x="1368" y="4705"/>
                  </a:cubicBezTo>
                  <a:lnTo>
                    <a:pt x="1435" y="4772"/>
                  </a:lnTo>
                  <a:lnTo>
                    <a:pt x="2769" y="5840"/>
                  </a:lnTo>
                  <a:cubicBezTo>
                    <a:pt x="3203" y="6206"/>
                    <a:pt x="3670" y="6573"/>
                    <a:pt x="4104" y="6940"/>
                  </a:cubicBezTo>
                  <a:cubicBezTo>
                    <a:pt x="4971" y="7708"/>
                    <a:pt x="5838" y="8475"/>
                    <a:pt x="6672" y="9275"/>
                  </a:cubicBezTo>
                  <a:cubicBezTo>
                    <a:pt x="7506" y="10043"/>
                    <a:pt x="8340" y="10843"/>
                    <a:pt x="9107" y="11677"/>
                  </a:cubicBezTo>
                  <a:cubicBezTo>
                    <a:pt x="9875" y="12511"/>
                    <a:pt x="10608" y="13345"/>
                    <a:pt x="11276" y="14212"/>
                  </a:cubicBezTo>
                  <a:lnTo>
                    <a:pt x="11309" y="14279"/>
                  </a:lnTo>
                  <a:lnTo>
                    <a:pt x="11342" y="14312"/>
                  </a:lnTo>
                  <a:cubicBezTo>
                    <a:pt x="11342" y="14346"/>
                    <a:pt x="11376" y="14346"/>
                    <a:pt x="11409" y="14379"/>
                  </a:cubicBezTo>
                  <a:cubicBezTo>
                    <a:pt x="11442" y="14446"/>
                    <a:pt x="11476" y="14512"/>
                    <a:pt x="11509" y="14579"/>
                  </a:cubicBezTo>
                  <a:cubicBezTo>
                    <a:pt x="11609" y="14779"/>
                    <a:pt x="11676" y="14946"/>
                    <a:pt x="11776" y="15180"/>
                  </a:cubicBezTo>
                  <a:cubicBezTo>
                    <a:pt x="11943" y="15680"/>
                    <a:pt x="12076" y="16180"/>
                    <a:pt x="12176" y="16681"/>
                  </a:cubicBezTo>
                  <a:cubicBezTo>
                    <a:pt x="12410" y="17748"/>
                    <a:pt x="12610" y="18882"/>
                    <a:pt x="12777" y="20050"/>
                  </a:cubicBezTo>
                  <a:cubicBezTo>
                    <a:pt x="13110" y="22351"/>
                    <a:pt x="13344" y="24753"/>
                    <a:pt x="13544" y="27121"/>
                  </a:cubicBezTo>
                  <a:lnTo>
                    <a:pt x="13544" y="27155"/>
                  </a:lnTo>
                  <a:cubicBezTo>
                    <a:pt x="13629" y="27939"/>
                    <a:pt x="14245" y="28340"/>
                    <a:pt x="14859" y="28340"/>
                  </a:cubicBezTo>
                  <a:cubicBezTo>
                    <a:pt x="15446" y="28340"/>
                    <a:pt x="16031" y="27972"/>
                    <a:pt x="16146" y="27222"/>
                  </a:cubicBezTo>
                  <a:cubicBezTo>
                    <a:pt x="16513" y="24786"/>
                    <a:pt x="16713" y="22285"/>
                    <a:pt x="16713" y="19783"/>
                  </a:cubicBezTo>
                  <a:cubicBezTo>
                    <a:pt x="16746" y="18515"/>
                    <a:pt x="16679" y="17214"/>
                    <a:pt x="16513" y="15947"/>
                  </a:cubicBezTo>
                  <a:cubicBezTo>
                    <a:pt x="16446" y="15246"/>
                    <a:pt x="16312" y="14579"/>
                    <a:pt x="16146" y="13879"/>
                  </a:cubicBezTo>
                  <a:cubicBezTo>
                    <a:pt x="16046" y="13512"/>
                    <a:pt x="15946" y="13145"/>
                    <a:pt x="15812" y="12778"/>
                  </a:cubicBezTo>
                  <a:cubicBezTo>
                    <a:pt x="15745" y="12611"/>
                    <a:pt x="15645" y="12378"/>
                    <a:pt x="15545" y="12177"/>
                  </a:cubicBezTo>
                  <a:lnTo>
                    <a:pt x="15345" y="11844"/>
                  </a:lnTo>
                  <a:lnTo>
                    <a:pt x="15278" y="11677"/>
                  </a:lnTo>
                  <a:lnTo>
                    <a:pt x="15178" y="11577"/>
                  </a:lnTo>
                  <a:cubicBezTo>
                    <a:pt x="13811" y="9375"/>
                    <a:pt x="12176" y="7341"/>
                    <a:pt x="10308" y="5539"/>
                  </a:cubicBezTo>
                  <a:cubicBezTo>
                    <a:pt x="9441" y="4639"/>
                    <a:pt x="8507" y="3771"/>
                    <a:pt x="7540" y="2937"/>
                  </a:cubicBezTo>
                  <a:cubicBezTo>
                    <a:pt x="7073" y="2537"/>
                    <a:pt x="6606" y="2137"/>
                    <a:pt x="6105" y="1737"/>
                  </a:cubicBezTo>
                  <a:cubicBezTo>
                    <a:pt x="5605" y="1303"/>
                    <a:pt x="5138" y="969"/>
                    <a:pt x="4571" y="536"/>
                  </a:cubicBezTo>
                  <a:cubicBezTo>
                    <a:pt x="4101" y="176"/>
                    <a:pt x="3539" y="0"/>
                    <a:pt x="29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49"/>
            <p:cNvSpPr/>
            <p:nvPr/>
          </p:nvSpPr>
          <p:spPr>
            <a:xfrm flipH="1">
              <a:off x="2500511" y="1432034"/>
              <a:ext cx="98514" cy="149670"/>
            </a:xfrm>
            <a:custGeom>
              <a:avLst/>
              <a:gdLst/>
              <a:ahLst/>
              <a:cxnLst/>
              <a:rect l="l" t="t" r="r" b="b"/>
              <a:pathLst>
                <a:path w="3370" h="5120" extrusionOk="0">
                  <a:moveTo>
                    <a:pt x="870" y="1"/>
                  </a:moveTo>
                  <a:cubicBezTo>
                    <a:pt x="799" y="1"/>
                    <a:pt x="731" y="13"/>
                    <a:pt x="668" y="37"/>
                  </a:cubicBezTo>
                  <a:cubicBezTo>
                    <a:pt x="34" y="304"/>
                    <a:pt x="0" y="1638"/>
                    <a:pt x="568" y="3039"/>
                  </a:cubicBezTo>
                  <a:cubicBezTo>
                    <a:pt x="1069" y="4249"/>
                    <a:pt x="1884" y="5120"/>
                    <a:pt x="2504" y="5120"/>
                  </a:cubicBezTo>
                  <a:cubicBezTo>
                    <a:pt x="2585" y="5120"/>
                    <a:pt x="2663" y="5105"/>
                    <a:pt x="2736" y="5074"/>
                  </a:cubicBezTo>
                  <a:cubicBezTo>
                    <a:pt x="3336" y="4807"/>
                    <a:pt x="3370" y="3473"/>
                    <a:pt x="2802" y="2105"/>
                  </a:cubicBezTo>
                  <a:cubicBezTo>
                    <a:pt x="2296" y="853"/>
                    <a:pt x="1469" y="1"/>
                    <a:pt x="8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49"/>
            <p:cNvSpPr/>
            <p:nvPr/>
          </p:nvSpPr>
          <p:spPr>
            <a:xfrm flipH="1">
              <a:off x="2504399" y="1880227"/>
              <a:ext cx="132657" cy="109710"/>
            </a:xfrm>
            <a:custGeom>
              <a:avLst/>
              <a:gdLst/>
              <a:ahLst/>
              <a:cxnLst/>
              <a:rect l="l" t="t" r="r" b="b"/>
              <a:pathLst>
                <a:path w="4538" h="3753" extrusionOk="0">
                  <a:moveTo>
                    <a:pt x="2671" y="1"/>
                  </a:moveTo>
                  <a:cubicBezTo>
                    <a:pt x="2593" y="1"/>
                    <a:pt x="2515" y="6"/>
                    <a:pt x="2436" y="16"/>
                  </a:cubicBezTo>
                  <a:cubicBezTo>
                    <a:pt x="1802" y="116"/>
                    <a:pt x="1268" y="550"/>
                    <a:pt x="1035" y="1150"/>
                  </a:cubicBezTo>
                  <a:lnTo>
                    <a:pt x="1" y="3686"/>
                  </a:lnTo>
                  <a:lnTo>
                    <a:pt x="4404" y="3752"/>
                  </a:lnTo>
                  <a:cubicBezTo>
                    <a:pt x="4537" y="3018"/>
                    <a:pt x="4537" y="2318"/>
                    <a:pt x="4504" y="1617"/>
                  </a:cubicBezTo>
                  <a:cubicBezTo>
                    <a:pt x="4381" y="696"/>
                    <a:pt x="3579" y="1"/>
                    <a:pt x="26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49"/>
            <p:cNvSpPr/>
            <p:nvPr/>
          </p:nvSpPr>
          <p:spPr>
            <a:xfrm flipH="1">
              <a:off x="2508316" y="1987949"/>
              <a:ext cx="128740" cy="82903"/>
            </a:xfrm>
            <a:custGeom>
              <a:avLst/>
              <a:gdLst/>
              <a:ahLst/>
              <a:cxnLst/>
              <a:rect l="l" t="t" r="r" b="b"/>
              <a:pathLst>
                <a:path w="4404" h="2836" extrusionOk="0">
                  <a:moveTo>
                    <a:pt x="1" y="1"/>
                  </a:moveTo>
                  <a:lnTo>
                    <a:pt x="601" y="2836"/>
                  </a:lnTo>
                  <a:lnTo>
                    <a:pt x="4270" y="2702"/>
                  </a:lnTo>
                  <a:lnTo>
                    <a:pt x="4404" y="6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49"/>
            <p:cNvSpPr/>
            <p:nvPr/>
          </p:nvSpPr>
          <p:spPr>
            <a:xfrm flipH="1">
              <a:off x="3063149" y="760067"/>
              <a:ext cx="101437" cy="139878"/>
            </a:xfrm>
            <a:custGeom>
              <a:avLst/>
              <a:gdLst/>
              <a:ahLst/>
              <a:cxnLst/>
              <a:rect l="l" t="t" r="r" b="b"/>
              <a:pathLst>
                <a:path w="3470" h="4785" extrusionOk="0">
                  <a:moveTo>
                    <a:pt x="1877" y="1"/>
                  </a:moveTo>
                  <a:cubicBezTo>
                    <a:pt x="1025" y="1"/>
                    <a:pt x="261" y="969"/>
                    <a:pt x="134" y="2209"/>
                  </a:cubicBezTo>
                  <a:cubicBezTo>
                    <a:pt x="0" y="3544"/>
                    <a:pt x="567" y="4678"/>
                    <a:pt x="1468" y="4778"/>
                  </a:cubicBezTo>
                  <a:cubicBezTo>
                    <a:pt x="1508" y="4783"/>
                    <a:pt x="1548" y="4785"/>
                    <a:pt x="1588" y="4785"/>
                  </a:cubicBezTo>
                  <a:cubicBezTo>
                    <a:pt x="2411" y="4785"/>
                    <a:pt x="3177" y="3817"/>
                    <a:pt x="3336" y="2576"/>
                  </a:cubicBezTo>
                  <a:cubicBezTo>
                    <a:pt x="3469" y="1275"/>
                    <a:pt x="2869" y="108"/>
                    <a:pt x="2002" y="8"/>
                  </a:cubicBezTo>
                  <a:cubicBezTo>
                    <a:pt x="1960" y="3"/>
                    <a:pt x="1919" y="1"/>
                    <a:pt x="18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49"/>
            <p:cNvSpPr/>
            <p:nvPr/>
          </p:nvSpPr>
          <p:spPr>
            <a:xfrm flipH="1">
              <a:off x="3202003" y="756150"/>
              <a:ext cx="76385" cy="45749"/>
            </a:xfrm>
            <a:custGeom>
              <a:avLst/>
              <a:gdLst/>
              <a:ahLst/>
              <a:cxnLst/>
              <a:rect l="l" t="t" r="r" b="b"/>
              <a:pathLst>
                <a:path w="2613" h="1565" extrusionOk="0">
                  <a:moveTo>
                    <a:pt x="2137" y="0"/>
                  </a:moveTo>
                  <a:cubicBezTo>
                    <a:pt x="2112" y="0"/>
                    <a:pt x="2086" y="3"/>
                    <a:pt x="2059" y="8"/>
                  </a:cubicBezTo>
                  <a:lnTo>
                    <a:pt x="558" y="108"/>
                  </a:lnTo>
                  <a:cubicBezTo>
                    <a:pt x="324" y="108"/>
                    <a:pt x="157" y="242"/>
                    <a:pt x="124" y="475"/>
                  </a:cubicBezTo>
                  <a:lnTo>
                    <a:pt x="57" y="1076"/>
                  </a:lnTo>
                  <a:cubicBezTo>
                    <a:pt x="0" y="1332"/>
                    <a:pt x="211" y="1564"/>
                    <a:pt x="461" y="1564"/>
                  </a:cubicBezTo>
                  <a:cubicBezTo>
                    <a:pt x="503" y="1564"/>
                    <a:pt x="547" y="1557"/>
                    <a:pt x="591" y="1543"/>
                  </a:cubicBezTo>
                  <a:lnTo>
                    <a:pt x="2025" y="1209"/>
                  </a:lnTo>
                  <a:cubicBezTo>
                    <a:pt x="2125" y="1176"/>
                    <a:pt x="2259" y="1076"/>
                    <a:pt x="2292" y="976"/>
                  </a:cubicBezTo>
                  <a:lnTo>
                    <a:pt x="2459" y="609"/>
                  </a:lnTo>
                  <a:cubicBezTo>
                    <a:pt x="2612" y="333"/>
                    <a:pt x="2427" y="0"/>
                    <a:pt x="21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49"/>
            <p:cNvSpPr/>
            <p:nvPr/>
          </p:nvSpPr>
          <p:spPr>
            <a:xfrm flipH="1">
              <a:off x="3343196" y="759160"/>
              <a:ext cx="39727" cy="41656"/>
            </a:xfrm>
            <a:custGeom>
              <a:avLst/>
              <a:gdLst/>
              <a:ahLst/>
              <a:cxnLst/>
              <a:rect l="l" t="t" r="r" b="b"/>
              <a:pathLst>
                <a:path w="1359" h="1425" extrusionOk="0">
                  <a:moveTo>
                    <a:pt x="190" y="0"/>
                  </a:moveTo>
                  <a:cubicBezTo>
                    <a:pt x="78" y="0"/>
                    <a:pt x="1" y="120"/>
                    <a:pt x="31" y="239"/>
                  </a:cubicBezTo>
                  <a:lnTo>
                    <a:pt x="264" y="939"/>
                  </a:lnTo>
                  <a:cubicBezTo>
                    <a:pt x="298" y="973"/>
                    <a:pt x="331" y="1040"/>
                    <a:pt x="364" y="1040"/>
                  </a:cubicBezTo>
                  <a:lnTo>
                    <a:pt x="1065" y="1406"/>
                  </a:lnTo>
                  <a:cubicBezTo>
                    <a:pt x="1089" y="1419"/>
                    <a:pt x="1115" y="1424"/>
                    <a:pt x="1140" y="1424"/>
                  </a:cubicBezTo>
                  <a:cubicBezTo>
                    <a:pt x="1253" y="1424"/>
                    <a:pt x="1359" y="1315"/>
                    <a:pt x="1332" y="1206"/>
                  </a:cubicBezTo>
                  <a:lnTo>
                    <a:pt x="1098" y="172"/>
                  </a:lnTo>
                  <a:cubicBezTo>
                    <a:pt x="1065" y="106"/>
                    <a:pt x="998" y="39"/>
                    <a:pt x="931" y="39"/>
                  </a:cubicBezTo>
                  <a:lnTo>
                    <a:pt x="231" y="5"/>
                  </a:lnTo>
                  <a:cubicBezTo>
                    <a:pt x="217" y="2"/>
                    <a:pt x="203" y="0"/>
                    <a:pt x="1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49"/>
            <p:cNvSpPr/>
            <p:nvPr/>
          </p:nvSpPr>
          <p:spPr>
            <a:xfrm flipH="1">
              <a:off x="2794999" y="1210773"/>
              <a:ext cx="177500" cy="813277"/>
            </a:xfrm>
            <a:custGeom>
              <a:avLst/>
              <a:gdLst/>
              <a:ahLst/>
              <a:cxnLst/>
              <a:rect l="l" t="t" r="r" b="b"/>
              <a:pathLst>
                <a:path w="6072" h="27821" extrusionOk="0">
                  <a:moveTo>
                    <a:pt x="2669" y="1"/>
                  </a:moveTo>
                  <a:cubicBezTo>
                    <a:pt x="2603" y="1"/>
                    <a:pt x="2569" y="34"/>
                    <a:pt x="2569" y="101"/>
                  </a:cubicBezTo>
                  <a:cubicBezTo>
                    <a:pt x="2603" y="2669"/>
                    <a:pt x="2769" y="5438"/>
                    <a:pt x="3103" y="8340"/>
                  </a:cubicBezTo>
                  <a:cubicBezTo>
                    <a:pt x="3370" y="10775"/>
                    <a:pt x="3737" y="13210"/>
                    <a:pt x="4204" y="15879"/>
                  </a:cubicBezTo>
                  <a:cubicBezTo>
                    <a:pt x="4471" y="17280"/>
                    <a:pt x="4771" y="18714"/>
                    <a:pt x="5104" y="20315"/>
                  </a:cubicBezTo>
                  <a:cubicBezTo>
                    <a:pt x="5805" y="23718"/>
                    <a:pt x="3537" y="27020"/>
                    <a:pt x="101" y="27587"/>
                  </a:cubicBezTo>
                  <a:cubicBezTo>
                    <a:pt x="34" y="27587"/>
                    <a:pt x="1" y="27654"/>
                    <a:pt x="1" y="27721"/>
                  </a:cubicBezTo>
                  <a:cubicBezTo>
                    <a:pt x="1" y="27754"/>
                    <a:pt x="67" y="27821"/>
                    <a:pt x="101" y="27821"/>
                  </a:cubicBezTo>
                  <a:lnTo>
                    <a:pt x="134" y="27787"/>
                  </a:lnTo>
                  <a:cubicBezTo>
                    <a:pt x="3703" y="27220"/>
                    <a:pt x="6072" y="23785"/>
                    <a:pt x="5304" y="20249"/>
                  </a:cubicBezTo>
                  <a:cubicBezTo>
                    <a:pt x="4971" y="18681"/>
                    <a:pt x="4671" y="17213"/>
                    <a:pt x="4437" y="15812"/>
                  </a:cubicBezTo>
                  <a:cubicBezTo>
                    <a:pt x="3937" y="13177"/>
                    <a:pt x="3603" y="10742"/>
                    <a:pt x="3303" y="8307"/>
                  </a:cubicBezTo>
                  <a:cubicBezTo>
                    <a:pt x="3003" y="5438"/>
                    <a:pt x="2803" y="2669"/>
                    <a:pt x="2803" y="101"/>
                  </a:cubicBezTo>
                  <a:cubicBezTo>
                    <a:pt x="2803" y="34"/>
                    <a:pt x="2736" y="1"/>
                    <a:pt x="26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1567" y="3517392"/>
            <a:ext cx="3600953" cy="1009609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1312" y="3050338"/>
            <a:ext cx="4631981" cy="2005658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/>
          <p:nvPr/>
        </p:nvSpPr>
        <p:spPr>
          <a:xfrm>
            <a:off x="12812293" y="872774"/>
            <a:ext cx="144983" cy="272315"/>
          </a:xfrm>
          <a:custGeom>
            <a:avLst/>
            <a:gdLst/>
            <a:ahLst/>
            <a:cxnLst/>
            <a:rect l="l" t="t" r="r" b="b"/>
            <a:pathLst>
              <a:path w="739" h="1388" extrusionOk="0">
                <a:moveTo>
                  <a:pt x="36" y="1"/>
                </a:moveTo>
                <a:cubicBezTo>
                  <a:pt x="27" y="1"/>
                  <a:pt x="18" y="7"/>
                  <a:pt x="12" y="18"/>
                </a:cubicBezTo>
                <a:cubicBezTo>
                  <a:pt x="1" y="30"/>
                  <a:pt x="1" y="42"/>
                  <a:pt x="12" y="54"/>
                </a:cubicBezTo>
                <a:cubicBezTo>
                  <a:pt x="405" y="590"/>
                  <a:pt x="679" y="1352"/>
                  <a:pt x="703" y="1364"/>
                </a:cubicBezTo>
                <a:cubicBezTo>
                  <a:pt x="679" y="1388"/>
                  <a:pt x="715" y="1388"/>
                  <a:pt x="727" y="1388"/>
                </a:cubicBezTo>
                <a:cubicBezTo>
                  <a:pt x="739" y="1364"/>
                  <a:pt x="739" y="1352"/>
                  <a:pt x="739" y="1340"/>
                </a:cubicBezTo>
                <a:cubicBezTo>
                  <a:pt x="739" y="1328"/>
                  <a:pt x="453" y="554"/>
                  <a:pt x="60" y="18"/>
                </a:cubicBezTo>
                <a:cubicBezTo>
                  <a:pt x="54" y="7"/>
                  <a:pt x="45" y="1"/>
                  <a:pt x="36" y="1"/>
                </a:cubicBezTo>
                <a:close/>
              </a:path>
            </a:pathLst>
          </a:custGeom>
          <a:solidFill>
            <a:srgbClr val="FEF8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26"/>
          <p:cNvSpPr/>
          <p:nvPr/>
        </p:nvSpPr>
        <p:spPr>
          <a:xfrm>
            <a:off x="12634741" y="984406"/>
            <a:ext cx="165975" cy="226210"/>
          </a:xfrm>
          <a:custGeom>
            <a:avLst/>
            <a:gdLst/>
            <a:ahLst/>
            <a:cxnLst/>
            <a:rect l="l" t="t" r="r" b="b"/>
            <a:pathLst>
              <a:path w="846" h="1153" extrusionOk="0">
                <a:moveTo>
                  <a:pt x="804" y="0"/>
                </a:moveTo>
                <a:cubicBezTo>
                  <a:pt x="798" y="0"/>
                  <a:pt x="792" y="3"/>
                  <a:pt x="786" y="9"/>
                </a:cubicBezTo>
                <a:cubicBezTo>
                  <a:pt x="751" y="21"/>
                  <a:pt x="179" y="497"/>
                  <a:pt x="1" y="1116"/>
                </a:cubicBezTo>
                <a:cubicBezTo>
                  <a:pt x="1" y="1128"/>
                  <a:pt x="1" y="1140"/>
                  <a:pt x="24" y="1152"/>
                </a:cubicBezTo>
                <a:cubicBezTo>
                  <a:pt x="24" y="1140"/>
                  <a:pt x="36" y="1140"/>
                  <a:pt x="60" y="1140"/>
                </a:cubicBezTo>
                <a:lnTo>
                  <a:pt x="72" y="1128"/>
                </a:lnTo>
                <a:cubicBezTo>
                  <a:pt x="251" y="533"/>
                  <a:pt x="822" y="57"/>
                  <a:pt x="822" y="57"/>
                </a:cubicBezTo>
                <a:cubicBezTo>
                  <a:pt x="846" y="45"/>
                  <a:pt x="846" y="21"/>
                  <a:pt x="822" y="9"/>
                </a:cubicBezTo>
                <a:cubicBezTo>
                  <a:pt x="816" y="3"/>
                  <a:pt x="810" y="0"/>
                  <a:pt x="804" y="0"/>
                </a:cubicBezTo>
                <a:close/>
              </a:path>
            </a:pathLst>
          </a:custGeom>
          <a:solidFill>
            <a:srgbClr val="FEF8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6"/>
          <p:cNvSpPr/>
          <p:nvPr/>
        </p:nvSpPr>
        <p:spPr>
          <a:xfrm>
            <a:off x="12359096" y="2644566"/>
            <a:ext cx="116928" cy="53953"/>
          </a:xfrm>
          <a:custGeom>
            <a:avLst/>
            <a:gdLst/>
            <a:ahLst/>
            <a:cxnLst/>
            <a:rect l="l" t="t" r="r" b="b"/>
            <a:pathLst>
              <a:path w="596" h="275" fill="none" extrusionOk="0">
                <a:moveTo>
                  <a:pt x="1" y="274"/>
                </a:moveTo>
                <a:cubicBezTo>
                  <a:pt x="191" y="179"/>
                  <a:pt x="394" y="96"/>
                  <a:pt x="596" y="0"/>
                </a:cubicBezTo>
              </a:path>
            </a:pathLst>
          </a:custGeom>
          <a:noFill/>
          <a:ln w="4475" cap="rnd" cmpd="sng">
            <a:solidFill>
              <a:srgbClr val="2AB59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8" name="Google Shape;168;p26"/>
          <p:cNvGrpSpPr/>
          <p:nvPr/>
        </p:nvGrpSpPr>
        <p:grpSpPr>
          <a:xfrm>
            <a:off x="4320375" y="-91575"/>
            <a:ext cx="5011568" cy="4809645"/>
            <a:chOff x="3512637" y="-432878"/>
            <a:chExt cx="5312241" cy="5098203"/>
          </a:xfrm>
        </p:grpSpPr>
        <p:sp>
          <p:nvSpPr>
            <p:cNvPr id="169" name="Google Shape;169;p26"/>
            <p:cNvSpPr/>
            <p:nvPr/>
          </p:nvSpPr>
          <p:spPr>
            <a:xfrm rot="2240827">
              <a:off x="4027772" y="543484"/>
              <a:ext cx="4281972" cy="3145479"/>
            </a:xfrm>
            <a:custGeom>
              <a:avLst/>
              <a:gdLst/>
              <a:ahLst/>
              <a:cxnLst/>
              <a:rect l="l" t="t" r="r" b="b"/>
              <a:pathLst>
                <a:path w="151443" h="111248" extrusionOk="0">
                  <a:moveTo>
                    <a:pt x="121092" y="1"/>
                  </a:moveTo>
                  <a:cubicBezTo>
                    <a:pt x="118111" y="1"/>
                    <a:pt x="114831" y="806"/>
                    <a:pt x="111247" y="2660"/>
                  </a:cubicBezTo>
                  <a:cubicBezTo>
                    <a:pt x="97971" y="9532"/>
                    <a:pt x="97037" y="24476"/>
                    <a:pt x="78890" y="25377"/>
                  </a:cubicBezTo>
                  <a:cubicBezTo>
                    <a:pt x="77070" y="25468"/>
                    <a:pt x="75284" y="25506"/>
                    <a:pt x="73527" y="25506"/>
                  </a:cubicBezTo>
                  <a:cubicBezTo>
                    <a:pt x="64901" y="25506"/>
                    <a:pt x="56984" y="24592"/>
                    <a:pt x="49133" y="24592"/>
                  </a:cubicBezTo>
                  <a:cubicBezTo>
                    <a:pt x="39865" y="24592"/>
                    <a:pt x="30689" y="25865"/>
                    <a:pt x="20549" y="31414"/>
                  </a:cubicBezTo>
                  <a:cubicBezTo>
                    <a:pt x="3436" y="40788"/>
                    <a:pt x="1" y="54497"/>
                    <a:pt x="3303" y="70576"/>
                  </a:cubicBezTo>
                  <a:cubicBezTo>
                    <a:pt x="8984" y="98326"/>
                    <a:pt x="32934" y="111248"/>
                    <a:pt x="60420" y="111248"/>
                  </a:cubicBezTo>
                  <a:cubicBezTo>
                    <a:pt x="72152" y="111248"/>
                    <a:pt x="84528" y="108893"/>
                    <a:pt x="96403" y="104333"/>
                  </a:cubicBezTo>
                  <a:cubicBezTo>
                    <a:pt x="134030" y="89889"/>
                    <a:pt x="151442" y="56599"/>
                    <a:pt x="142936" y="23308"/>
                  </a:cubicBezTo>
                  <a:cubicBezTo>
                    <a:pt x="140341" y="13221"/>
                    <a:pt x="133174" y="1"/>
                    <a:pt x="12109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6"/>
            <p:cNvSpPr/>
            <p:nvPr/>
          </p:nvSpPr>
          <p:spPr>
            <a:xfrm>
              <a:off x="4157823" y="4337661"/>
              <a:ext cx="4571587" cy="266944"/>
            </a:xfrm>
            <a:custGeom>
              <a:avLst/>
              <a:gdLst/>
              <a:ahLst/>
              <a:cxnLst/>
              <a:rect l="l" t="t" r="r" b="b"/>
              <a:pathLst>
                <a:path w="161683" h="9441" extrusionOk="0">
                  <a:moveTo>
                    <a:pt x="80825" y="1"/>
                  </a:moveTo>
                  <a:cubicBezTo>
                    <a:pt x="36193" y="1"/>
                    <a:pt x="1" y="2136"/>
                    <a:pt x="1" y="4738"/>
                  </a:cubicBezTo>
                  <a:cubicBezTo>
                    <a:pt x="1" y="7339"/>
                    <a:pt x="36193" y="9441"/>
                    <a:pt x="80859" y="9441"/>
                  </a:cubicBezTo>
                  <a:cubicBezTo>
                    <a:pt x="125490" y="9441"/>
                    <a:pt x="161683" y="7339"/>
                    <a:pt x="161683" y="4738"/>
                  </a:cubicBezTo>
                  <a:cubicBezTo>
                    <a:pt x="161683" y="2136"/>
                    <a:pt x="125490" y="1"/>
                    <a:pt x="808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6"/>
            <p:cNvSpPr/>
            <p:nvPr/>
          </p:nvSpPr>
          <p:spPr>
            <a:xfrm>
              <a:off x="5291538" y="3104107"/>
              <a:ext cx="343343" cy="559053"/>
            </a:xfrm>
            <a:custGeom>
              <a:avLst/>
              <a:gdLst/>
              <a:ahLst/>
              <a:cxnLst/>
              <a:rect l="l" t="t" r="r" b="b"/>
              <a:pathLst>
                <a:path w="12143" h="19772" extrusionOk="0">
                  <a:moveTo>
                    <a:pt x="4570" y="1"/>
                  </a:moveTo>
                  <a:cubicBezTo>
                    <a:pt x="4250" y="1"/>
                    <a:pt x="3936" y="42"/>
                    <a:pt x="3636" y="130"/>
                  </a:cubicBezTo>
                  <a:cubicBezTo>
                    <a:pt x="1468" y="797"/>
                    <a:pt x="0" y="3799"/>
                    <a:pt x="767" y="6334"/>
                  </a:cubicBezTo>
                  <a:cubicBezTo>
                    <a:pt x="2731" y="12857"/>
                    <a:pt x="6557" y="19771"/>
                    <a:pt x="9166" y="19771"/>
                  </a:cubicBezTo>
                  <a:cubicBezTo>
                    <a:pt x="9306" y="19771"/>
                    <a:pt x="9442" y="19751"/>
                    <a:pt x="9574" y="19711"/>
                  </a:cubicBezTo>
                  <a:cubicBezTo>
                    <a:pt x="12142" y="18944"/>
                    <a:pt x="11542" y="10638"/>
                    <a:pt x="9440" y="3799"/>
                  </a:cubicBezTo>
                  <a:cubicBezTo>
                    <a:pt x="8779" y="1615"/>
                    <a:pt x="6558" y="1"/>
                    <a:pt x="45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6"/>
            <p:cNvSpPr/>
            <p:nvPr/>
          </p:nvSpPr>
          <p:spPr>
            <a:xfrm>
              <a:off x="4559639" y="2937992"/>
              <a:ext cx="1007325" cy="1317643"/>
            </a:xfrm>
            <a:custGeom>
              <a:avLst/>
              <a:gdLst/>
              <a:ahLst/>
              <a:cxnLst/>
              <a:rect l="l" t="t" r="r" b="b"/>
              <a:pathLst>
                <a:path w="35626" h="46601" extrusionOk="0">
                  <a:moveTo>
                    <a:pt x="17813" y="1"/>
                  </a:moveTo>
                  <a:cubicBezTo>
                    <a:pt x="8906" y="1"/>
                    <a:pt x="0" y="5571"/>
                    <a:pt x="0" y="11609"/>
                  </a:cubicBezTo>
                  <a:cubicBezTo>
                    <a:pt x="0" y="27921"/>
                    <a:pt x="7239" y="46601"/>
                    <a:pt x="17813" y="46601"/>
                  </a:cubicBezTo>
                  <a:cubicBezTo>
                    <a:pt x="28420" y="46601"/>
                    <a:pt x="35625" y="27921"/>
                    <a:pt x="35625" y="11609"/>
                  </a:cubicBezTo>
                  <a:cubicBezTo>
                    <a:pt x="35625" y="5571"/>
                    <a:pt x="26719" y="1"/>
                    <a:pt x="178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6"/>
            <p:cNvSpPr/>
            <p:nvPr/>
          </p:nvSpPr>
          <p:spPr>
            <a:xfrm>
              <a:off x="4869929" y="2937992"/>
              <a:ext cx="436707" cy="65174"/>
            </a:xfrm>
            <a:custGeom>
              <a:avLst/>
              <a:gdLst/>
              <a:ahLst/>
              <a:cxnLst/>
              <a:rect l="l" t="t" r="r" b="b"/>
              <a:pathLst>
                <a:path w="15445" h="2305" extrusionOk="0">
                  <a:moveTo>
                    <a:pt x="6839" y="1"/>
                  </a:moveTo>
                  <a:cubicBezTo>
                    <a:pt x="4537" y="1"/>
                    <a:pt x="2202" y="368"/>
                    <a:pt x="1" y="1068"/>
                  </a:cubicBezTo>
                  <a:cubicBezTo>
                    <a:pt x="2799" y="1872"/>
                    <a:pt x="5721" y="2304"/>
                    <a:pt x="8648" y="2304"/>
                  </a:cubicBezTo>
                  <a:cubicBezTo>
                    <a:pt x="8756" y="2304"/>
                    <a:pt x="8865" y="2304"/>
                    <a:pt x="8974" y="2302"/>
                  </a:cubicBezTo>
                  <a:cubicBezTo>
                    <a:pt x="11142" y="2302"/>
                    <a:pt x="13310" y="2102"/>
                    <a:pt x="15445" y="1702"/>
                  </a:cubicBezTo>
                  <a:cubicBezTo>
                    <a:pt x="12710" y="601"/>
                    <a:pt x="9774" y="1"/>
                    <a:pt x="68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6"/>
            <p:cNvSpPr/>
            <p:nvPr/>
          </p:nvSpPr>
          <p:spPr>
            <a:xfrm>
              <a:off x="4559639" y="3148329"/>
              <a:ext cx="208443" cy="510279"/>
            </a:xfrm>
            <a:custGeom>
              <a:avLst/>
              <a:gdLst/>
              <a:ahLst/>
              <a:cxnLst/>
              <a:rect l="l" t="t" r="r" b="b"/>
              <a:pathLst>
                <a:path w="7372" h="18047" extrusionOk="0">
                  <a:moveTo>
                    <a:pt x="3903" y="0"/>
                  </a:moveTo>
                  <a:lnTo>
                    <a:pt x="0" y="4170"/>
                  </a:lnTo>
                  <a:cubicBezTo>
                    <a:pt x="0" y="8840"/>
                    <a:pt x="567" y="13477"/>
                    <a:pt x="1635" y="18047"/>
                  </a:cubicBezTo>
                  <a:cubicBezTo>
                    <a:pt x="4003" y="15578"/>
                    <a:pt x="6471" y="10808"/>
                    <a:pt x="6905" y="6138"/>
                  </a:cubicBezTo>
                  <a:cubicBezTo>
                    <a:pt x="7372" y="1168"/>
                    <a:pt x="6104" y="634"/>
                    <a:pt x="39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6"/>
            <p:cNvSpPr/>
            <p:nvPr/>
          </p:nvSpPr>
          <p:spPr>
            <a:xfrm>
              <a:off x="4423806" y="3092458"/>
              <a:ext cx="424464" cy="523851"/>
            </a:xfrm>
            <a:custGeom>
              <a:avLst/>
              <a:gdLst/>
              <a:ahLst/>
              <a:cxnLst/>
              <a:rect l="l" t="t" r="r" b="b"/>
              <a:pathLst>
                <a:path w="15012" h="18527" extrusionOk="0">
                  <a:moveTo>
                    <a:pt x="10410" y="1"/>
                  </a:moveTo>
                  <a:cubicBezTo>
                    <a:pt x="8656" y="1"/>
                    <a:pt x="6727" y="1011"/>
                    <a:pt x="5805" y="2710"/>
                  </a:cubicBezTo>
                  <a:cubicBezTo>
                    <a:pt x="2336" y="8948"/>
                    <a:pt x="1" y="17054"/>
                    <a:pt x="2369" y="18355"/>
                  </a:cubicBezTo>
                  <a:cubicBezTo>
                    <a:pt x="2581" y="18471"/>
                    <a:pt x="2819" y="18527"/>
                    <a:pt x="3078" y="18527"/>
                  </a:cubicBezTo>
                  <a:cubicBezTo>
                    <a:pt x="5712" y="18527"/>
                    <a:pt x="10585" y="12790"/>
                    <a:pt x="13744" y="7080"/>
                  </a:cubicBezTo>
                  <a:cubicBezTo>
                    <a:pt x="15011" y="4778"/>
                    <a:pt x="14211" y="1543"/>
                    <a:pt x="12243" y="442"/>
                  </a:cubicBezTo>
                  <a:cubicBezTo>
                    <a:pt x="11698" y="142"/>
                    <a:pt x="11066" y="1"/>
                    <a:pt x="104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6"/>
            <p:cNvSpPr/>
            <p:nvPr/>
          </p:nvSpPr>
          <p:spPr>
            <a:xfrm>
              <a:off x="4756744" y="3097406"/>
              <a:ext cx="766846" cy="998843"/>
            </a:xfrm>
            <a:custGeom>
              <a:avLst/>
              <a:gdLst/>
              <a:ahLst/>
              <a:cxnLst/>
              <a:rect l="l" t="t" r="r" b="b"/>
              <a:pathLst>
                <a:path w="27121" h="35326" extrusionOk="0">
                  <a:moveTo>
                    <a:pt x="13544" y="467"/>
                  </a:moveTo>
                  <a:cubicBezTo>
                    <a:pt x="20148" y="467"/>
                    <a:pt x="26620" y="4670"/>
                    <a:pt x="26620" y="8940"/>
                  </a:cubicBezTo>
                  <a:cubicBezTo>
                    <a:pt x="26620" y="21182"/>
                    <a:pt x="21249" y="34825"/>
                    <a:pt x="13544" y="34825"/>
                  </a:cubicBezTo>
                  <a:cubicBezTo>
                    <a:pt x="5838" y="34825"/>
                    <a:pt x="468" y="21182"/>
                    <a:pt x="468" y="8940"/>
                  </a:cubicBezTo>
                  <a:cubicBezTo>
                    <a:pt x="468" y="4637"/>
                    <a:pt x="6939" y="467"/>
                    <a:pt x="13544" y="467"/>
                  </a:cubicBezTo>
                  <a:close/>
                  <a:moveTo>
                    <a:pt x="13544" y="0"/>
                  </a:moveTo>
                  <a:cubicBezTo>
                    <a:pt x="6572" y="0"/>
                    <a:pt x="1" y="4337"/>
                    <a:pt x="1" y="8940"/>
                  </a:cubicBezTo>
                  <a:cubicBezTo>
                    <a:pt x="1" y="21415"/>
                    <a:pt x="5571" y="35325"/>
                    <a:pt x="13544" y="35325"/>
                  </a:cubicBezTo>
                  <a:cubicBezTo>
                    <a:pt x="21549" y="35325"/>
                    <a:pt x="27120" y="21415"/>
                    <a:pt x="27120" y="8940"/>
                  </a:cubicBezTo>
                  <a:cubicBezTo>
                    <a:pt x="27120" y="4337"/>
                    <a:pt x="20515" y="0"/>
                    <a:pt x="135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6"/>
            <p:cNvSpPr/>
            <p:nvPr/>
          </p:nvSpPr>
          <p:spPr>
            <a:xfrm>
              <a:off x="5133084" y="3099272"/>
              <a:ext cx="100942" cy="991321"/>
            </a:xfrm>
            <a:custGeom>
              <a:avLst/>
              <a:gdLst/>
              <a:ahLst/>
              <a:cxnLst/>
              <a:rect l="l" t="t" r="r" b="b"/>
              <a:pathLst>
                <a:path w="3570" h="35060" extrusionOk="0">
                  <a:moveTo>
                    <a:pt x="434" y="1"/>
                  </a:moveTo>
                  <a:lnTo>
                    <a:pt x="67" y="368"/>
                  </a:lnTo>
                  <a:cubicBezTo>
                    <a:pt x="2369" y="2636"/>
                    <a:pt x="3202" y="21316"/>
                    <a:pt x="0" y="34959"/>
                  </a:cubicBezTo>
                  <a:lnTo>
                    <a:pt x="501" y="35059"/>
                  </a:lnTo>
                  <a:cubicBezTo>
                    <a:pt x="3569" y="21917"/>
                    <a:pt x="3069" y="2669"/>
                    <a:pt x="4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6"/>
            <p:cNvSpPr/>
            <p:nvPr/>
          </p:nvSpPr>
          <p:spPr>
            <a:xfrm>
              <a:off x="4926507" y="3866090"/>
              <a:ext cx="27398" cy="29745"/>
            </a:xfrm>
            <a:custGeom>
              <a:avLst/>
              <a:gdLst/>
              <a:ahLst/>
              <a:cxnLst/>
              <a:rect l="l" t="t" r="r" b="b"/>
              <a:pathLst>
                <a:path w="969" h="1052" extrusionOk="0">
                  <a:moveTo>
                    <a:pt x="276" y="0"/>
                  </a:moveTo>
                  <a:cubicBezTo>
                    <a:pt x="235" y="0"/>
                    <a:pt x="198" y="11"/>
                    <a:pt x="168" y="34"/>
                  </a:cubicBezTo>
                  <a:cubicBezTo>
                    <a:pt x="1" y="134"/>
                    <a:pt x="34" y="434"/>
                    <a:pt x="201" y="701"/>
                  </a:cubicBezTo>
                  <a:cubicBezTo>
                    <a:pt x="367" y="922"/>
                    <a:pt x="578" y="1051"/>
                    <a:pt x="722" y="1051"/>
                  </a:cubicBezTo>
                  <a:cubicBezTo>
                    <a:pt x="752" y="1051"/>
                    <a:pt x="779" y="1046"/>
                    <a:pt x="802" y="1034"/>
                  </a:cubicBezTo>
                  <a:cubicBezTo>
                    <a:pt x="968" y="934"/>
                    <a:pt x="935" y="601"/>
                    <a:pt x="768" y="334"/>
                  </a:cubicBezTo>
                  <a:cubicBezTo>
                    <a:pt x="613" y="127"/>
                    <a:pt x="418" y="0"/>
                    <a:pt x="2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26"/>
            <p:cNvSpPr/>
            <p:nvPr/>
          </p:nvSpPr>
          <p:spPr>
            <a:xfrm>
              <a:off x="4953877" y="3906665"/>
              <a:ext cx="26437" cy="30085"/>
            </a:xfrm>
            <a:custGeom>
              <a:avLst/>
              <a:gdLst/>
              <a:ahLst/>
              <a:cxnLst/>
              <a:rect l="l" t="t" r="r" b="b"/>
              <a:pathLst>
                <a:path w="935" h="1064" extrusionOk="0">
                  <a:moveTo>
                    <a:pt x="257" y="0"/>
                  </a:moveTo>
                  <a:cubicBezTo>
                    <a:pt x="212" y="0"/>
                    <a:pt x="171" y="11"/>
                    <a:pt x="134" y="33"/>
                  </a:cubicBezTo>
                  <a:cubicBezTo>
                    <a:pt x="0" y="133"/>
                    <a:pt x="34" y="433"/>
                    <a:pt x="200" y="700"/>
                  </a:cubicBezTo>
                  <a:cubicBezTo>
                    <a:pt x="334" y="914"/>
                    <a:pt x="531" y="1063"/>
                    <a:pt x="690" y="1063"/>
                  </a:cubicBezTo>
                  <a:cubicBezTo>
                    <a:pt x="730" y="1063"/>
                    <a:pt x="768" y="1054"/>
                    <a:pt x="801" y="1034"/>
                  </a:cubicBezTo>
                  <a:cubicBezTo>
                    <a:pt x="934" y="934"/>
                    <a:pt x="934" y="633"/>
                    <a:pt x="734" y="367"/>
                  </a:cubicBezTo>
                  <a:cubicBezTo>
                    <a:pt x="604" y="133"/>
                    <a:pt x="414" y="0"/>
                    <a:pt x="2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26"/>
            <p:cNvSpPr/>
            <p:nvPr/>
          </p:nvSpPr>
          <p:spPr>
            <a:xfrm>
              <a:off x="4968976" y="3867985"/>
              <a:ext cx="26437" cy="29236"/>
            </a:xfrm>
            <a:custGeom>
              <a:avLst/>
              <a:gdLst/>
              <a:ahLst/>
              <a:cxnLst/>
              <a:rect l="l" t="t" r="r" b="b"/>
              <a:pathLst>
                <a:path w="935" h="1034" extrusionOk="0">
                  <a:moveTo>
                    <a:pt x="259" y="0"/>
                  </a:moveTo>
                  <a:cubicBezTo>
                    <a:pt x="214" y="0"/>
                    <a:pt x="171" y="11"/>
                    <a:pt x="133" y="33"/>
                  </a:cubicBezTo>
                  <a:cubicBezTo>
                    <a:pt x="0" y="133"/>
                    <a:pt x="0" y="434"/>
                    <a:pt x="200" y="700"/>
                  </a:cubicBezTo>
                  <a:cubicBezTo>
                    <a:pt x="329" y="907"/>
                    <a:pt x="519" y="1034"/>
                    <a:pt x="675" y="1034"/>
                  </a:cubicBezTo>
                  <a:cubicBezTo>
                    <a:pt x="720" y="1034"/>
                    <a:pt x="763" y="1023"/>
                    <a:pt x="801" y="1001"/>
                  </a:cubicBezTo>
                  <a:cubicBezTo>
                    <a:pt x="934" y="901"/>
                    <a:pt x="934" y="600"/>
                    <a:pt x="734" y="334"/>
                  </a:cubicBezTo>
                  <a:cubicBezTo>
                    <a:pt x="605" y="127"/>
                    <a:pt x="415" y="0"/>
                    <a:pt x="2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6"/>
            <p:cNvSpPr/>
            <p:nvPr/>
          </p:nvSpPr>
          <p:spPr>
            <a:xfrm>
              <a:off x="4996318" y="3908531"/>
              <a:ext cx="26437" cy="30085"/>
            </a:xfrm>
            <a:custGeom>
              <a:avLst/>
              <a:gdLst/>
              <a:ahLst/>
              <a:cxnLst/>
              <a:rect l="l" t="t" r="r" b="b"/>
              <a:pathLst>
                <a:path w="935" h="1064" extrusionOk="0">
                  <a:moveTo>
                    <a:pt x="255" y="0"/>
                  </a:moveTo>
                  <a:cubicBezTo>
                    <a:pt x="212" y="0"/>
                    <a:pt x="171" y="11"/>
                    <a:pt x="134" y="34"/>
                  </a:cubicBezTo>
                  <a:cubicBezTo>
                    <a:pt x="0" y="134"/>
                    <a:pt x="34" y="434"/>
                    <a:pt x="201" y="701"/>
                  </a:cubicBezTo>
                  <a:cubicBezTo>
                    <a:pt x="334" y="914"/>
                    <a:pt x="531" y="1064"/>
                    <a:pt x="690" y="1064"/>
                  </a:cubicBezTo>
                  <a:cubicBezTo>
                    <a:pt x="730" y="1064"/>
                    <a:pt x="768" y="1054"/>
                    <a:pt x="801" y="1034"/>
                  </a:cubicBezTo>
                  <a:cubicBezTo>
                    <a:pt x="934" y="934"/>
                    <a:pt x="901" y="634"/>
                    <a:pt x="734" y="334"/>
                  </a:cubicBezTo>
                  <a:cubicBezTo>
                    <a:pt x="579" y="127"/>
                    <a:pt x="404" y="0"/>
                    <a:pt x="2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26"/>
            <p:cNvSpPr/>
            <p:nvPr/>
          </p:nvSpPr>
          <p:spPr>
            <a:xfrm>
              <a:off x="4980286" y="3947296"/>
              <a:ext cx="27370" cy="30085"/>
            </a:xfrm>
            <a:custGeom>
              <a:avLst/>
              <a:gdLst/>
              <a:ahLst/>
              <a:cxnLst/>
              <a:rect l="l" t="t" r="r" b="b"/>
              <a:pathLst>
                <a:path w="968" h="1064" extrusionOk="0">
                  <a:moveTo>
                    <a:pt x="244" y="1"/>
                  </a:moveTo>
                  <a:cubicBezTo>
                    <a:pt x="204" y="1"/>
                    <a:pt x="167" y="10"/>
                    <a:pt x="134" y="30"/>
                  </a:cubicBezTo>
                  <a:cubicBezTo>
                    <a:pt x="0" y="130"/>
                    <a:pt x="34" y="431"/>
                    <a:pt x="200" y="697"/>
                  </a:cubicBezTo>
                  <a:cubicBezTo>
                    <a:pt x="330" y="931"/>
                    <a:pt x="521" y="1064"/>
                    <a:pt x="678" y="1064"/>
                  </a:cubicBezTo>
                  <a:cubicBezTo>
                    <a:pt x="722" y="1064"/>
                    <a:pt x="764" y="1053"/>
                    <a:pt x="801" y="1031"/>
                  </a:cubicBezTo>
                  <a:cubicBezTo>
                    <a:pt x="968" y="931"/>
                    <a:pt x="934" y="631"/>
                    <a:pt x="734" y="364"/>
                  </a:cubicBezTo>
                  <a:cubicBezTo>
                    <a:pt x="601" y="150"/>
                    <a:pt x="403" y="1"/>
                    <a:pt x="2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6"/>
            <p:cNvSpPr/>
            <p:nvPr/>
          </p:nvSpPr>
          <p:spPr>
            <a:xfrm>
              <a:off x="5248135" y="1603412"/>
              <a:ext cx="479176" cy="607432"/>
            </a:xfrm>
            <a:custGeom>
              <a:avLst/>
              <a:gdLst/>
              <a:ahLst/>
              <a:cxnLst/>
              <a:rect l="l" t="t" r="r" b="b"/>
              <a:pathLst>
                <a:path w="16947" h="21483" extrusionOk="0">
                  <a:moveTo>
                    <a:pt x="13477" y="0"/>
                  </a:moveTo>
                  <a:cubicBezTo>
                    <a:pt x="13477" y="0"/>
                    <a:pt x="12676" y="934"/>
                    <a:pt x="11442" y="2502"/>
                  </a:cubicBezTo>
                  <a:cubicBezTo>
                    <a:pt x="8607" y="6038"/>
                    <a:pt x="3570" y="12876"/>
                    <a:pt x="835" y="19347"/>
                  </a:cubicBezTo>
                  <a:cubicBezTo>
                    <a:pt x="534" y="20081"/>
                    <a:pt x="268" y="20782"/>
                    <a:pt x="1" y="21482"/>
                  </a:cubicBezTo>
                  <a:cubicBezTo>
                    <a:pt x="601" y="21082"/>
                    <a:pt x="1202" y="20615"/>
                    <a:pt x="1802" y="20115"/>
                  </a:cubicBezTo>
                  <a:cubicBezTo>
                    <a:pt x="7306" y="15678"/>
                    <a:pt x="12476" y="8940"/>
                    <a:pt x="15112" y="5237"/>
                  </a:cubicBezTo>
                  <a:cubicBezTo>
                    <a:pt x="16246" y="3636"/>
                    <a:pt x="16946" y="2602"/>
                    <a:pt x="16946" y="2602"/>
                  </a:cubicBezTo>
                  <a:lnTo>
                    <a:pt x="16012" y="234"/>
                  </a:lnTo>
                  <a:lnTo>
                    <a:pt x="134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6"/>
            <p:cNvSpPr/>
            <p:nvPr/>
          </p:nvSpPr>
          <p:spPr>
            <a:xfrm>
              <a:off x="5261340" y="1706219"/>
              <a:ext cx="599882" cy="793227"/>
            </a:xfrm>
            <a:custGeom>
              <a:avLst/>
              <a:gdLst/>
              <a:ahLst/>
              <a:cxnLst/>
              <a:rect l="l" t="t" r="r" b="b"/>
              <a:pathLst>
                <a:path w="21216" h="28054" extrusionOk="0">
                  <a:moveTo>
                    <a:pt x="16412" y="0"/>
                  </a:moveTo>
                  <a:lnTo>
                    <a:pt x="11075" y="1935"/>
                  </a:lnTo>
                  <a:lnTo>
                    <a:pt x="14778" y="9140"/>
                  </a:lnTo>
                  <a:cubicBezTo>
                    <a:pt x="14778" y="9140"/>
                    <a:pt x="7673" y="21182"/>
                    <a:pt x="1" y="28054"/>
                  </a:cubicBezTo>
                  <a:lnTo>
                    <a:pt x="1" y="28054"/>
                  </a:lnTo>
                  <a:cubicBezTo>
                    <a:pt x="10808" y="24751"/>
                    <a:pt x="21216" y="10007"/>
                    <a:pt x="21216" y="10007"/>
                  </a:cubicBezTo>
                  <a:lnTo>
                    <a:pt x="1641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6"/>
            <p:cNvSpPr/>
            <p:nvPr/>
          </p:nvSpPr>
          <p:spPr>
            <a:xfrm>
              <a:off x="4508688" y="2138827"/>
              <a:ext cx="1196909" cy="701757"/>
            </a:xfrm>
            <a:custGeom>
              <a:avLst/>
              <a:gdLst/>
              <a:ahLst/>
              <a:cxnLst/>
              <a:rect l="l" t="t" r="r" b="b"/>
              <a:pathLst>
                <a:path w="42331" h="24819" extrusionOk="0">
                  <a:moveTo>
                    <a:pt x="15003" y="1"/>
                  </a:moveTo>
                  <a:cubicBezTo>
                    <a:pt x="8288" y="1"/>
                    <a:pt x="2639" y="1793"/>
                    <a:pt x="2102" y="3847"/>
                  </a:cubicBezTo>
                  <a:cubicBezTo>
                    <a:pt x="1" y="11820"/>
                    <a:pt x="6205" y="20759"/>
                    <a:pt x="17947" y="23862"/>
                  </a:cubicBezTo>
                  <a:cubicBezTo>
                    <a:pt x="20415" y="24514"/>
                    <a:pt x="22797" y="24818"/>
                    <a:pt x="25039" y="24818"/>
                  </a:cubicBezTo>
                  <a:cubicBezTo>
                    <a:pt x="33459" y="24818"/>
                    <a:pt x="39904" y="20525"/>
                    <a:pt x="41564" y="14255"/>
                  </a:cubicBezTo>
                  <a:cubicBezTo>
                    <a:pt x="42331" y="11286"/>
                    <a:pt x="33792" y="3680"/>
                    <a:pt x="23918" y="1112"/>
                  </a:cubicBezTo>
                  <a:cubicBezTo>
                    <a:pt x="20963" y="331"/>
                    <a:pt x="17885" y="1"/>
                    <a:pt x="150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6"/>
            <p:cNvSpPr/>
            <p:nvPr/>
          </p:nvSpPr>
          <p:spPr>
            <a:xfrm>
              <a:off x="4604907" y="2195207"/>
              <a:ext cx="1003565" cy="589223"/>
            </a:xfrm>
            <a:custGeom>
              <a:avLst/>
              <a:gdLst/>
              <a:ahLst/>
              <a:cxnLst/>
              <a:rect l="l" t="t" r="r" b="b"/>
              <a:pathLst>
                <a:path w="35493" h="20839" extrusionOk="0">
                  <a:moveTo>
                    <a:pt x="12620" y="1"/>
                  </a:moveTo>
                  <a:cubicBezTo>
                    <a:pt x="6952" y="1"/>
                    <a:pt x="2180" y="1521"/>
                    <a:pt x="1735" y="3254"/>
                  </a:cubicBezTo>
                  <a:cubicBezTo>
                    <a:pt x="0" y="9959"/>
                    <a:pt x="5171" y="17464"/>
                    <a:pt x="15011" y="20033"/>
                  </a:cubicBezTo>
                  <a:cubicBezTo>
                    <a:pt x="17080" y="20582"/>
                    <a:pt x="19079" y="20838"/>
                    <a:pt x="20962" y="20838"/>
                  </a:cubicBezTo>
                  <a:cubicBezTo>
                    <a:pt x="28006" y="20838"/>
                    <a:pt x="33430" y="17251"/>
                    <a:pt x="34825" y="11961"/>
                  </a:cubicBezTo>
                  <a:cubicBezTo>
                    <a:pt x="35492" y="9492"/>
                    <a:pt x="28354" y="3121"/>
                    <a:pt x="20048" y="919"/>
                  </a:cubicBezTo>
                  <a:cubicBezTo>
                    <a:pt x="17585" y="274"/>
                    <a:pt x="15022" y="1"/>
                    <a:pt x="126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6"/>
            <p:cNvSpPr/>
            <p:nvPr/>
          </p:nvSpPr>
          <p:spPr>
            <a:xfrm>
              <a:off x="4717131" y="2261371"/>
              <a:ext cx="295248" cy="336529"/>
            </a:xfrm>
            <a:custGeom>
              <a:avLst/>
              <a:gdLst/>
              <a:ahLst/>
              <a:cxnLst/>
              <a:rect l="l" t="t" r="r" b="b"/>
              <a:pathLst>
                <a:path w="10442" h="11902" extrusionOk="0">
                  <a:moveTo>
                    <a:pt x="5866" y="1"/>
                  </a:moveTo>
                  <a:cubicBezTo>
                    <a:pt x="3729" y="1"/>
                    <a:pt x="1598" y="1966"/>
                    <a:pt x="835" y="4784"/>
                  </a:cubicBezTo>
                  <a:cubicBezTo>
                    <a:pt x="1" y="8019"/>
                    <a:pt x="1268" y="11155"/>
                    <a:pt x="3670" y="11789"/>
                  </a:cubicBezTo>
                  <a:cubicBezTo>
                    <a:pt x="3962" y="11865"/>
                    <a:pt x="4258" y="11901"/>
                    <a:pt x="4552" y="11901"/>
                  </a:cubicBezTo>
                  <a:cubicBezTo>
                    <a:pt x="6712" y="11901"/>
                    <a:pt x="8840" y="9932"/>
                    <a:pt x="9574" y="7085"/>
                  </a:cubicBezTo>
                  <a:cubicBezTo>
                    <a:pt x="10441" y="3883"/>
                    <a:pt x="9174" y="747"/>
                    <a:pt x="6739" y="114"/>
                  </a:cubicBezTo>
                  <a:cubicBezTo>
                    <a:pt x="6450" y="38"/>
                    <a:pt x="6158" y="1"/>
                    <a:pt x="58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6"/>
            <p:cNvSpPr/>
            <p:nvPr/>
          </p:nvSpPr>
          <p:spPr>
            <a:xfrm>
              <a:off x="4572844" y="2230551"/>
              <a:ext cx="127351" cy="228349"/>
            </a:xfrm>
            <a:custGeom>
              <a:avLst/>
              <a:gdLst/>
              <a:ahLst/>
              <a:cxnLst/>
              <a:rect l="l" t="t" r="r" b="b"/>
              <a:pathLst>
                <a:path w="4504" h="8076" extrusionOk="0">
                  <a:moveTo>
                    <a:pt x="2068" y="403"/>
                  </a:moveTo>
                  <a:cubicBezTo>
                    <a:pt x="2435" y="403"/>
                    <a:pt x="2869" y="737"/>
                    <a:pt x="3202" y="1304"/>
                  </a:cubicBezTo>
                  <a:cubicBezTo>
                    <a:pt x="3669" y="2104"/>
                    <a:pt x="3903" y="2972"/>
                    <a:pt x="3970" y="3872"/>
                  </a:cubicBezTo>
                  <a:cubicBezTo>
                    <a:pt x="4070" y="4773"/>
                    <a:pt x="3970" y="5707"/>
                    <a:pt x="3703" y="6541"/>
                  </a:cubicBezTo>
                  <a:cubicBezTo>
                    <a:pt x="3436" y="7208"/>
                    <a:pt x="3036" y="7642"/>
                    <a:pt x="2669" y="7675"/>
                  </a:cubicBezTo>
                  <a:cubicBezTo>
                    <a:pt x="2650" y="7677"/>
                    <a:pt x="2632" y="7677"/>
                    <a:pt x="2613" y="7677"/>
                  </a:cubicBezTo>
                  <a:cubicBezTo>
                    <a:pt x="2226" y="7677"/>
                    <a:pt x="1785" y="7347"/>
                    <a:pt x="1434" y="6774"/>
                  </a:cubicBezTo>
                  <a:cubicBezTo>
                    <a:pt x="600" y="5140"/>
                    <a:pt x="400" y="3238"/>
                    <a:pt x="967" y="1504"/>
                  </a:cubicBezTo>
                  <a:cubicBezTo>
                    <a:pt x="1201" y="837"/>
                    <a:pt x="1568" y="436"/>
                    <a:pt x="2001" y="403"/>
                  </a:cubicBezTo>
                  <a:close/>
                  <a:moveTo>
                    <a:pt x="2039" y="1"/>
                  </a:moveTo>
                  <a:cubicBezTo>
                    <a:pt x="2015" y="1"/>
                    <a:pt x="1992" y="1"/>
                    <a:pt x="1968" y="3"/>
                  </a:cubicBezTo>
                  <a:cubicBezTo>
                    <a:pt x="1401" y="70"/>
                    <a:pt x="901" y="537"/>
                    <a:pt x="600" y="1370"/>
                  </a:cubicBezTo>
                  <a:cubicBezTo>
                    <a:pt x="0" y="3238"/>
                    <a:pt x="167" y="5240"/>
                    <a:pt x="1101" y="6974"/>
                  </a:cubicBezTo>
                  <a:cubicBezTo>
                    <a:pt x="1534" y="7675"/>
                    <a:pt x="2068" y="8075"/>
                    <a:pt x="2602" y="8075"/>
                  </a:cubicBezTo>
                  <a:lnTo>
                    <a:pt x="2702" y="8075"/>
                  </a:lnTo>
                  <a:cubicBezTo>
                    <a:pt x="3302" y="8009"/>
                    <a:pt x="3769" y="7542"/>
                    <a:pt x="4103" y="6708"/>
                  </a:cubicBezTo>
                  <a:cubicBezTo>
                    <a:pt x="4403" y="5774"/>
                    <a:pt x="4503" y="4806"/>
                    <a:pt x="4403" y="3839"/>
                  </a:cubicBezTo>
                  <a:cubicBezTo>
                    <a:pt x="4336" y="2872"/>
                    <a:pt x="4036" y="1938"/>
                    <a:pt x="3569" y="1104"/>
                  </a:cubicBezTo>
                  <a:cubicBezTo>
                    <a:pt x="3122" y="368"/>
                    <a:pt x="2582" y="1"/>
                    <a:pt x="20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6"/>
            <p:cNvSpPr/>
            <p:nvPr/>
          </p:nvSpPr>
          <p:spPr>
            <a:xfrm>
              <a:off x="5482988" y="2491020"/>
              <a:ext cx="175475" cy="199904"/>
            </a:xfrm>
            <a:custGeom>
              <a:avLst/>
              <a:gdLst/>
              <a:ahLst/>
              <a:cxnLst/>
              <a:rect l="l" t="t" r="r" b="b"/>
              <a:pathLst>
                <a:path w="6206" h="7070" extrusionOk="0">
                  <a:moveTo>
                    <a:pt x="4837" y="398"/>
                  </a:moveTo>
                  <a:cubicBezTo>
                    <a:pt x="5004" y="398"/>
                    <a:pt x="5171" y="431"/>
                    <a:pt x="5338" y="531"/>
                  </a:cubicBezTo>
                  <a:cubicBezTo>
                    <a:pt x="5671" y="765"/>
                    <a:pt x="5805" y="1332"/>
                    <a:pt x="5671" y="2032"/>
                  </a:cubicBezTo>
                  <a:cubicBezTo>
                    <a:pt x="5304" y="3800"/>
                    <a:pt x="4204" y="5368"/>
                    <a:pt x="2669" y="6369"/>
                  </a:cubicBezTo>
                  <a:cubicBezTo>
                    <a:pt x="2308" y="6570"/>
                    <a:pt x="1958" y="6674"/>
                    <a:pt x="1664" y="6674"/>
                  </a:cubicBezTo>
                  <a:cubicBezTo>
                    <a:pt x="1470" y="6674"/>
                    <a:pt x="1301" y="6628"/>
                    <a:pt x="1168" y="6535"/>
                  </a:cubicBezTo>
                  <a:cubicBezTo>
                    <a:pt x="434" y="6035"/>
                    <a:pt x="768" y="4234"/>
                    <a:pt x="1902" y="2599"/>
                  </a:cubicBezTo>
                  <a:cubicBezTo>
                    <a:pt x="2402" y="1832"/>
                    <a:pt x="3036" y="1198"/>
                    <a:pt x="3803" y="731"/>
                  </a:cubicBezTo>
                  <a:cubicBezTo>
                    <a:pt x="4137" y="531"/>
                    <a:pt x="4471" y="431"/>
                    <a:pt x="4837" y="398"/>
                  </a:cubicBezTo>
                  <a:close/>
                  <a:moveTo>
                    <a:pt x="4827" y="1"/>
                  </a:moveTo>
                  <a:cubicBezTo>
                    <a:pt x="4471" y="1"/>
                    <a:pt x="4058" y="118"/>
                    <a:pt x="3603" y="364"/>
                  </a:cubicBezTo>
                  <a:cubicBezTo>
                    <a:pt x="2803" y="865"/>
                    <a:pt x="2102" y="1565"/>
                    <a:pt x="1568" y="2366"/>
                  </a:cubicBezTo>
                  <a:cubicBezTo>
                    <a:pt x="268" y="4234"/>
                    <a:pt x="1" y="6202"/>
                    <a:pt x="935" y="6869"/>
                  </a:cubicBezTo>
                  <a:cubicBezTo>
                    <a:pt x="1135" y="7002"/>
                    <a:pt x="1402" y="7069"/>
                    <a:pt x="1669" y="7069"/>
                  </a:cubicBezTo>
                  <a:cubicBezTo>
                    <a:pt x="2102" y="7069"/>
                    <a:pt x="2502" y="6936"/>
                    <a:pt x="2869" y="6702"/>
                  </a:cubicBezTo>
                  <a:cubicBezTo>
                    <a:pt x="4537" y="5668"/>
                    <a:pt x="5671" y="4000"/>
                    <a:pt x="6072" y="2099"/>
                  </a:cubicBezTo>
                  <a:cubicBezTo>
                    <a:pt x="6205" y="1198"/>
                    <a:pt x="6038" y="531"/>
                    <a:pt x="5538" y="198"/>
                  </a:cubicBezTo>
                  <a:cubicBezTo>
                    <a:pt x="5336" y="68"/>
                    <a:pt x="5098" y="1"/>
                    <a:pt x="48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6"/>
            <p:cNvSpPr/>
            <p:nvPr/>
          </p:nvSpPr>
          <p:spPr>
            <a:xfrm>
              <a:off x="4797319" y="2331097"/>
              <a:ext cx="184890" cy="209998"/>
            </a:xfrm>
            <a:custGeom>
              <a:avLst/>
              <a:gdLst/>
              <a:ahLst/>
              <a:cxnLst/>
              <a:rect l="l" t="t" r="r" b="b"/>
              <a:pathLst>
                <a:path w="6539" h="7427" extrusionOk="0">
                  <a:moveTo>
                    <a:pt x="3624" y="1"/>
                  </a:moveTo>
                  <a:cubicBezTo>
                    <a:pt x="2302" y="1"/>
                    <a:pt x="999" y="1239"/>
                    <a:pt x="534" y="2985"/>
                  </a:cubicBezTo>
                  <a:cubicBezTo>
                    <a:pt x="0" y="5020"/>
                    <a:pt x="801" y="6954"/>
                    <a:pt x="2302" y="7355"/>
                  </a:cubicBezTo>
                  <a:cubicBezTo>
                    <a:pt x="2485" y="7403"/>
                    <a:pt x="2670" y="7427"/>
                    <a:pt x="2854" y="7427"/>
                  </a:cubicBezTo>
                  <a:cubicBezTo>
                    <a:pt x="4185" y="7427"/>
                    <a:pt x="5502" y="6206"/>
                    <a:pt x="5971" y="4419"/>
                  </a:cubicBezTo>
                  <a:cubicBezTo>
                    <a:pt x="6538" y="2418"/>
                    <a:pt x="5704" y="483"/>
                    <a:pt x="4203" y="83"/>
                  </a:cubicBezTo>
                  <a:cubicBezTo>
                    <a:pt x="4011" y="27"/>
                    <a:pt x="3817" y="1"/>
                    <a:pt x="36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6"/>
            <p:cNvSpPr/>
            <p:nvPr/>
          </p:nvSpPr>
          <p:spPr>
            <a:xfrm>
              <a:off x="5188730" y="2385583"/>
              <a:ext cx="295248" cy="336812"/>
            </a:xfrm>
            <a:custGeom>
              <a:avLst/>
              <a:gdLst/>
              <a:ahLst/>
              <a:cxnLst/>
              <a:rect l="l" t="t" r="r" b="b"/>
              <a:pathLst>
                <a:path w="10442" h="11912" extrusionOk="0">
                  <a:moveTo>
                    <a:pt x="5862" y="0"/>
                  </a:moveTo>
                  <a:cubicBezTo>
                    <a:pt x="3731" y="0"/>
                    <a:pt x="1597" y="1963"/>
                    <a:pt x="868" y="4794"/>
                  </a:cubicBezTo>
                  <a:cubicBezTo>
                    <a:pt x="0" y="8030"/>
                    <a:pt x="1268" y="11165"/>
                    <a:pt x="3703" y="11799"/>
                  </a:cubicBezTo>
                  <a:cubicBezTo>
                    <a:pt x="3991" y="11875"/>
                    <a:pt x="4283" y="11912"/>
                    <a:pt x="4576" y="11912"/>
                  </a:cubicBezTo>
                  <a:cubicBezTo>
                    <a:pt x="6719" y="11912"/>
                    <a:pt x="8873" y="9943"/>
                    <a:pt x="9607" y="7096"/>
                  </a:cubicBezTo>
                  <a:cubicBezTo>
                    <a:pt x="10441" y="3860"/>
                    <a:pt x="9173" y="758"/>
                    <a:pt x="6772" y="124"/>
                  </a:cubicBezTo>
                  <a:cubicBezTo>
                    <a:pt x="6471" y="40"/>
                    <a:pt x="6167" y="0"/>
                    <a:pt x="58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6"/>
            <p:cNvSpPr/>
            <p:nvPr/>
          </p:nvSpPr>
          <p:spPr>
            <a:xfrm>
              <a:off x="5219860" y="2442670"/>
              <a:ext cx="183929" cy="209687"/>
            </a:xfrm>
            <a:custGeom>
              <a:avLst/>
              <a:gdLst/>
              <a:ahLst/>
              <a:cxnLst/>
              <a:rect l="l" t="t" r="r" b="b"/>
              <a:pathLst>
                <a:path w="6505" h="7416" extrusionOk="0">
                  <a:moveTo>
                    <a:pt x="3648" y="1"/>
                  </a:moveTo>
                  <a:cubicBezTo>
                    <a:pt x="2312" y="1"/>
                    <a:pt x="973" y="1218"/>
                    <a:pt x="534" y="2975"/>
                  </a:cubicBezTo>
                  <a:cubicBezTo>
                    <a:pt x="0" y="4976"/>
                    <a:pt x="767" y="6945"/>
                    <a:pt x="2302" y="7345"/>
                  </a:cubicBezTo>
                  <a:cubicBezTo>
                    <a:pt x="2481" y="7393"/>
                    <a:pt x="2663" y="7416"/>
                    <a:pt x="2845" y="7416"/>
                  </a:cubicBezTo>
                  <a:cubicBezTo>
                    <a:pt x="4179" y="7416"/>
                    <a:pt x="5501" y="6171"/>
                    <a:pt x="5971" y="4409"/>
                  </a:cubicBezTo>
                  <a:cubicBezTo>
                    <a:pt x="6505" y="2408"/>
                    <a:pt x="5704" y="473"/>
                    <a:pt x="4203" y="73"/>
                  </a:cubicBezTo>
                  <a:cubicBezTo>
                    <a:pt x="4020" y="24"/>
                    <a:pt x="3834" y="1"/>
                    <a:pt x="36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6"/>
            <p:cNvSpPr/>
            <p:nvPr/>
          </p:nvSpPr>
          <p:spPr>
            <a:xfrm>
              <a:off x="4965187" y="1552488"/>
              <a:ext cx="630080" cy="720588"/>
            </a:xfrm>
            <a:custGeom>
              <a:avLst/>
              <a:gdLst/>
              <a:ahLst/>
              <a:cxnLst/>
              <a:rect l="l" t="t" r="r" b="b"/>
              <a:pathLst>
                <a:path w="22284" h="25485" extrusionOk="0">
                  <a:moveTo>
                    <a:pt x="11309" y="0"/>
                  </a:moveTo>
                  <a:cubicBezTo>
                    <a:pt x="11309" y="0"/>
                    <a:pt x="101" y="14177"/>
                    <a:pt x="1" y="25485"/>
                  </a:cubicBezTo>
                  <a:cubicBezTo>
                    <a:pt x="4404" y="16145"/>
                    <a:pt x="13944" y="5971"/>
                    <a:pt x="13944" y="5971"/>
                  </a:cubicBezTo>
                  <a:lnTo>
                    <a:pt x="21883" y="7439"/>
                  </a:lnTo>
                  <a:lnTo>
                    <a:pt x="22283" y="1768"/>
                  </a:lnTo>
                  <a:lnTo>
                    <a:pt x="1130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6"/>
            <p:cNvSpPr/>
            <p:nvPr/>
          </p:nvSpPr>
          <p:spPr>
            <a:xfrm>
              <a:off x="5507502" y="1379728"/>
              <a:ext cx="501796" cy="457263"/>
            </a:xfrm>
            <a:custGeom>
              <a:avLst/>
              <a:gdLst/>
              <a:ahLst/>
              <a:cxnLst/>
              <a:rect l="l" t="t" r="r" b="b"/>
              <a:pathLst>
                <a:path w="17747" h="16172" extrusionOk="0">
                  <a:moveTo>
                    <a:pt x="11439" y="0"/>
                  </a:moveTo>
                  <a:cubicBezTo>
                    <a:pt x="10829" y="0"/>
                    <a:pt x="10212" y="211"/>
                    <a:pt x="9708" y="639"/>
                  </a:cubicBezTo>
                  <a:lnTo>
                    <a:pt x="2403" y="7011"/>
                  </a:lnTo>
                  <a:cubicBezTo>
                    <a:pt x="234" y="8912"/>
                    <a:pt x="1" y="12214"/>
                    <a:pt x="1902" y="14383"/>
                  </a:cubicBezTo>
                  <a:cubicBezTo>
                    <a:pt x="2920" y="15564"/>
                    <a:pt x="4364" y="16171"/>
                    <a:pt x="5819" y="16171"/>
                  </a:cubicBezTo>
                  <a:cubicBezTo>
                    <a:pt x="7033" y="16171"/>
                    <a:pt x="8254" y="15748"/>
                    <a:pt x="9241" y="14883"/>
                  </a:cubicBezTo>
                  <a:lnTo>
                    <a:pt x="16579" y="8512"/>
                  </a:lnTo>
                  <a:cubicBezTo>
                    <a:pt x="17647" y="7544"/>
                    <a:pt x="17747" y="5943"/>
                    <a:pt x="16846" y="4842"/>
                  </a:cubicBezTo>
                  <a:lnTo>
                    <a:pt x="13377" y="873"/>
                  </a:lnTo>
                  <a:cubicBezTo>
                    <a:pt x="12871" y="295"/>
                    <a:pt x="12160" y="0"/>
                    <a:pt x="114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6"/>
            <p:cNvSpPr/>
            <p:nvPr/>
          </p:nvSpPr>
          <p:spPr>
            <a:xfrm>
              <a:off x="5711252" y="1316562"/>
              <a:ext cx="369752" cy="343372"/>
            </a:xfrm>
            <a:custGeom>
              <a:avLst/>
              <a:gdLst/>
              <a:ahLst/>
              <a:cxnLst/>
              <a:rect l="l" t="t" r="r" b="b"/>
              <a:pathLst>
                <a:path w="13077" h="12144" extrusionOk="0">
                  <a:moveTo>
                    <a:pt x="7346" y="1"/>
                  </a:moveTo>
                  <a:cubicBezTo>
                    <a:pt x="6867" y="1"/>
                    <a:pt x="6387" y="169"/>
                    <a:pt x="6004" y="505"/>
                  </a:cubicBezTo>
                  <a:lnTo>
                    <a:pt x="1868" y="4108"/>
                  </a:lnTo>
                  <a:cubicBezTo>
                    <a:pt x="167" y="5575"/>
                    <a:pt x="0" y="8144"/>
                    <a:pt x="1468" y="9845"/>
                  </a:cubicBezTo>
                  <a:lnTo>
                    <a:pt x="2268" y="10746"/>
                  </a:lnTo>
                  <a:cubicBezTo>
                    <a:pt x="3068" y="11672"/>
                    <a:pt x="4194" y="12144"/>
                    <a:pt x="5328" y="12144"/>
                  </a:cubicBezTo>
                  <a:cubicBezTo>
                    <a:pt x="6277" y="12144"/>
                    <a:pt x="7231" y="11814"/>
                    <a:pt x="8006" y="11146"/>
                  </a:cubicBezTo>
                  <a:lnTo>
                    <a:pt x="12142" y="7510"/>
                  </a:lnTo>
                  <a:cubicBezTo>
                    <a:pt x="12976" y="6776"/>
                    <a:pt x="13076" y="5509"/>
                    <a:pt x="12342" y="4675"/>
                  </a:cubicBezTo>
                  <a:lnTo>
                    <a:pt x="8873" y="705"/>
                  </a:lnTo>
                  <a:cubicBezTo>
                    <a:pt x="8476" y="235"/>
                    <a:pt x="7912" y="1"/>
                    <a:pt x="73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6"/>
            <p:cNvSpPr/>
            <p:nvPr/>
          </p:nvSpPr>
          <p:spPr>
            <a:xfrm>
              <a:off x="5726322" y="982182"/>
              <a:ext cx="903584" cy="688864"/>
            </a:xfrm>
            <a:custGeom>
              <a:avLst/>
              <a:gdLst/>
              <a:ahLst/>
              <a:cxnLst/>
              <a:rect l="l" t="t" r="r" b="b"/>
              <a:pathLst>
                <a:path w="31957" h="24363" extrusionOk="0">
                  <a:moveTo>
                    <a:pt x="23130" y="1"/>
                  </a:moveTo>
                  <a:cubicBezTo>
                    <a:pt x="22500" y="1"/>
                    <a:pt x="21859" y="136"/>
                    <a:pt x="21249" y="423"/>
                  </a:cubicBezTo>
                  <a:lnTo>
                    <a:pt x="6339" y="7461"/>
                  </a:lnTo>
                  <a:cubicBezTo>
                    <a:pt x="1902" y="9596"/>
                    <a:pt x="1" y="14866"/>
                    <a:pt x="2102" y="19303"/>
                  </a:cubicBezTo>
                  <a:cubicBezTo>
                    <a:pt x="3622" y="22487"/>
                    <a:pt x="6816" y="24363"/>
                    <a:pt x="10146" y="24363"/>
                  </a:cubicBezTo>
                  <a:cubicBezTo>
                    <a:pt x="11421" y="24363"/>
                    <a:pt x="12716" y="24088"/>
                    <a:pt x="13944" y="23506"/>
                  </a:cubicBezTo>
                  <a:lnTo>
                    <a:pt x="28855" y="16434"/>
                  </a:lnTo>
                  <a:cubicBezTo>
                    <a:pt x="31056" y="15400"/>
                    <a:pt x="31957" y="12765"/>
                    <a:pt x="30956" y="10563"/>
                  </a:cubicBezTo>
                  <a:lnTo>
                    <a:pt x="27120" y="2491"/>
                  </a:lnTo>
                  <a:cubicBezTo>
                    <a:pt x="26348" y="923"/>
                    <a:pt x="24775" y="1"/>
                    <a:pt x="231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6"/>
            <p:cNvSpPr/>
            <p:nvPr/>
          </p:nvSpPr>
          <p:spPr>
            <a:xfrm>
              <a:off x="6154519" y="760308"/>
              <a:ext cx="801738" cy="728251"/>
            </a:xfrm>
            <a:custGeom>
              <a:avLst/>
              <a:gdLst/>
              <a:ahLst/>
              <a:cxnLst/>
              <a:rect l="l" t="t" r="r" b="b"/>
              <a:pathLst>
                <a:path w="28355" h="25756" extrusionOk="0">
                  <a:moveTo>
                    <a:pt x="14179" y="1"/>
                  </a:moveTo>
                  <a:cubicBezTo>
                    <a:pt x="8379" y="1"/>
                    <a:pt x="3120" y="3949"/>
                    <a:pt x="1669" y="9837"/>
                  </a:cubicBezTo>
                  <a:cubicBezTo>
                    <a:pt x="1" y="16742"/>
                    <a:pt x="4237" y="23714"/>
                    <a:pt x="11142" y="25382"/>
                  </a:cubicBezTo>
                  <a:cubicBezTo>
                    <a:pt x="12169" y="25635"/>
                    <a:pt x="13196" y="25756"/>
                    <a:pt x="14208" y="25756"/>
                  </a:cubicBezTo>
                  <a:cubicBezTo>
                    <a:pt x="20002" y="25756"/>
                    <a:pt x="25267" y="21787"/>
                    <a:pt x="26687" y="15908"/>
                  </a:cubicBezTo>
                  <a:cubicBezTo>
                    <a:pt x="28355" y="9003"/>
                    <a:pt x="24118" y="2065"/>
                    <a:pt x="17213" y="364"/>
                  </a:cubicBezTo>
                  <a:cubicBezTo>
                    <a:pt x="16197" y="118"/>
                    <a:pt x="15180" y="1"/>
                    <a:pt x="14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6"/>
            <p:cNvSpPr/>
            <p:nvPr/>
          </p:nvSpPr>
          <p:spPr>
            <a:xfrm>
              <a:off x="6444083" y="847677"/>
              <a:ext cx="465972" cy="583398"/>
            </a:xfrm>
            <a:custGeom>
              <a:avLst/>
              <a:gdLst/>
              <a:ahLst/>
              <a:cxnLst/>
              <a:rect l="l" t="t" r="r" b="b"/>
              <a:pathLst>
                <a:path w="16480" h="20633" extrusionOk="0">
                  <a:moveTo>
                    <a:pt x="8441" y="0"/>
                  </a:moveTo>
                  <a:cubicBezTo>
                    <a:pt x="4181" y="0"/>
                    <a:pt x="560" y="4356"/>
                    <a:pt x="267" y="9916"/>
                  </a:cubicBezTo>
                  <a:cubicBezTo>
                    <a:pt x="1" y="15620"/>
                    <a:pt x="3303" y="20424"/>
                    <a:pt x="7706" y="20624"/>
                  </a:cubicBezTo>
                  <a:cubicBezTo>
                    <a:pt x="7816" y="20630"/>
                    <a:pt x="7926" y="20633"/>
                    <a:pt x="8036" y="20633"/>
                  </a:cubicBezTo>
                  <a:cubicBezTo>
                    <a:pt x="12266" y="20633"/>
                    <a:pt x="15886" y="16278"/>
                    <a:pt x="16179" y="10750"/>
                  </a:cubicBezTo>
                  <a:cubicBezTo>
                    <a:pt x="16479" y="5046"/>
                    <a:pt x="13143" y="243"/>
                    <a:pt x="8774" y="9"/>
                  </a:cubicBezTo>
                  <a:cubicBezTo>
                    <a:pt x="8662" y="3"/>
                    <a:pt x="8552" y="0"/>
                    <a:pt x="84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6"/>
            <p:cNvSpPr/>
            <p:nvPr/>
          </p:nvSpPr>
          <p:spPr>
            <a:xfrm>
              <a:off x="6191305" y="1010909"/>
              <a:ext cx="409365" cy="420873"/>
            </a:xfrm>
            <a:custGeom>
              <a:avLst/>
              <a:gdLst/>
              <a:ahLst/>
              <a:cxnLst/>
              <a:rect l="l" t="t" r="r" b="b"/>
              <a:pathLst>
                <a:path w="14478" h="14885" extrusionOk="0">
                  <a:moveTo>
                    <a:pt x="5273" y="304"/>
                  </a:moveTo>
                  <a:cubicBezTo>
                    <a:pt x="5328" y="304"/>
                    <a:pt x="5383" y="305"/>
                    <a:pt x="5438" y="307"/>
                  </a:cubicBezTo>
                  <a:cubicBezTo>
                    <a:pt x="7740" y="307"/>
                    <a:pt x="10308" y="1908"/>
                    <a:pt x="11943" y="4577"/>
                  </a:cubicBezTo>
                  <a:cubicBezTo>
                    <a:pt x="14144" y="8213"/>
                    <a:pt x="13811" y="12416"/>
                    <a:pt x="11242" y="13984"/>
                  </a:cubicBezTo>
                  <a:cubicBezTo>
                    <a:pt x="10572" y="14390"/>
                    <a:pt x="9817" y="14590"/>
                    <a:pt x="9013" y="14590"/>
                  </a:cubicBezTo>
                  <a:cubicBezTo>
                    <a:pt x="8297" y="14590"/>
                    <a:pt x="7542" y="14431"/>
                    <a:pt x="6772" y="14117"/>
                  </a:cubicBezTo>
                  <a:cubicBezTo>
                    <a:pt x="5004" y="13316"/>
                    <a:pt x="3537" y="11982"/>
                    <a:pt x="2536" y="10314"/>
                  </a:cubicBezTo>
                  <a:cubicBezTo>
                    <a:pt x="334" y="6678"/>
                    <a:pt x="668" y="2475"/>
                    <a:pt x="3237" y="874"/>
                  </a:cubicBezTo>
                  <a:cubicBezTo>
                    <a:pt x="3856" y="503"/>
                    <a:pt x="4561" y="304"/>
                    <a:pt x="5273" y="304"/>
                  </a:cubicBezTo>
                  <a:close/>
                  <a:moveTo>
                    <a:pt x="5458" y="0"/>
                  </a:moveTo>
                  <a:cubicBezTo>
                    <a:pt x="4620" y="0"/>
                    <a:pt x="3816" y="206"/>
                    <a:pt x="3103" y="641"/>
                  </a:cubicBezTo>
                  <a:cubicBezTo>
                    <a:pt x="368" y="2309"/>
                    <a:pt x="1" y="6712"/>
                    <a:pt x="2303" y="10448"/>
                  </a:cubicBezTo>
                  <a:cubicBezTo>
                    <a:pt x="3303" y="12182"/>
                    <a:pt x="4838" y="13550"/>
                    <a:pt x="6672" y="14384"/>
                  </a:cubicBezTo>
                  <a:cubicBezTo>
                    <a:pt x="7406" y="14717"/>
                    <a:pt x="8207" y="14884"/>
                    <a:pt x="9041" y="14884"/>
                  </a:cubicBezTo>
                  <a:cubicBezTo>
                    <a:pt x="9841" y="14884"/>
                    <a:pt x="10675" y="14684"/>
                    <a:pt x="11376" y="14250"/>
                  </a:cubicBezTo>
                  <a:cubicBezTo>
                    <a:pt x="14111" y="12583"/>
                    <a:pt x="14478" y="8179"/>
                    <a:pt x="12176" y="4443"/>
                  </a:cubicBezTo>
                  <a:cubicBezTo>
                    <a:pt x="10499" y="1657"/>
                    <a:pt x="7837" y="0"/>
                    <a:pt x="54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6"/>
            <p:cNvSpPr/>
            <p:nvPr/>
          </p:nvSpPr>
          <p:spPr>
            <a:xfrm>
              <a:off x="6291285" y="1052190"/>
              <a:ext cx="8511" cy="7974"/>
            </a:xfrm>
            <a:custGeom>
              <a:avLst/>
              <a:gdLst/>
              <a:ahLst/>
              <a:cxnLst/>
              <a:rect l="l" t="t" r="r" b="b"/>
              <a:pathLst>
                <a:path w="301" h="282" extrusionOk="0">
                  <a:moveTo>
                    <a:pt x="149" y="1"/>
                  </a:moveTo>
                  <a:cubicBezTo>
                    <a:pt x="112" y="1"/>
                    <a:pt x="81" y="24"/>
                    <a:pt x="34" y="48"/>
                  </a:cubicBezTo>
                  <a:cubicBezTo>
                    <a:pt x="1" y="115"/>
                    <a:pt x="1" y="181"/>
                    <a:pt x="34" y="248"/>
                  </a:cubicBezTo>
                  <a:cubicBezTo>
                    <a:pt x="67" y="282"/>
                    <a:pt x="101" y="282"/>
                    <a:pt x="134" y="282"/>
                  </a:cubicBezTo>
                  <a:lnTo>
                    <a:pt x="201" y="282"/>
                  </a:lnTo>
                  <a:cubicBezTo>
                    <a:pt x="234" y="282"/>
                    <a:pt x="234" y="248"/>
                    <a:pt x="268" y="248"/>
                  </a:cubicBezTo>
                  <a:cubicBezTo>
                    <a:pt x="301" y="181"/>
                    <a:pt x="301" y="115"/>
                    <a:pt x="268" y="48"/>
                  </a:cubicBezTo>
                  <a:cubicBezTo>
                    <a:pt x="234" y="15"/>
                    <a:pt x="234" y="15"/>
                    <a:pt x="201" y="15"/>
                  </a:cubicBezTo>
                  <a:cubicBezTo>
                    <a:pt x="181" y="5"/>
                    <a:pt x="165" y="1"/>
                    <a:pt x="1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6"/>
            <p:cNvSpPr/>
            <p:nvPr/>
          </p:nvSpPr>
          <p:spPr>
            <a:xfrm>
              <a:off x="6313933" y="1038449"/>
              <a:ext cx="182996" cy="98114"/>
            </a:xfrm>
            <a:custGeom>
              <a:avLst/>
              <a:gdLst/>
              <a:ahLst/>
              <a:cxnLst/>
              <a:rect l="l" t="t" r="r" b="b"/>
              <a:pathLst>
                <a:path w="6472" h="3470" extrusionOk="0">
                  <a:moveTo>
                    <a:pt x="1068" y="0"/>
                  </a:moveTo>
                  <a:cubicBezTo>
                    <a:pt x="1001" y="0"/>
                    <a:pt x="934" y="67"/>
                    <a:pt x="934" y="134"/>
                  </a:cubicBezTo>
                  <a:lnTo>
                    <a:pt x="934" y="167"/>
                  </a:lnTo>
                  <a:cubicBezTo>
                    <a:pt x="934" y="234"/>
                    <a:pt x="1001" y="267"/>
                    <a:pt x="1068" y="301"/>
                  </a:cubicBezTo>
                  <a:cubicBezTo>
                    <a:pt x="1134" y="301"/>
                    <a:pt x="1201" y="234"/>
                    <a:pt x="1201" y="134"/>
                  </a:cubicBezTo>
                  <a:cubicBezTo>
                    <a:pt x="1201" y="67"/>
                    <a:pt x="1134" y="0"/>
                    <a:pt x="1068" y="0"/>
                  </a:cubicBezTo>
                  <a:close/>
                  <a:moveTo>
                    <a:pt x="1950" y="92"/>
                  </a:moveTo>
                  <a:cubicBezTo>
                    <a:pt x="1879" y="92"/>
                    <a:pt x="1835" y="146"/>
                    <a:pt x="1835" y="200"/>
                  </a:cubicBezTo>
                  <a:cubicBezTo>
                    <a:pt x="1802" y="267"/>
                    <a:pt x="1868" y="367"/>
                    <a:pt x="1935" y="367"/>
                  </a:cubicBezTo>
                  <a:lnTo>
                    <a:pt x="1968" y="367"/>
                  </a:lnTo>
                  <a:cubicBezTo>
                    <a:pt x="2035" y="367"/>
                    <a:pt x="2102" y="334"/>
                    <a:pt x="2102" y="267"/>
                  </a:cubicBezTo>
                  <a:cubicBezTo>
                    <a:pt x="2102" y="200"/>
                    <a:pt x="2068" y="100"/>
                    <a:pt x="2002" y="100"/>
                  </a:cubicBezTo>
                  <a:cubicBezTo>
                    <a:pt x="1983" y="94"/>
                    <a:pt x="1966" y="92"/>
                    <a:pt x="1950" y="92"/>
                  </a:cubicBezTo>
                  <a:close/>
                  <a:moveTo>
                    <a:pt x="188" y="121"/>
                  </a:moveTo>
                  <a:cubicBezTo>
                    <a:pt x="169" y="121"/>
                    <a:pt x="150" y="125"/>
                    <a:pt x="134" y="134"/>
                  </a:cubicBezTo>
                  <a:cubicBezTo>
                    <a:pt x="67" y="134"/>
                    <a:pt x="0" y="234"/>
                    <a:pt x="34" y="301"/>
                  </a:cubicBezTo>
                  <a:cubicBezTo>
                    <a:pt x="67" y="367"/>
                    <a:pt x="100" y="401"/>
                    <a:pt x="167" y="401"/>
                  </a:cubicBezTo>
                  <a:lnTo>
                    <a:pt x="200" y="401"/>
                  </a:lnTo>
                  <a:cubicBezTo>
                    <a:pt x="267" y="367"/>
                    <a:pt x="334" y="301"/>
                    <a:pt x="301" y="234"/>
                  </a:cubicBezTo>
                  <a:cubicBezTo>
                    <a:pt x="301" y="159"/>
                    <a:pt x="244" y="121"/>
                    <a:pt x="188" y="121"/>
                  </a:cubicBezTo>
                  <a:close/>
                  <a:moveTo>
                    <a:pt x="2816" y="354"/>
                  </a:moveTo>
                  <a:cubicBezTo>
                    <a:pt x="2769" y="354"/>
                    <a:pt x="2727" y="385"/>
                    <a:pt x="2702" y="434"/>
                  </a:cubicBezTo>
                  <a:cubicBezTo>
                    <a:pt x="2669" y="501"/>
                    <a:pt x="2702" y="601"/>
                    <a:pt x="2769" y="634"/>
                  </a:cubicBezTo>
                  <a:lnTo>
                    <a:pt x="2836" y="634"/>
                  </a:lnTo>
                  <a:cubicBezTo>
                    <a:pt x="2902" y="634"/>
                    <a:pt x="2936" y="601"/>
                    <a:pt x="2969" y="567"/>
                  </a:cubicBezTo>
                  <a:cubicBezTo>
                    <a:pt x="3002" y="467"/>
                    <a:pt x="2969" y="401"/>
                    <a:pt x="2869" y="367"/>
                  </a:cubicBezTo>
                  <a:cubicBezTo>
                    <a:pt x="2851" y="358"/>
                    <a:pt x="2833" y="354"/>
                    <a:pt x="2816" y="354"/>
                  </a:cubicBezTo>
                  <a:close/>
                  <a:moveTo>
                    <a:pt x="3631" y="748"/>
                  </a:moveTo>
                  <a:cubicBezTo>
                    <a:pt x="3592" y="748"/>
                    <a:pt x="3557" y="771"/>
                    <a:pt x="3536" y="834"/>
                  </a:cubicBezTo>
                  <a:cubicBezTo>
                    <a:pt x="3469" y="901"/>
                    <a:pt x="3503" y="968"/>
                    <a:pt x="3570" y="1001"/>
                  </a:cubicBezTo>
                  <a:lnTo>
                    <a:pt x="3570" y="1034"/>
                  </a:lnTo>
                  <a:lnTo>
                    <a:pt x="3636" y="1034"/>
                  </a:lnTo>
                  <a:cubicBezTo>
                    <a:pt x="3703" y="1034"/>
                    <a:pt x="3736" y="1001"/>
                    <a:pt x="3770" y="968"/>
                  </a:cubicBezTo>
                  <a:cubicBezTo>
                    <a:pt x="3803" y="901"/>
                    <a:pt x="3770" y="801"/>
                    <a:pt x="3703" y="768"/>
                  </a:cubicBezTo>
                  <a:cubicBezTo>
                    <a:pt x="3679" y="755"/>
                    <a:pt x="3654" y="748"/>
                    <a:pt x="3631" y="748"/>
                  </a:cubicBezTo>
                  <a:close/>
                  <a:moveTo>
                    <a:pt x="4411" y="1246"/>
                  </a:moveTo>
                  <a:cubicBezTo>
                    <a:pt x="4365" y="1246"/>
                    <a:pt x="4323" y="1262"/>
                    <a:pt x="4303" y="1301"/>
                  </a:cubicBezTo>
                  <a:cubicBezTo>
                    <a:pt x="4237" y="1368"/>
                    <a:pt x="4270" y="1435"/>
                    <a:pt x="4303" y="1501"/>
                  </a:cubicBezTo>
                  <a:lnTo>
                    <a:pt x="4337" y="1501"/>
                  </a:lnTo>
                  <a:cubicBezTo>
                    <a:pt x="4337" y="1535"/>
                    <a:pt x="4370" y="1535"/>
                    <a:pt x="4403" y="1535"/>
                  </a:cubicBezTo>
                  <a:cubicBezTo>
                    <a:pt x="4437" y="1535"/>
                    <a:pt x="4504" y="1501"/>
                    <a:pt x="4504" y="1468"/>
                  </a:cubicBezTo>
                  <a:cubicBezTo>
                    <a:pt x="4570" y="1401"/>
                    <a:pt x="4537" y="1301"/>
                    <a:pt x="4504" y="1268"/>
                  </a:cubicBezTo>
                  <a:cubicBezTo>
                    <a:pt x="4476" y="1254"/>
                    <a:pt x="4443" y="1246"/>
                    <a:pt x="4411" y="1246"/>
                  </a:cubicBezTo>
                  <a:close/>
                  <a:moveTo>
                    <a:pt x="5104" y="1818"/>
                  </a:moveTo>
                  <a:cubicBezTo>
                    <a:pt x="5071" y="1818"/>
                    <a:pt x="5037" y="1835"/>
                    <a:pt x="5004" y="1868"/>
                  </a:cubicBezTo>
                  <a:cubicBezTo>
                    <a:pt x="4937" y="1935"/>
                    <a:pt x="4937" y="2002"/>
                    <a:pt x="5004" y="2068"/>
                  </a:cubicBezTo>
                  <a:cubicBezTo>
                    <a:pt x="5037" y="2102"/>
                    <a:pt x="5071" y="2102"/>
                    <a:pt x="5104" y="2102"/>
                  </a:cubicBezTo>
                  <a:cubicBezTo>
                    <a:pt x="5137" y="2102"/>
                    <a:pt x="5171" y="2102"/>
                    <a:pt x="5204" y="2068"/>
                  </a:cubicBezTo>
                  <a:cubicBezTo>
                    <a:pt x="5271" y="2002"/>
                    <a:pt x="5271" y="1935"/>
                    <a:pt x="5204" y="1868"/>
                  </a:cubicBezTo>
                  <a:cubicBezTo>
                    <a:pt x="5171" y="1835"/>
                    <a:pt x="5137" y="1818"/>
                    <a:pt x="5104" y="1818"/>
                  </a:cubicBezTo>
                  <a:close/>
                  <a:moveTo>
                    <a:pt x="5738" y="2485"/>
                  </a:moveTo>
                  <a:cubicBezTo>
                    <a:pt x="5704" y="2485"/>
                    <a:pt x="5671" y="2502"/>
                    <a:pt x="5638" y="2535"/>
                  </a:cubicBezTo>
                  <a:cubicBezTo>
                    <a:pt x="5571" y="2569"/>
                    <a:pt x="5571" y="2669"/>
                    <a:pt x="5638" y="2736"/>
                  </a:cubicBezTo>
                  <a:cubicBezTo>
                    <a:pt x="5671" y="2736"/>
                    <a:pt x="5704" y="2769"/>
                    <a:pt x="5738" y="2769"/>
                  </a:cubicBezTo>
                  <a:cubicBezTo>
                    <a:pt x="5771" y="2769"/>
                    <a:pt x="5804" y="2736"/>
                    <a:pt x="5838" y="2736"/>
                  </a:cubicBezTo>
                  <a:cubicBezTo>
                    <a:pt x="5905" y="2669"/>
                    <a:pt x="5905" y="2569"/>
                    <a:pt x="5838" y="2535"/>
                  </a:cubicBezTo>
                  <a:cubicBezTo>
                    <a:pt x="5804" y="2502"/>
                    <a:pt x="5771" y="2485"/>
                    <a:pt x="5738" y="2485"/>
                  </a:cubicBezTo>
                  <a:close/>
                  <a:moveTo>
                    <a:pt x="6321" y="3181"/>
                  </a:moveTo>
                  <a:cubicBezTo>
                    <a:pt x="6293" y="3181"/>
                    <a:pt x="6266" y="3189"/>
                    <a:pt x="6238" y="3203"/>
                  </a:cubicBezTo>
                  <a:cubicBezTo>
                    <a:pt x="6171" y="3269"/>
                    <a:pt x="6138" y="3336"/>
                    <a:pt x="6205" y="3403"/>
                  </a:cubicBezTo>
                  <a:cubicBezTo>
                    <a:pt x="6238" y="3436"/>
                    <a:pt x="6271" y="3469"/>
                    <a:pt x="6305" y="3469"/>
                  </a:cubicBezTo>
                  <a:cubicBezTo>
                    <a:pt x="6338" y="3469"/>
                    <a:pt x="6372" y="3469"/>
                    <a:pt x="6405" y="3436"/>
                  </a:cubicBezTo>
                  <a:cubicBezTo>
                    <a:pt x="6472" y="3403"/>
                    <a:pt x="6472" y="3303"/>
                    <a:pt x="6438" y="3236"/>
                  </a:cubicBezTo>
                  <a:cubicBezTo>
                    <a:pt x="6399" y="3197"/>
                    <a:pt x="6360" y="3181"/>
                    <a:pt x="6321" y="31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6"/>
            <p:cNvSpPr/>
            <p:nvPr/>
          </p:nvSpPr>
          <p:spPr>
            <a:xfrm>
              <a:off x="6502556" y="1150305"/>
              <a:ext cx="7578" cy="7945"/>
            </a:xfrm>
            <a:custGeom>
              <a:avLst/>
              <a:gdLst/>
              <a:ahLst/>
              <a:cxnLst/>
              <a:rect l="l" t="t" r="r" b="b"/>
              <a:pathLst>
                <a:path w="268" h="281" extrusionOk="0">
                  <a:moveTo>
                    <a:pt x="125" y="0"/>
                  </a:moveTo>
                  <a:cubicBezTo>
                    <a:pt x="107" y="0"/>
                    <a:pt x="87" y="4"/>
                    <a:pt x="67" y="14"/>
                  </a:cubicBezTo>
                  <a:lnTo>
                    <a:pt x="34" y="47"/>
                  </a:lnTo>
                  <a:cubicBezTo>
                    <a:pt x="34" y="47"/>
                    <a:pt x="1" y="81"/>
                    <a:pt x="1" y="81"/>
                  </a:cubicBezTo>
                  <a:cubicBezTo>
                    <a:pt x="1" y="114"/>
                    <a:pt x="1" y="114"/>
                    <a:pt x="1" y="147"/>
                  </a:cubicBezTo>
                  <a:cubicBezTo>
                    <a:pt x="1" y="147"/>
                    <a:pt x="1" y="181"/>
                    <a:pt x="1" y="214"/>
                  </a:cubicBezTo>
                  <a:lnTo>
                    <a:pt x="34" y="214"/>
                  </a:lnTo>
                  <a:cubicBezTo>
                    <a:pt x="67" y="247"/>
                    <a:pt x="101" y="281"/>
                    <a:pt x="168" y="281"/>
                  </a:cubicBezTo>
                  <a:cubicBezTo>
                    <a:pt x="168" y="281"/>
                    <a:pt x="201" y="247"/>
                    <a:pt x="234" y="247"/>
                  </a:cubicBezTo>
                  <a:cubicBezTo>
                    <a:pt x="234" y="214"/>
                    <a:pt x="268" y="214"/>
                    <a:pt x="268" y="214"/>
                  </a:cubicBezTo>
                  <a:cubicBezTo>
                    <a:pt x="268" y="181"/>
                    <a:pt x="268" y="147"/>
                    <a:pt x="268" y="147"/>
                  </a:cubicBezTo>
                  <a:cubicBezTo>
                    <a:pt x="268" y="114"/>
                    <a:pt x="268" y="114"/>
                    <a:pt x="268" y="81"/>
                  </a:cubicBezTo>
                  <a:cubicBezTo>
                    <a:pt x="268" y="81"/>
                    <a:pt x="234" y="47"/>
                    <a:pt x="234" y="47"/>
                  </a:cubicBezTo>
                  <a:cubicBezTo>
                    <a:pt x="211" y="24"/>
                    <a:pt x="170" y="0"/>
                    <a:pt x="1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6"/>
            <p:cNvSpPr/>
            <p:nvPr/>
          </p:nvSpPr>
          <p:spPr>
            <a:xfrm>
              <a:off x="6619529" y="889496"/>
              <a:ext cx="1295928" cy="925215"/>
            </a:xfrm>
            <a:custGeom>
              <a:avLst/>
              <a:gdLst/>
              <a:ahLst/>
              <a:cxnLst/>
              <a:rect l="l" t="t" r="r" b="b"/>
              <a:pathLst>
                <a:path w="45833" h="32722" extrusionOk="0">
                  <a:moveTo>
                    <a:pt x="12402" y="1"/>
                  </a:moveTo>
                  <a:cubicBezTo>
                    <a:pt x="8087" y="1"/>
                    <a:pt x="4109" y="641"/>
                    <a:pt x="1268" y="1966"/>
                  </a:cubicBezTo>
                  <a:cubicBezTo>
                    <a:pt x="334" y="2400"/>
                    <a:pt x="0" y="3500"/>
                    <a:pt x="500" y="4368"/>
                  </a:cubicBezTo>
                  <a:cubicBezTo>
                    <a:pt x="2068" y="7003"/>
                    <a:pt x="3002" y="11940"/>
                    <a:pt x="2435" y="15175"/>
                  </a:cubicBezTo>
                  <a:cubicBezTo>
                    <a:pt x="2268" y="16176"/>
                    <a:pt x="3002" y="17110"/>
                    <a:pt x="4003" y="17177"/>
                  </a:cubicBezTo>
                  <a:cubicBezTo>
                    <a:pt x="14677" y="18178"/>
                    <a:pt x="23684" y="23715"/>
                    <a:pt x="29288" y="32721"/>
                  </a:cubicBezTo>
                  <a:cubicBezTo>
                    <a:pt x="29521" y="25416"/>
                    <a:pt x="40662" y="19278"/>
                    <a:pt x="45833" y="13741"/>
                  </a:cubicBezTo>
                  <a:cubicBezTo>
                    <a:pt x="41763" y="7904"/>
                    <a:pt x="27853" y="1833"/>
                    <a:pt x="19848" y="598"/>
                  </a:cubicBezTo>
                  <a:cubicBezTo>
                    <a:pt x="17353" y="203"/>
                    <a:pt x="14825" y="1"/>
                    <a:pt x="124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6"/>
            <p:cNvSpPr/>
            <p:nvPr/>
          </p:nvSpPr>
          <p:spPr>
            <a:xfrm>
              <a:off x="7376875" y="4046230"/>
              <a:ext cx="964913" cy="425397"/>
            </a:xfrm>
            <a:custGeom>
              <a:avLst/>
              <a:gdLst/>
              <a:ahLst/>
              <a:cxnLst/>
              <a:rect l="l" t="t" r="r" b="b"/>
              <a:pathLst>
                <a:path w="34126" h="15045" extrusionOk="0">
                  <a:moveTo>
                    <a:pt x="8907" y="0"/>
                  </a:moveTo>
                  <a:cubicBezTo>
                    <a:pt x="1" y="0"/>
                    <a:pt x="2436" y="15045"/>
                    <a:pt x="2436" y="15045"/>
                  </a:cubicBezTo>
                  <a:lnTo>
                    <a:pt x="30222" y="15045"/>
                  </a:lnTo>
                  <a:cubicBezTo>
                    <a:pt x="33091" y="15045"/>
                    <a:pt x="34125" y="11242"/>
                    <a:pt x="31623" y="9807"/>
                  </a:cubicBezTo>
                  <a:cubicBezTo>
                    <a:pt x="23985" y="5471"/>
                    <a:pt x="13477" y="0"/>
                    <a:pt x="89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6"/>
            <p:cNvSpPr/>
            <p:nvPr/>
          </p:nvSpPr>
          <p:spPr>
            <a:xfrm>
              <a:off x="7365565" y="4127351"/>
              <a:ext cx="434841" cy="299008"/>
            </a:xfrm>
            <a:custGeom>
              <a:avLst/>
              <a:gdLst/>
              <a:ahLst/>
              <a:cxnLst/>
              <a:rect l="l" t="t" r="r" b="b"/>
              <a:pathLst>
                <a:path w="15379" h="10575" extrusionOk="0">
                  <a:moveTo>
                    <a:pt x="15378" y="0"/>
                  </a:moveTo>
                  <a:lnTo>
                    <a:pt x="468" y="601"/>
                  </a:lnTo>
                  <a:lnTo>
                    <a:pt x="1" y="10574"/>
                  </a:lnTo>
                  <a:cubicBezTo>
                    <a:pt x="13043" y="8440"/>
                    <a:pt x="15378" y="0"/>
                    <a:pt x="15378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26"/>
            <p:cNvSpPr/>
            <p:nvPr/>
          </p:nvSpPr>
          <p:spPr>
            <a:xfrm>
              <a:off x="6802497" y="2904995"/>
              <a:ext cx="1337436" cy="1338397"/>
            </a:xfrm>
            <a:custGeom>
              <a:avLst/>
              <a:gdLst/>
              <a:ahLst/>
              <a:cxnLst/>
              <a:rect l="l" t="t" r="r" b="b"/>
              <a:pathLst>
                <a:path w="47301" h="47335" extrusionOk="0">
                  <a:moveTo>
                    <a:pt x="23651" y="0"/>
                  </a:moveTo>
                  <a:cubicBezTo>
                    <a:pt x="10575" y="0"/>
                    <a:pt x="0" y="10608"/>
                    <a:pt x="0" y="23684"/>
                  </a:cubicBezTo>
                  <a:cubicBezTo>
                    <a:pt x="0" y="36727"/>
                    <a:pt x="10575" y="47334"/>
                    <a:pt x="23651" y="47334"/>
                  </a:cubicBezTo>
                  <a:cubicBezTo>
                    <a:pt x="36727" y="47334"/>
                    <a:pt x="47301" y="36727"/>
                    <a:pt x="47301" y="23684"/>
                  </a:cubicBezTo>
                  <a:cubicBezTo>
                    <a:pt x="47301" y="10608"/>
                    <a:pt x="36727" y="0"/>
                    <a:pt x="236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6"/>
            <p:cNvSpPr/>
            <p:nvPr/>
          </p:nvSpPr>
          <p:spPr>
            <a:xfrm>
              <a:off x="7092033" y="3233296"/>
              <a:ext cx="1033762" cy="967542"/>
            </a:xfrm>
            <a:custGeom>
              <a:avLst/>
              <a:gdLst/>
              <a:ahLst/>
              <a:cxnLst/>
              <a:rect l="l" t="t" r="r" b="b"/>
              <a:pathLst>
                <a:path w="36561" h="34219" extrusionOk="0">
                  <a:moveTo>
                    <a:pt x="20996" y="1"/>
                  </a:moveTo>
                  <a:cubicBezTo>
                    <a:pt x="15866" y="1"/>
                    <a:pt x="10414" y="2496"/>
                    <a:pt x="6472" y="7169"/>
                  </a:cubicBezTo>
                  <a:cubicBezTo>
                    <a:pt x="1" y="14875"/>
                    <a:pt x="34" y="25583"/>
                    <a:pt x="6572" y="31053"/>
                  </a:cubicBezTo>
                  <a:cubicBezTo>
                    <a:pt x="9115" y="33191"/>
                    <a:pt x="12274" y="34219"/>
                    <a:pt x="15565" y="34219"/>
                  </a:cubicBezTo>
                  <a:cubicBezTo>
                    <a:pt x="20695" y="34219"/>
                    <a:pt x="26147" y="31724"/>
                    <a:pt x="30089" y="27050"/>
                  </a:cubicBezTo>
                  <a:cubicBezTo>
                    <a:pt x="36560" y="19345"/>
                    <a:pt x="36527" y="8637"/>
                    <a:pt x="29989" y="3166"/>
                  </a:cubicBezTo>
                  <a:cubicBezTo>
                    <a:pt x="27447" y="1028"/>
                    <a:pt x="24288" y="1"/>
                    <a:pt x="209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6"/>
            <p:cNvSpPr/>
            <p:nvPr/>
          </p:nvSpPr>
          <p:spPr>
            <a:xfrm>
              <a:off x="6828906" y="3162467"/>
              <a:ext cx="453701" cy="825319"/>
            </a:xfrm>
            <a:custGeom>
              <a:avLst/>
              <a:gdLst/>
              <a:ahLst/>
              <a:cxnLst/>
              <a:rect l="l" t="t" r="r" b="b"/>
              <a:pathLst>
                <a:path w="16046" h="29189" extrusionOk="0">
                  <a:moveTo>
                    <a:pt x="8006" y="401"/>
                  </a:moveTo>
                  <a:lnTo>
                    <a:pt x="8006" y="434"/>
                  </a:lnTo>
                  <a:cubicBezTo>
                    <a:pt x="12209" y="434"/>
                    <a:pt x="15578" y="6739"/>
                    <a:pt x="15578" y="14545"/>
                  </a:cubicBezTo>
                  <a:cubicBezTo>
                    <a:pt x="15578" y="22350"/>
                    <a:pt x="12209" y="28688"/>
                    <a:pt x="8006" y="28688"/>
                  </a:cubicBezTo>
                  <a:cubicBezTo>
                    <a:pt x="3836" y="28688"/>
                    <a:pt x="467" y="22350"/>
                    <a:pt x="467" y="14545"/>
                  </a:cubicBezTo>
                  <a:cubicBezTo>
                    <a:pt x="467" y="6739"/>
                    <a:pt x="3836" y="401"/>
                    <a:pt x="8006" y="401"/>
                  </a:cubicBezTo>
                  <a:close/>
                  <a:moveTo>
                    <a:pt x="8006" y="1"/>
                  </a:moveTo>
                  <a:cubicBezTo>
                    <a:pt x="3603" y="1"/>
                    <a:pt x="0" y="6539"/>
                    <a:pt x="0" y="14578"/>
                  </a:cubicBezTo>
                  <a:cubicBezTo>
                    <a:pt x="0" y="22617"/>
                    <a:pt x="3603" y="29188"/>
                    <a:pt x="8006" y="29188"/>
                  </a:cubicBezTo>
                  <a:cubicBezTo>
                    <a:pt x="12443" y="29188"/>
                    <a:pt x="16045" y="22617"/>
                    <a:pt x="16045" y="14578"/>
                  </a:cubicBezTo>
                  <a:cubicBezTo>
                    <a:pt x="16045" y="6539"/>
                    <a:pt x="12443" y="1"/>
                    <a:pt x="800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6"/>
            <p:cNvSpPr/>
            <p:nvPr/>
          </p:nvSpPr>
          <p:spPr>
            <a:xfrm>
              <a:off x="7048659" y="3212711"/>
              <a:ext cx="13233" cy="12978"/>
            </a:xfrm>
            <a:custGeom>
              <a:avLst/>
              <a:gdLst/>
              <a:ahLst/>
              <a:cxnLst/>
              <a:rect l="l" t="t" r="r" b="b"/>
              <a:pathLst>
                <a:path w="468" h="459" extrusionOk="0">
                  <a:moveTo>
                    <a:pt x="238" y="0"/>
                  </a:moveTo>
                  <a:cubicBezTo>
                    <a:pt x="209" y="0"/>
                    <a:pt x="184" y="8"/>
                    <a:pt x="167" y="25"/>
                  </a:cubicBezTo>
                  <a:cubicBezTo>
                    <a:pt x="134" y="25"/>
                    <a:pt x="101" y="58"/>
                    <a:pt x="101" y="92"/>
                  </a:cubicBezTo>
                  <a:cubicBezTo>
                    <a:pt x="67" y="92"/>
                    <a:pt x="34" y="125"/>
                    <a:pt x="34" y="158"/>
                  </a:cubicBezTo>
                  <a:cubicBezTo>
                    <a:pt x="1" y="192"/>
                    <a:pt x="1" y="259"/>
                    <a:pt x="34" y="325"/>
                  </a:cubicBezTo>
                  <a:cubicBezTo>
                    <a:pt x="67" y="392"/>
                    <a:pt x="101" y="425"/>
                    <a:pt x="167" y="459"/>
                  </a:cubicBezTo>
                  <a:lnTo>
                    <a:pt x="334" y="459"/>
                  </a:lnTo>
                  <a:cubicBezTo>
                    <a:pt x="367" y="425"/>
                    <a:pt x="401" y="425"/>
                    <a:pt x="401" y="392"/>
                  </a:cubicBezTo>
                  <a:cubicBezTo>
                    <a:pt x="434" y="392"/>
                    <a:pt x="434" y="359"/>
                    <a:pt x="468" y="325"/>
                  </a:cubicBezTo>
                  <a:cubicBezTo>
                    <a:pt x="468" y="259"/>
                    <a:pt x="468" y="192"/>
                    <a:pt x="468" y="158"/>
                  </a:cubicBezTo>
                  <a:cubicBezTo>
                    <a:pt x="434" y="92"/>
                    <a:pt x="401" y="58"/>
                    <a:pt x="334" y="25"/>
                  </a:cubicBezTo>
                  <a:cubicBezTo>
                    <a:pt x="301" y="8"/>
                    <a:pt x="267" y="0"/>
                    <a:pt x="2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6"/>
            <p:cNvSpPr/>
            <p:nvPr/>
          </p:nvSpPr>
          <p:spPr>
            <a:xfrm>
              <a:off x="7086378" y="3220600"/>
              <a:ext cx="153788" cy="321063"/>
            </a:xfrm>
            <a:custGeom>
              <a:avLst/>
              <a:gdLst/>
              <a:ahLst/>
              <a:cxnLst/>
              <a:rect l="l" t="t" r="r" b="b"/>
              <a:pathLst>
                <a:path w="5439" h="11355" extrusionOk="0">
                  <a:moveTo>
                    <a:pt x="275" y="1"/>
                  </a:moveTo>
                  <a:cubicBezTo>
                    <a:pt x="177" y="1"/>
                    <a:pt x="93" y="44"/>
                    <a:pt x="68" y="146"/>
                  </a:cubicBezTo>
                  <a:cubicBezTo>
                    <a:pt x="1" y="246"/>
                    <a:pt x="68" y="380"/>
                    <a:pt x="168" y="447"/>
                  </a:cubicBezTo>
                  <a:lnTo>
                    <a:pt x="268" y="447"/>
                  </a:lnTo>
                  <a:cubicBezTo>
                    <a:pt x="368" y="447"/>
                    <a:pt x="434" y="413"/>
                    <a:pt x="468" y="313"/>
                  </a:cubicBezTo>
                  <a:cubicBezTo>
                    <a:pt x="535" y="213"/>
                    <a:pt x="468" y="80"/>
                    <a:pt x="368" y="13"/>
                  </a:cubicBezTo>
                  <a:cubicBezTo>
                    <a:pt x="336" y="5"/>
                    <a:pt x="305" y="1"/>
                    <a:pt x="275" y="1"/>
                  </a:cubicBezTo>
                  <a:close/>
                  <a:moveTo>
                    <a:pt x="1423" y="734"/>
                  </a:moveTo>
                  <a:cubicBezTo>
                    <a:pt x="1362" y="734"/>
                    <a:pt x="1305" y="758"/>
                    <a:pt x="1268" y="813"/>
                  </a:cubicBezTo>
                  <a:cubicBezTo>
                    <a:pt x="1168" y="914"/>
                    <a:pt x="1168" y="1047"/>
                    <a:pt x="1268" y="1147"/>
                  </a:cubicBezTo>
                  <a:cubicBezTo>
                    <a:pt x="1302" y="1180"/>
                    <a:pt x="1368" y="1180"/>
                    <a:pt x="1402" y="1214"/>
                  </a:cubicBezTo>
                  <a:cubicBezTo>
                    <a:pt x="1469" y="1180"/>
                    <a:pt x="1535" y="1180"/>
                    <a:pt x="1569" y="1114"/>
                  </a:cubicBezTo>
                  <a:cubicBezTo>
                    <a:pt x="1669" y="1014"/>
                    <a:pt x="1669" y="880"/>
                    <a:pt x="1569" y="780"/>
                  </a:cubicBezTo>
                  <a:cubicBezTo>
                    <a:pt x="1524" y="750"/>
                    <a:pt x="1472" y="734"/>
                    <a:pt x="1423" y="734"/>
                  </a:cubicBezTo>
                  <a:close/>
                  <a:moveTo>
                    <a:pt x="2352" y="1746"/>
                  </a:moveTo>
                  <a:cubicBezTo>
                    <a:pt x="2311" y="1746"/>
                    <a:pt x="2271" y="1757"/>
                    <a:pt x="2236" y="1781"/>
                  </a:cubicBezTo>
                  <a:cubicBezTo>
                    <a:pt x="2136" y="1881"/>
                    <a:pt x="2102" y="2014"/>
                    <a:pt x="2202" y="2114"/>
                  </a:cubicBezTo>
                  <a:cubicBezTo>
                    <a:pt x="2236" y="2181"/>
                    <a:pt x="2302" y="2214"/>
                    <a:pt x="2369" y="2214"/>
                  </a:cubicBezTo>
                  <a:cubicBezTo>
                    <a:pt x="2436" y="2214"/>
                    <a:pt x="2469" y="2181"/>
                    <a:pt x="2503" y="2148"/>
                  </a:cubicBezTo>
                  <a:cubicBezTo>
                    <a:pt x="2603" y="2081"/>
                    <a:pt x="2636" y="1948"/>
                    <a:pt x="2569" y="1848"/>
                  </a:cubicBezTo>
                  <a:cubicBezTo>
                    <a:pt x="2505" y="1783"/>
                    <a:pt x="2426" y="1746"/>
                    <a:pt x="2352" y="1746"/>
                  </a:cubicBezTo>
                  <a:close/>
                  <a:moveTo>
                    <a:pt x="3116" y="2902"/>
                  </a:moveTo>
                  <a:cubicBezTo>
                    <a:pt x="3088" y="2902"/>
                    <a:pt x="3061" y="2907"/>
                    <a:pt x="3036" y="2915"/>
                  </a:cubicBezTo>
                  <a:cubicBezTo>
                    <a:pt x="2903" y="2982"/>
                    <a:pt x="2870" y="3148"/>
                    <a:pt x="2936" y="3249"/>
                  </a:cubicBezTo>
                  <a:cubicBezTo>
                    <a:pt x="2970" y="3315"/>
                    <a:pt x="3036" y="3349"/>
                    <a:pt x="3136" y="3349"/>
                  </a:cubicBezTo>
                  <a:cubicBezTo>
                    <a:pt x="3170" y="3349"/>
                    <a:pt x="3203" y="3349"/>
                    <a:pt x="3236" y="3315"/>
                  </a:cubicBezTo>
                  <a:cubicBezTo>
                    <a:pt x="3370" y="3282"/>
                    <a:pt x="3403" y="3115"/>
                    <a:pt x="3337" y="3015"/>
                  </a:cubicBezTo>
                  <a:cubicBezTo>
                    <a:pt x="3287" y="2940"/>
                    <a:pt x="3199" y="2902"/>
                    <a:pt x="3116" y="2902"/>
                  </a:cubicBezTo>
                  <a:close/>
                  <a:moveTo>
                    <a:pt x="3726" y="4141"/>
                  </a:moveTo>
                  <a:cubicBezTo>
                    <a:pt x="3707" y="4141"/>
                    <a:pt x="3688" y="4143"/>
                    <a:pt x="3670" y="4149"/>
                  </a:cubicBezTo>
                  <a:cubicBezTo>
                    <a:pt x="3537" y="4216"/>
                    <a:pt x="3503" y="4349"/>
                    <a:pt x="3537" y="4449"/>
                  </a:cubicBezTo>
                  <a:cubicBezTo>
                    <a:pt x="3570" y="4549"/>
                    <a:pt x="3670" y="4583"/>
                    <a:pt x="3737" y="4583"/>
                  </a:cubicBezTo>
                  <a:lnTo>
                    <a:pt x="3837" y="4583"/>
                  </a:lnTo>
                  <a:cubicBezTo>
                    <a:pt x="3937" y="4549"/>
                    <a:pt x="4004" y="4416"/>
                    <a:pt x="3970" y="4283"/>
                  </a:cubicBezTo>
                  <a:cubicBezTo>
                    <a:pt x="3915" y="4200"/>
                    <a:pt x="3815" y="4141"/>
                    <a:pt x="3726" y="4141"/>
                  </a:cubicBezTo>
                  <a:close/>
                  <a:moveTo>
                    <a:pt x="4224" y="5442"/>
                  </a:moveTo>
                  <a:cubicBezTo>
                    <a:pt x="4206" y="5442"/>
                    <a:pt x="4188" y="5444"/>
                    <a:pt x="4170" y="5450"/>
                  </a:cubicBezTo>
                  <a:cubicBezTo>
                    <a:pt x="4037" y="5483"/>
                    <a:pt x="3970" y="5617"/>
                    <a:pt x="4004" y="5750"/>
                  </a:cubicBezTo>
                  <a:cubicBezTo>
                    <a:pt x="4037" y="5850"/>
                    <a:pt x="4137" y="5884"/>
                    <a:pt x="4237" y="5884"/>
                  </a:cubicBezTo>
                  <a:lnTo>
                    <a:pt x="4304" y="5884"/>
                  </a:lnTo>
                  <a:cubicBezTo>
                    <a:pt x="4437" y="5850"/>
                    <a:pt x="4504" y="5717"/>
                    <a:pt x="4437" y="5617"/>
                  </a:cubicBezTo>
                  <a:cubicBezTo>
                    <a:pt x="4410" y="5506"/>
                    <a:pt x="4313" y="5442"/>
                    <a:pt x="4224" y="5442"/>
                  </a:cubicBezTo>
                  <a:close/>
                  <a:moveTo>
                    <a:pt x="4625" y="6776"/>
                  </a:moveTo>
                  <a:cubicBezTo>
                    <a:pt x="4606" y="6776"/>
                    <a:pt x="4588" y="6779"/>
                    <a:pt x="4571" y="6784"/>
                  </a:cubicBezTo>
                  <a:cubicBezTo>
                    <a:pt x="4437" y="6818"/>
                    <a:pt x="4371" y="6951"/>
                    <a:pt x="4404" y="7051"/>
                  </a:cubicBezTo>
                  <a:cubicBezTo>
                    <a:pt x="4404" y="7151"/>
                    <a:pt x="4504" y="7218"/>
                    <a:pt x="4604" y="7218"/>
                  </a:cubicBezTo>
                  <a:lnTo>
                    <a:pt x="4671" y="7218"/>
                  </a:lnTo>
                  <a:cubicBezTo>
                    <a:pt x="4771" y="7185"/>
                    <a:pt x="4871" y="7085"/>
                    <a:pt x="4838" y="6951"/>
                  </a:cubicBezTo>
                  <a:cubicBezTo>
                    <a:pt x="4810" y="6841"/>
                    <a:pt x="4714" y="6776"/>
                    <a:pt x="4625" y="6776"/>
                  </a:cubicBezTo>
                  <a:close/>
                  <a:moveTo>
                    <a:pt x="4925" y="8144"/>
                  </a:moveTo>
                  <a:cubicBezTo>
                    <a:pt x="4906" y="8144"/>
                    <a:pt x="4888" y="8146"/>
                    <a:pt x="4871" y="8152"/>
                  </a:cubicBezTo>
                  <a:cubicBezTo>
                    <a:pt x="4738" y="8152"/>
                    <a:pt x="4637" y="8286"/>
                    <a:pt x="4671" y="8419"/>
                  </a:cubicBezTo>
                  <a:cubicBezTo>
                    <a:pt x="4704" y="8519"/>
                    <a:pt x="4804" y="8586"/>
                    <a:pt x="4904" y="8586"/>
                  </a:cubicBezTo>
                  <a:lnTo>
                    <a:pt x="4938" y="8586"/>
                  </a:lnTo>
                  <a:cubicBezTo>
                    <a:pt x="5071" y="8552"/>
                    <a:pt x="5138" y="8452"/>
                    <a:pt x="5138" y="8319"/>
                  </a:cubicBezTo>
                  <a:cubicBezTo>
                    <a:pt x="5110" y="8208"/>
                    <a:pt x="5014" y="8144"/>
                    <a:pt x="4925" y="8144"/>
                  </a:cubicBezTo>
                  <a:close/>
                  <a:moveTo>
                    <a:pt x="5122" y="9513"/>
                  </a:moveTo>
                  <a:cubicBezTo>
                    <a:pt x="5106" y="9513"/>
                    <a:pt x="5089" y="9515"/>
                    <a:pt x="5071" y="9520"/>
                  </a:cubicBezTo>
                  <a:cubicBezTo>
                    <a:pt x="4938" y="9520"/>
                    <a:pt x="4871" y="9620"/>
                    <a:pt x="4871" y="9753"/>
                  </a:cubicBezTo>
                  <a:cubicBezTo>
                    <a:pt x="4871" y="9887"/>
                    <a:pt x="4971" y="9953"/>
                    <a:pt x="5104" y="9953"/>
                  </a:cubicBezTo>
                  <a:lnTo>
                    <a:pt x="5138" y="9953"/>
                  </a:lnTo>
                  <a:cubicBezTo>
                    <a:pt x="5238" y="9953"/>
                    <a:pt x="5338" y="9820"/>
                    <a:pt x="5338" y="9720"/>
                  </a:cubicBezTo>
                  <a:cubicBezTo>
                    <a:pt x="5309" y="9604"/>
                    <a:pt x="5230" y="9513"/>
                    <a:pt x="5122" y="9513"/>
                  </a:cubicBezTo>
                  <a:close/>
                  <a:moveTo>
                    <a:pt x="5205" y="10887"/>
                  </a:moveTo>
                  <a:cubicBezTo>
                    <a:pt x="5071" y="10887"/>
                    <a:pt x="4971" y="10987"/>
                    <a:pt x="4971" y="11121"/>
                  </a:cubicBezTo>
                  <a:cubicBezTo>
                    <a:pt x="5004" y="11254"/>
                    <a:pt x="5104" y="11354"/>
                    <a:pt x="5238" y="11354"/>
                  </a:cubicBezTo>
                  <a:cubicBezTo>
                    <a:pt x="5338" y="11321"/>
                    <a:pt x="5438" y="11221"/>
                    <a:pt x="5438" y="11121"/>
                  </a:cubicBezTo>
                  <a:cubicBezTo>
                    <a:pt x="5438" y="10987"/>
                    <a:pt x="5338" y="10887"/>
                    <a:pt x="5205" y="1088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6"/>
            <p:cNvSpPr/>
            <p:nvPr/>
          </p:nvSpPr>
          <p:spPr>
            <a:xfrm>
              <a:off x="7227866" y="3568270"/>
              <a:ext cx="13233" cy="13007"/>
            </a:xfrm>
            <a:custGeom>
              <a:avLst/>
              <a:gdLst/>
              <a:ahLst/>
              <a:cxnLst/>
              <a:rect l="l" t="t" r="r" b="b"/>
              <a:pathLst>
                <a:path w="468" h="460" extrusionOk="0">
                  <a:moveTo>
                    <a:pt x="238" y="1"/>
                  </a:moveTo>
                  <a:cubicBezTo>
                    <a:pt x="209" y="1"/>
                    <a:pt x="184" y="9"/>
                    <a:pt x="167" y="26"/>
                  </a:cubicBezTo>
                  <a:cubicBezTo>
                    <a:pt x="134" y="26"/>
                    <a:pt x="100" y="59"/>
                    <a:pt x="100" y="59"/>
                  </a:cubicBezTo>
                  <a:cubicBezTo>
                    <a:pt x="67" y="92"/>
                    <a:pt x="34" y="126"/>
                    <a:pt x="34" y="159"/>
                  </a:cubicBezTo>
                  <a:cubicBezTo>
                    <a:pt x="34" y="159"/>
                    <a:pt x="34" y="193"/>
                    <a:pt x="34" y="226"/>
                  </a:cubicBezTo>
                  <a:cubicBezTo>
                    <a:pt x="0" y="259"/>
                    <a:pt x="34" y="293"/>
                    <a:pt x="34" y="326"/>
                  </a:cubicBezTo>
                  <a:cubicBezTo>
                    <a:pt x="34" y="359"/>
                    <a:pt x="67" y="359"/>
                    <a:pt x="100" y="393"/>
                  </a:cubicBezTo>
                  <a:cubicBezTo>
                    <a:pt x="100" y="426"/>
                    <a:pt x="134" y="426"/>
                    <a:pt x="167" y="459"/>
                  </a:cubicBezTo>
                  <a:lnTo>
                    <a:pt x="234" y="459"/>
                  </a:lnTo>
                  <a:cubicBezTo>
                    <a:pt x="301" y="459"/>
                    <a:pt x="367" y="426"/>
                    <a:pt x="401" y="393"/>
                  </a:cubicBezTo>
                  <a:cubicBezTo>
                    <a:pt x="434" y="359"/>
                    <a:pt x="434" y="359"/>
                    <a:pt x="467" y="326"/>
                  </a:cubicBezTo>
                  <a:cubicBezTo>
                    <a:pt x="467" y="259"/>
                    <a:pt x="467" y="193"/>
                    <a:pt x="467" y="159"/>
                  </a:cubicBezTo>
                  <a:cubicBezTo>
                    <a:pt x="434" y="126"/>
                    <a:pt x="434" y="92"/>
                    <a:pt x="401" y="59"/>
                  </a:cubicBezTo>
                  <a:cubicBezTo>
                    <a:pt x="401" y="59"/>
                    <a:pt x="367" y="26"/>
                    <a:pt x="334" y="26"/>
                  </a:cubicBezTo>
                  <a:cubicBezTo>
                    <a:pt x="301" y="9"/>
                    <a:pt x="267" y="1"/>
                    <a:pt x="2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26"/>
            <p:cNvSpPr/>
            <p:nvPr/>
          </p:nvSpPr>
          <p:spPr>
            <a:xfrm>
              <a:off x="6601603" y="4046230"/>
              <a:ext cx="963951" cy="425397"/>
            </a:xfrm>
            <a:custGeom>
              <a:avLst/>
              <a:gdLst/>
              <a:ahLst/>
              <a:cxnLst/>
              <a:rect l="l" t="t" r="r" b="b"/>
              <a:pathLst>
                <a:path w="34092" h="15045" extrusionOk="0">
                  <a:moveTo>
                    <a:pt x="25185" y="0"/>
                  </a:moveTo>
                  <a:cubicBezTo>
                    <a:pt x="20615" y="0"/>
                    <a:pt x="10107" y="5471"/>
                    <a:pt x="2469" y="9807"/>
                  </a:cubicBezTo>
                  <a:cubicBezTo>
                    <a:pt x="0" y="11242"/>
                    <a:pt x="1001" y="15045"/>
                    <a:pt x="3870" y="15045"/>
                  </a:cubicBezTo>
                  <a:lnTo>
                    <a:pt x="31656" y="15045"/>
                  </a:lnTo>
                  <a:cubicBezTo>
                    <a:pt x="31656" y="15045"/>
                    <a:pt x="34091" y="0"/>
                    <a:pt x="251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26"/>
            <p:cNvSpPr/>
            <p:nvPr/>
          </p:nvSpPr>
          <p:spPr>
            <a:xfrm>
              <a:off x="7234454" y="1161077"/>
              <a:ext cx="1130915" cy="996524"/>
            </a:xfrm>
            <a:custGeom>
              <a:avLst/>
              <a:gdLst/>
              <a:ahLst/>
              <a:cxnLst/>
              <a:rect l="l" t="t" r="r" b="b"/>
              <a:pathLst>
                <a:path w="39997" h="35244" extrusionOk="0">
                  <a:moveTo>
                    <a:pt x="20030" y="0"/>
                  </a:moveTo>
                  <a:cubicBezTo>
                    <a:pt x="13102" y="0"/>
                    <a:pt x="6534" y="4095"/>
                    <a:pt x="3737" y="10874"/>
                  </a:cubicBezTo>
                  <a:cubicBezTo>
                    <a:pt x="1" y="19881"/>
                    <a:pt x="4271" y="30188"/>
                    <a:pt x="13277" y="33891"/>
                  </a:cubicBezTo>
                  <a:cubicBezTo>
                    <a:pt x="15481" y="34808"/>
                    <a:pt x="17766" y="35243"/>
                    <a:pt x="20014" y="35243"/>
                  </a:cubicBezTo>
                  <a:cubicBezTo>
                    <a:pt x="26918" y="35243"/>
                    <a:pt x="33475" y="31145"/>
                    <a:pt x="36293" y="24351"/>
                  </a:cubicBezTo>
                  <a:cubicBezTo>
                    <a:pt x="39996" y="15377"/>
                    <a:pt x="35726" y="5070"/>
                    <a:pt x="26753" y="1334"/>
                  </a:cubicBezTo>
                  <a:cubicBezTo>
                    <a:pt x="24552" y="429"/>
                    <a:pt x="22272" y="0"/>
                    <a:pt x="200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6"/>
            <p:cNvSpPr/>
            <p:nvPr/>
          </p:nvSpPr>
          <p:spPr>
            <a:xfrm>
              <a:off x="7477817" y="1449822"/>
              <a:ext cx="834735" cy="693671"/>
            </a:xfrm>
            <a:custGeom>
              <a:avLst/>
              <a:gdLst/>
              <a:ahLst/>
              <a:cxnLst/>
              <a:rect l="l" t="t" r="r" b="b"/>
              <a:pathLst>
                <a:path w="29522" h="24533" extrusionOk="0">
                  <a:moveTo>
                    <a:pt x="17978" y="1"/>
                  </a:moveTo>
                  <a:cubicBezTo>
                    <a:pt x="14682" y="1"/>
                    <a:pt x="11059" y="1261"/>
                    <a:pt x="7939" y="3764"/>
                  </a:cubicBezTo>
                  <a:cubicBezTo>
                    <a:pt x="1868" y="8668"/>
                    <a:pt x="0" y="16440"/>
                    <a:pt x="3769" y="21110"/>
                  </a:cubicBezTo>
                  <a:cubicBezTo>
                    <a:pt x="5602" y="23397"/>
                    <a:pt x="8427" y="24532"/>
                    <a:pt x="11545" y="24532"/>
                  </a:cubicBezTo>
                  <a:cubicBezTo>
                    <a:pt x="14840" y="24532"/>
                    <a:pt x="18462" y="23263"/>
                    <a:pt x="21582" y="20743"/>
                  </a:cubicBezTo>
                  <a:cubicBezTo>
                    <a:pt x="27653" y="15840"/>
                    <a:pt x="29521" y="8101"/>
                    <a:pt x="25752" y="3398"/>
                  </a:cubicBezTo>
                  <a:cubicBezTo>
                    <a:pt x="23920" y="1128"/>
                    <a:pt x="21095" y="1"/>
                    <a:pt x="179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26"/>
            <p:cNvSpPr/>
            <p:nvPr/>
          </p:nvSpPr>
          <p:spPr>
            <a:xfrm>
              <a:off x="7317470" y="1283141"/>
              <a:ext cx="502729" cy="604180"/>
            </a:xfrm>
            <a:custGeom>
              <a:avLst/>
              <a:gdLst/>
              <a:ahLst/>
              <a:cxnLst/>
              <a:rect l="l" t="t" r="r" b="b"/>
              <a:pathLst>
                <a:path w="17780" h="21368" extrusionOk="0">
                  <a:moveTo>
                    <a:pt x="9907" y="386"/>
                  </a:moveTo>
                  <a:cubicBezTo>
                    <a:pt x="10408" y="386"/>
                    <a:pt x="10941" y="486"/>
                    <a:pt x="11475" y="653"/>
                  </a:cubicBezTo>
                  <a:cubicBezTo>
                    <a:pt x="15445" y="1854"/>
                    <a:pt x="17313" y="7324"/>
                    <a:pt x="15645" y="12862"/>
                  </a:cubicBezTo>
                  <a:cubicBezTo>
                    <a:pt x="14911" y="15430"/>
                    <a:pt x="13410" y="17699"/>
                    <a:pt x="11342" y="19366"/>
                  </a:cubicBezTo>
                  <a:cubicBezTo>
                    <a:pt x="9944" y="20427"/>
                    <a:pt x="8441" y="20982"/>
                    <a:pt x="6998" y="20982"/>
                  </a:cubicBezTo>
                  <a:cubicBezTo>
                    <a:pt x="6444" y="20982"/>
                    <a:pt x="5898" y="20901"/>
                    <a:pt x="5371" y="20734"/>
                  </a:cubicBezTo>
                  <a:cubicBezTo>
                    <a:pt x="3503" y="20167"/>
                    <a:pt x="2002" y="18566"/>
                    <a:pt x="1201" y="16298"/>
                  </a:cubicBezTo>
                  <a:cubicBezTo>
                    <a:pt x="401" y="13762"/>
                    <a:pt x="434" y="11027"/>
                    <a:pt x="1235" y="8492"/>
                  </a:cubicBezTo>
                  <a:cubicBezTo>
                    <a:pt x="2702" y="3688"/>
                    <a:pt x="6372" y="386"/>
                    <a:pt x="9907" y="386"/>
                  </a:cubicBezTo>
                  <a:close/>
                  <a:moveTo>
                    <a:pt x="9901" y="1"/>
                  </a:moveTo>
                  <a:cubicBezTo>
                    <a:pt x="6195" y="1"/>
                    <a:pt x="2369" y="3396"/>
                    <a:pt x="868" y="8392"/>
                  </a:cubicBezTo>
                  <a:cubicBezTo>
                    <a:pt x="34" y="10994"/>
                    <a:pt x="0" y="13796"/>
                    <a:pt x="834" y="16398"/>
                  </a:cubicBezTo>
                  <a:cubicBezTo>
                    <a:pt x="1668" y="18833"/>
                    <a:pt x="3236" y="20501"/>
                    <a:pt x="5271" y="21134"/>
                  </a:cubicBezTo>
                  <a:cubicBezTo>
                    <a:pt x="5838" y="21301"/>
                    <a:pt x="6438" y="21368"/>
                    <a:pt x="7005" y="21368"/>
                  </a:cubicBezTo>
                  <a:cubicBezTo>
                    <a:pt x="8673" y="21334"/>
                    <a:pt x="10308" y="20734"/>
                    <a:pt x="11609" y="19667"/>
                  </a:cubicBezTo>
                  <a:cubicBezTo>
                    <a:pt x="13743" y="17932"/>
                    <a:pt x="15278" y="15630"/>
                    <a:pt x="16012" y="12995"/>
                  </a:cubicBezTo>
                  <a:cubicBezTo>
                    <a:pt x="17780" y="7224"/>
                    <a:pt x="15778" y="1520"/>
                    <a:pt x="11609" y="253"/>
                  </a:cubicBezTo>
                  <a:cubicBezTo>
                    <a:pt x="11048" y="82"/>
                    <a:pt x="10476" y="1"/>
                    <a:pt x="99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6"/>
            <p:cNvSpPr/>
            <p:nvPr/>
          </p:nvSpPr>
          <p:spPr>
            <a:xfrm>
              <a:off x="7627759" y="1326656"/>
              <a:ext cx="10405" cy="10801"/>
            </a:xfrm>
            <a:custGeom>
              <a:avLst/>
              <a:gdLst/>
              <a:ahLst/>
              <a:cxnLst/>
              <a:rect l="l" t="t" r="r" b="b"/>
              <a:pathLst>
                <a:path w="368" h="382" extrusionOk="0">
                  <a:moveTo>
                    <a:pt x="166" y="1"/>
                  </a:moveTo>
                  <a:cubicBezTo>
                    <a:pt x="143" y="1"/>
                    <a:pt x="120" y="5"/>
                    <a:pt x="101" y="15"/>
                  </a:cubicBezTo>
                  <a:cubicBezTo>
                    <a:pt x="68" y="15"/>
                    <a:pt x="34" y="48"/>
                    <a:pt x="34" y="48"/>
                  </a:cubicBezTo>
                  <a:cubicBezTo>
                    <a:pt x="1" y="81"/>
                    <a:pt x="1" y="81"/>
                    <a:pt x="1" y="115"/>
                  </a:cubicBezTo>
                  <a:cubicBezTo>
                    <a:pt x="1" y="148"/>
                    <a:pt x="1" y="181"/>
                    <a:pt x="1" y="181"/>
                  </a:cubicBezTo>
                  <a:cubicBezTo>
                    <a:pt x="1" y="248"/>
                    <a:pt x="1" y="281"/>
                    <a:pt x="34" y="348"/>
                  </a:cubicBezTo>
                  <a:cubicBezTo>
                    <a:pt x="68" y="382"/>
                    <a:pt x="134" y="382"/>
                    <a:pt x="201" y="382"/>
                  </a:cubicBezTo>
                  <a:lnTo>
                    <a:pt x="234" y="382"/>
                  </a:lnTo>
                  <a:cubicBezTo>
                    <a:pt x="268" y="348"/>
                    <a:pt x="268" y="348"/>
                    <a:pt x="301" y="348"/>
                  </a:cubicBezTo>
                  <a:cubicBezTo>
                    <a:pt x="334" y="281"/>
                    <a:pt x="368" y="248"/>
                    <a:pt x="368" y="181"/>
                  </a:cubicBezTo>
                  <a:cubicBezTo>
                    <a:pt x="368" y="181"/>
                    <a:pt x="368" y="148"/>
                    <a:pt x="368" y="115"/>
                  </a:cubicBezTo>
                  <a:cubicBezTo>
                    <a:pt x="334" y="81"/>
                    <a:pt x="334" y="81"/>
                    <a:pt x="301" y="48"/>
                  </a:cubicBezTo>
                  <a:cubicBezTo>
                    <a:pt x="277" y="24"/>
                    <a:pt x="221" y="1"/>
                    <a:pt x="1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26"/>
            <p:cNvSpPr/>
            <p:nvPr/>
          </p:nvSpPr>
          <p:spPr>
            <a:xfrm>
              <a:off x="7657957" y="1341104"/>
              <a:ext cx="90565" cy="267057"/>
            </a:xfrm>
            <a:custGeom>
              <a:avLst/>
              <a:gdLst/>
              <a:ahLst/>
              <a:cxnLst/>
              <a:rect l="l" t="t" r="r" b="b"/>
              <a:pathLst>
                <a:path w="3203" h="9445" extrusionOk="0">
                  <a:moveTo>
                    <a:pt x="221" y="1"/>
                  </a:moveTo>
                  <a:cubicBezTo>
                    <a:pt x="162" y="1"/>
                    <a:pt x="108" y="29"/>
                    <a:pt x="67" y="71"/>
                  </a:cubicBezTo>
                  <a:cubicBezTo>
                    <a:pt x="0" y="171"/>
                    <a:pt x="34" y="304"/>
                    <a:pt x="134" y="371"/>
                  </a:cubicBezTo>
                  <a:cubicBezTo>
                    <a:pt x="167" y="371"/>
                    <a:pt x="200" y="404"/>
                    <a:pt x="234" y="404"/>
                  </a:cubicBezTo>
                  <a:cubicBezTo>
                    <a:pt x="300" y="371"/>
                    <a:pt x="367" y="371"/>
                    <a:pt x="401" y="304"/>
                  </a:cubicBezTo>
                  <a:cubicBezTo>
                    <a:pt x="434" y="204"/>
                    <a:pt x="434" y="104"/>
                    <a:pt x="334" y="37"/>
                  </a:cubicBezTo>
                  <a:cubicBezTo>
                    <a:pt x="296" y="12"/>
                    <a:pt x="257" y="1"/>
                    <a:pt x="221" y="1"/>
                  </a:cubicBezTo>
                  <a:close/>
                  <a:moveTo>
                    <a:pt x="1168" y="796"/>
                  </a:moveTo>
                  <a:cubicBezTo>
                    <a:pt x="1118" y="796"/>
                    <a:pt x="1068" y="821"/>
                    <a:pt x="1034" y="871"/>
                  </a:cubicBezTo>
                  <a:cubicBezTo>
                    <a:pt x="934" y="938"/>
                    <a:pt x="934" y="1038"/>
                    <a:pt x="1034" y="1138"/>
                  </a:cubicBezTo>
                  <a:cubicBezTo>
                    <a:pt x="1058" y="1162"/>
                    <a:pt x="1098" y="1185"/>
                    <a:pt x="1132" y="1185"/>
                  </a:cubicBezTo>
                  <a:cubicBezTo>
                    <a:pt x="1145" y="1185"/>
                    <a:pt x="1158" y="1181"/>
                    <a:pt x="1168" y="1171"/>
                  </a:cubicBezTo>
                  <a:cubicBezTo>
                    <a:pt x="1234" y="1171"/>
                    <a:pt x="1268" y="1171"/>
                    <a:pt x="1301" y="1138"/>
                  </a:cubicBezTo>
                  <a:cubicBezTo>
                    <a:pt x="1368" y="1071"/>
                    <a:pt x="1368" y="938"/>
                    <a:pt x="1301" y="871"/>
                  </a:cubicBezTo>
                  <a:cubicBezTo>
                    <a:pt x="1268" y="821"/>
                    <a:pt x="1218" y="796"/>
                    <a:pt x="1168" y="796"/>
                  </a:cubicBezTo>
                  <a:close/>
                  <a:moveTo>
                    <a:pt x="1906" y="1804"/>
                  </a:moveTo>
                  <a:cubicBezTo>
                    <a:pt x="1872" y="1804"/>
                    <a:pt x="1837" y="1815"/>
                    <a:pt x="1802" y="1839"/>
                  </a:cubicBezTo>
                  <a:cubicBezTo>
                    <a:pt x="1701" y="1872"/>
                    <a:pt x="1668" y="2005"/>
                    <a:pt x="1735" y="2105"/>
                  </a:cubicBezTo>
                  <a:cubicBezTo>
                    <a:pt x="1768" y="2172"/>
                    <a:pt x="1835" y="2206"/>
                    <a:pt x="1902" y="2206"/>
                  </a:cubicBezTo>
                  <a:cubicBezTo>
                    <a:pt x="1935" y="2206"/>
                    <a:pt x="1968" y="2172"/>
                    <a:pt x="2002" y="2172"/>
                  </a:cubicBezTo>
                  <a:cubicBezTo>
                    <a:pt x="2068" y="2105"/>
                    <a:pt x="2102" y="2005"/>
                    <a:pt x="2068" y="1905"/>
                  </a:cubicBezTo>
                  <a:cubicBezTo>
                    <a:pt x="2025" y="1841"/>
                    <a:pt x="1968" y="1804"/>
                    <a:pt x="1906" y="1804"/>
                  </a:cubicBezTo>
                  <a:close/>
                  <a:moveTo>
                    <a:pt x="2410" y="2927"/>
                  </a:moveTo>
                  <a:cubicBezTo>
                    <a:pt x="2384" y="2927"/>
                    <a:pt x="2359" y="2932"/>
                    <a:pt x="2335" y="2939"/>
                  </a:cubicBezTo>
                  <a:cubicBezTo>
                    <a:pt x="2235" y="2973"/>
                    <a:pt x="2202" y="3106"/>
                    <a:pt x="2235" y="3206"/>
                  </a:cubicBezTo>
                  <a:cubicBezTo>
                    <a:pt x="2269" y="3273"/>
                    <a:pt x="2335" y="3306"/>
                    <a:pt x="2402" y="3306"/>
                  </a:cubicBezTo>
                  <a:lnTo>
                    <a:pt x="2469" y="3306"/>
                  </a:lnTo>
                  <a:cubicBezTo>
                    <a:pt x="2569" y="3273"/>
                    <a:pt x="2635" y="3173"/>
                    <a:pt x="2602" y="3073"/>
                  </a:cubicBezTo>
                  <a:cubicBezTo>
                    <a:pt x="2577" y="2971"/>
                    <a:pt x="2493" y="2927"/>
                    <a:pt x="2410" y="2927"/>
                  </a:cubicBezTo>
                  <a:close/>
                  <a:moveTo>
                    <a:pt x="2770" y="4132"/>
                  </a:moveTo>
                  <a:cubicBezTo>
                    <a:pt x="2748" y="4132"/>
                    <a:pt x="2726" y="4134"/>
                    <a:pt x="2702" y="4140"/>
                  </a:cubicBezTo>
                  <a:cubicBezTo>
                    <a:pt x="2602" y="4140"/>
                    <a:pt x="2535" y="4240"/>
                    <a:pt x="2569" y="4374"/>
                  </a:cubicBezTo>
                  <a:cubicBezTo>
                    <a:pt x="2602" y="4440"/>
                    <a:pt x="2669" y="4507"/>
                    <a:pt x="2769" y="4507"/>
                  </a:cubicBezTo>
                  <a:lnTo>
                    <a:pt x="2802" y="4507"/>
                  </a:lnTo>
                  <a:cubicBezTo>
                    <a:pt x="2902" y="4474"/>
                    <a:pt x="2969" y="4374"/>
                    <a:pt x="2936" y="4274"/>
                  </a:cubicBezTo>
                  <a:cubicBezTo>
                    <a:pt x="2936" y="4191"/>
                    <a:pt x="2868" y="4132"/>
                    <a:pt x="2770" y="4132"/>
                  </a:cubicBezTo>
                  <a:close/>
                  <a:moveTo>
                    <a:pt x="2936" y="5341"/>
                  </a:moveTo>
                  <a:cubicBezTo>
                    <a:pt x="2802" y="5375"/>
                    <a:pt x="2736" y="5441"/>
                    <a:pt x="2736" y="5575"/>
                  </a:cubicBezTo>
                  <a:cubicBezTo>
                    <a:pt x="2769" y="5675"/>
                    <a:pt x="2869" y="5741"/>
                    <a:pt x="2969" y="5741"/>
                  </a:cubicBezTo>
                  <a:cubicBezTo>
                    <a:pt x="3069" y="5741"/>
                    <a:pt x="3136" y="5641"/>
                    <a:pt x="3136" y="5541"/>
                  </a:cubicBezTo>
                  <a:cubicBezTo>
                    <a:pt x="3136" y="5408"/>
                    <a:pt x="3036" y="5341"/>
                    <a:pt x="2936" y="5341"/>
                  </a:cubicBezTo>
                  <a:close/>
                  <a:moveTo>
                    <a:pt x="3002" y="6575"/>
                  </a:moveTo>
                  <a:cubicBezTo>
                    <a:pt x="2902" y="6575"/>
                    <a:pt x="2802" y="6675"/>
                    <a:pt x="2802" y="6776"/>
                  </a:cubicBezTo>
                  <a:cubicBezTo>
                    <a:pt x="2802" y="6876"/>
                    <a:pt x="2869" y="6976"/>
                    <a:pt x="3002" y="6976"/>
                  </a:cubicBezTo>
                  <a:cubicBezTo>
                    <a:pt x="3102" y="6976"/>
                    <a:pt x="3169" y="6876"/>
                    <a:pt x="3203" y="6776"/>
                  </a:cubicBezTo>
                  <a:cubicBezTo>
                    <a:pt x="3203" y="6675"/>
                    <a:pt x="3102" y="6575"/>
                    <a:pt x="3002" y="6575"/>
                  </a:cubicBezTo>
                  <a:close/>
                  <a:moveTo>
                    <a:pt x="2896" y="7836"/>
                  </a:moveTo>
                  <a:cubicBezTo>
                    <a:pt x="2810" y="7836"/>
                    <a:pt x="2731" y="7923"/>
                    <a:pt x="2702" y="8010"/>
                  </a:cubicBezTo>
                  <a:cubicBezTo>
                    <a:pt x="2702" y="8110"/>
                    <a:pt x="2769" y="8210"/>
                    <a:pt x="2902" y="8210"/>
                  </a:cubicBezTo>
                  <a:lnTo>
                    <a:pt x="2902" y="8243"/>
                  </a:lnTo>
                  <a:cubicBezTo>
                    <a:pt x="3002" y="8210"/>
                    <a:pt x="3102" y="8143"/>
                    <a:pt x="3102" y="8043"/>
                  </a:cubicBezTo>
                  <a:cubicBezTo>
                    <a:pt x="3102" y="7943"/>
                    <a:pt x="3036" y="7843"/>
                    <a:pt x="2936" y="7843"/>
                  </a:cubicBezTo>
                  <a:cubicBezTo>
                    <a:pt x="2922" y="7838"/>
                    <a:pt x="2909" y="7836"/>
                    <a:pt x="2896" y="7836"/>
                  </a:cubicBezTo>
                  <a:close/>
                  <a:moveTo>
                    <a:pt x="2702" y="9068"/>
                  </a:moveTo>
                  <a:cubicBezTo>
                    <a:pt x="2603" y="9068"/>
                    <a:pt x="2535" y="9128"/>
                    <a:pt x="2535" y="9211"/>
                  </a:cubicBezTo>
                  <a:cubicBezTo>
                    <a:pt x="2502" y="9311"/>
                    <a:pt x="2569" y="9411"/>
                    <a:pt x="2669" y="9444"/>
                  </a:cubicBezTo>
                  <a:lnTo>
                    <a:pt x="2702" y="9444"/>
                  </a:lnTo>
                  <a:cubicBezTo>
                    <a:pt x="2802" y="9444"/>
                    <a:pt x="2869" y="9377"/>
                    <a:pt x="2902" y="9311"/>
                  </a:cubicBezTo>
                  <a:cubicBezTo>
                    <a:pt x="2936" y="9177"/>
                    <a:pt x="2869" y="9077"/>
                    <a:pt x="2769" y="9077"/>
                  </a:cubicBezTo>
                  <a:cubicBezTo>
                    <a:pt x="2745" y="9071"/>
                    <a:pt x="2723" y="9068"/>
                    <a:pt x="2702" y="906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6"/>
            <p:cNvSpPr/>
            <p:nvPr/>
          </p:nvSpPr>
          <p:spPr>
            <a:xfrm>
              <a:off x="7720190" y="1631319"/>
              <a:ext cx="11367" cy="10773"/>
            </a:xfrm>
            <a:custGeom>
              <a:avLst/>
              <a:gdLst/>
              <a:ahLst/>
              <a:cxnLst/>
              <a:rect l="l" t="t" r="r" b="b"/>
              <a:pathLst>
                <a:path w="402" h="381" extrusionOk="0">
                  <a:moveTo>
                    <a:pt x="199" y="0"/>
                  </a:moveTo>
                  <a:cubicBezTo>
                    <a:pt x="176" y="0"/>
                    <a:pt x="154" y="4"/>
                    <a:pt x="134" y="14"/>
                  </a:cubicBezTo>
                  <a:cubicBezTo>
                    <a:pt x="101" y="14"/>
                    <a:pt x="101" y="47"/>
                    <a:pt x="68" y="47"/>
                  </a:cubicBezTo>
                  <a:cubicBezTo>
                    <a:pt x="34" y="81"/>
                    <a:pt x="34" y="81"/>
                    <a:pt x="34" y="114"/>
                  </a:cubicBezTo>
                  <a:cubicBezTo>
                    <a:pt x="34" y="147"/>
                    <a:pt x="34" y="181"/>
                    <a:pt x="34" y="181"/>
                  </a:cubicBezTo>
                  <a:cubicBezTo>
                    <a:pt x="1" y="214"/>
                    <a:pt x="1" y="248"/>
                    <a:pt x="34" y="281"/>
                  </a:cubicBezTo>
                  <a:cubicBezTo>
                    <a:pt x="34" y="281"/>
                    <a:pt x="34" y="314"/>
                    <a:pt x="68" y="348"/>
                  </a:cubicBezTo>
                  <a:cubicBezTo>
                    <a:pt x="101" y="381"/>
                    <a:pt x="168" y="381"/>
                    <a:pt x="201" y="381"/>
                  </a:cubicBezTo>
                  <a:lnTo>
                    <a:pt x="268" y="381"/>
                  </a:lnTo>
                  <a:cubicBezTo>
                    <a:pt x="301" y="381"/>
                    <a:pt x="334" y="348"/>
                    <a:pt x="334" y="348"/>
                  </a:cubicBezTo>
                  <a:cubicBezTo>
                    <a:pt x="368" y="281"/>
                    <a:pt x="401" y="248"/>
                    <a:pt x="401" y="181"/>
                  </a:cubicBezTo>
                  <a:cubicBezTo>
                    <a:pt x="401" y="147"/>
                    <a:pt x="368" y="81"/>
                    <a:pt x="334" y="47"/>
                  </a:cubicBezTo>
                  <a:cubicBezTo>
                    <a:pt x="311" y="24"/>
                    <a:pt x="254" y="0"/>
                    <a:pt x="1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6"/>
            <p:cNvSpPr/>
            <p:nvPr/>
          </p:nvSpPr>
          <p:spPr>
            <a:xfrm>
              <a:off x="7190147" y="1752901"/>
              <a:ext cx="959569" cy="1688781"/>
            </a:xfrm>
            <a:custGeom>
              <a:avLst/>
              <a:gdLst/>
              <a:ahLst/>
              <a:cxnLst/>
              <a:rect l="l" t="t" r="r" b="b"/>
              <a:pathLst>
                <a:path w="33937" h="59727" extrusionOk="0">
                  <a:moveTo>
                    <a:pt x="26309" y="1"/>
                  </a:moveTo>
                  <a:cubicBezTo>
                    <a:pt x="24279" y="1"/>
                    <a:pt x="22389" y="704"/>
                    <a:pt x="21582" y="2185"/>
                  </a:cubicBezTo>
                  <a:cubicBezTo>
                    <a:pt x="19837" y="5389"/>
                    <a:pt x="13780" y="8349"/>
                    <a:pt x="10114" y="8349"/>
                  </a:cubicBezTo>
                  <a:cubicBezTo>
                    <a:pt x="9084" y="8349"/>
                    <a:pt x="8243" y="8116"/>
                    <a:pt x="7739" y="7589"/>
                  </a:cubicBezTo>
                  <a:cubicBezTo>
                    <a:pt x="3769" y="12226"/>
                    <a:pt x="601" y="32807"/>
                    <a:pt x="0" y="42948"/>
                  </a:cubicBezTo>
                  <a:cubicBezTo>
                    <a:pt x="3036" y="43582"/>
                    <a:pt x="9941" y="48418"/>
                    <a:pt x="10574" y="55824"/>
                  </a:cubicBezTo>
                  <a:cubicBezTo>
                    <a:pt x="13488" y="58663"/>
                    <a:pt x="17117" y="59727"/>
                    <a:pt x="20281" y="59727"/>
                  </a:cubicBezTo>
                  <a:cubicBezTo>
                    <a:pt x="24216" y="59727"/>
                    <a:pt x="27431" y="58080"/>
                    <a:pt x="27653" y="56157"/>
                  </a:cubicBezTo>
                  <a:cubicBezTo>
                    <a:pt x="28087" y="51387"/>
                    <a:pt x="26552" y="48252"/>
                    <a:pt x="22616" y="45049"/>
                  </a:cubicBezTo>
                  <a:cubicBezTo>
                    <a:pt x="23917" y="23501"/>
                    <a:pt x="32056" y="12426"/>
                    <a:pt x="33190" y="6188"/>
                  </a:cubicBezTo>
                  <a:cubicBezTo>
                    <a:pt x="33936" y="2203"/>
                    <a:pt x="29902" y="1"/>
                    <a:pt x="263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7434415" y="3018971"/>
              <a:ext cx="376029" cy="88840"/>
            </a:xfrm>
            <a:custGeom>
              <a:avLst/>
              <a:gdLst/>
              <a:ahLst/>
              <a:cxnLst/>
              <a:rect l="l" t="t" r="r" b="b"/>
              <a:pathLst>
                <a:path w="13299" h="3142" extrusionOk="0">
                  <a:moveTo>
                    <a:pt x="11828" y="0"/>
                  </a:moveTo>
                  <a:cubicBezTo>
                    <a:pt x="9277" y="0"/>
                    <a:pt x="3930" y="427"/>
                    <a:pt x="167" y="2741"/>
                  </a:cubicBezTo>
                  <a:cubicBezTo>
                    <a:pt x="1" y="2874"/>
                    <a:pt x="67" y="3141"/>
                    <a:pt x="301" y="3141"/>
                  </a:cubicBezTo>
                  <a:lnTo>
                    <a:pt x="401" y="3141"/>
                  </a:lnTo>
                  <a:cubicBezTo>
                    <a:pt x="4166" y="830"/>
                    <a:pt x="9542" y="447"/>
                    <a:pt x="11980" y="447"/>
                  </a:cubicBezTo>
                  <a:cubicBezTo>
                    <a:pt x="12392" y="447"/>
                    <a:pt x="12721" y="458"/>
                    <a:pt x="12943" y="472"/>
                  </a:cubicBezTo>
                  <a:cubicBezTo>
                    <a:pt x="12954" y="474"/>
                    <a:pt x="12964" y="474"/>
                    <a:pt x="12973" y="474"/>
                  </a:cubicBezTo>
                  <a:cubicBezTo>
                    <a:pt x="13248" y="474"/>
                    <a:pt x="13299" y="39"/>
                    <a:pt x="12977" y="39"/>
                  </a:cubicBezTo>
                  <a:cubicBezTo>
                    <a:pt x="12724" y="17"/>
                    <a:pt x="12330" y="0"/>
                    <a:pt x="118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5532978" y="1636776"/>
              <a:ext cx="173580" cy="179829"/>
            </a:xfrm>
            <a:custGeom>
              <a:avLst/>
              <a:gdLst/>
              <a:ahLst/>
              <a:cxnLst/>
              <a:rect l="l" t="t" r="r" b="b"/>
              <a:pathLst>
                <a:path w="6139" h="6360" extrusionOk="0">
                  <a:moveTo>
                    <a:pt x="1835" y="221"/>
                  </a:moveTo>
                  <a:cubicBezTo>
                    <a:pt x="2135" y="221"/>
                    <a:pt x="2469" y="288"/>
                    <a:pt x="2736" y="455"/>
                  </a:cubicBezTo>
                  <a:cubicBezTo>
                    <a:pt x="3503" y="788"/>
                    <a:pt x="4137" y="1355"/>
                    <a:pt x="4637" y="2056"/>
                  </a:cubicBezTo>
                  <a:cubicBezTo>
                    <a:pt x="5705" y="3557"/>
                    <a:pt x="5905" y="5292"/>
                    <a:pt x="5038" y="5892"/>
                  </a:cubicBezTo>
                  <a:cubicBezTo>
                    <a:pt x="4833" y="6047"/>
                    <a:pt x="4583" y="6120"/>
                    <a:pt x="4306" y="6120"/>
                  </a:cubicBezTo>
                  <a:cubicBezTo>
                    <a:pt x="3449" y="6120"/>
                    <a:pt x="2333" y="5424"/>
                    <a:pt x="1502" y="4291"/>
                  </a:cubicBezTo>
                  <a:cubicBezTo>
                    <a:pt x="434" y="2790"/>
                    <a:pt x="267" y="1055"/>
                    <a:pt x="1101" y="455"/>
                  </a:cubicBezTo>
                  <a:cubicBezTo>
                    <a:pt x="1302" y="288"/>
                    <a:pt x="1568" y="221"/>
                    <a:pt x="1835" y="221"/>
                  </a:cubicBezTo>
                  <a:close/>
                  <a:moveTo>
                    <a:pt x="1827" y="0"/>
                  </a:moveTo>
                  <a:cubicBezTo>
                    <a:pt x="1500" y="0"/>
                    <a:pt x="1208" y="83"/>
                    <a:pt x="968" y="255"/>
                  </a:cubicBezTo>
                  <a:cubicBezTo>
                    <a:pt x="1" y="955"/>
                    <a:pt x="167" y="2823"/>
                    <a:pt x="1335" y="4424"/>
                  </a:cubicBezTo>
                  <a:cubicBezTo>
                    <a:pt x="2202" y="5625"/>
                    <a:pt x="3403" y="6359"/>
                    <a:pt x="4337" y="6359"/>
                  </a:cubicBezTo>
                  <a:cubicBezTo>
                    <a:pt x="4637" y="6359"/>
                    <a:pt x="4937" y="6259"/>
                    <a:pt x="5204" y="6059"/>
                  </a:cubicBezTo>
                  <a:cubicBezTo>
                    <a:pt x="6138" y="5358"/>
                    <a:pt x="5972" y="3490"/>
                    <a:pt x="4804" y="1889"/>
                  </a:cubicBezTo>
                  <a:cubicBezTo>
                    <a:pt x="4304" y="1189"/>
                    <a:pt x="3637" y="588"/>
                    <a:pt x="2836" y="221"/>
                  </a:cubicBezTo>
                  <a:cubicBezTo>
                    <a:pt x="2479" y="75"/>
                    <a:pt x="2137" y="0"/>
                    <a:pt x="18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2" name="Google Shape;222;p26"/>
          <p:cNvSpPr/>
          <p:nvPr/>
        </p:nvSpPr>
        <p:spPr>
          <a:xfrm>
            <a:off x="720000" y="1897395"/>
            <a:ext cx="2831100" cy="2724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26"/>
          <p:cNvSpPr txBox="1">
            <a:spLocks noGrp="1"/>
          </p:cNvSpPr>
          <p:nvPr>
            <p:ph type="ctrTitle"/>
          </p:nvPr>
        </p:nvSpPr>
        <p:spPr>
          <a:xfrm>
            <a:off x="-14123" y="1158168"/>
            <a:ext cx="5001105" cy="189920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Evolutionary strategies</a:t>
            </a:r>
            <a:r>
              <a:rPr lang="ru-RU" dirty="0"/>
              <a:t> (</a:t>
            </a:r>
            <a:r>
              <a:rPr lang="en-US" dirty="0"/>
              <a:t>ES)</a:t>
            </a:r>
            <a:endParaRPr sz="5000" b="0" dirty="0"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224" name="Google Shape;224;p26"/>
          <p:cNvSpPr txBox="1">
            <a:spLocks noGrp="1"/>
          </p:cNvSpPr>
          <p:nvPr>
            <p:ph type="subTitle" idx="1"/>
          </p:nvPr>
        </p:nvSpPr>
        <p:spPr>
          <a:xfrm>
            <a:off x="634333" y="3275773"/>
            <a:ext cx="3686042" cy="15946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/>
            <a:r>
              <a:rPr lang="sv-SE" sz="2000" dirty="0">
                <a:solidFill>
                  <a:schemeClr val="tx1"/>
                </a:solidFill>
                <a:latin typeface="Dubai Medium" panose="020B0603030403030204" pitchFamily="34" charset="-78"/>
                <a:cs typeface="Dubai Medium" panose="020B0603030403030204" pitchFamily="34" charset="-78"/>
              </a:rPr>
              <a:t>Litvinov Andrei 1820249042</a:t>
            </a:r>
          </a:p>
          <a:p>
            <a:pPr algn="r"/>
            <a:r>
              <a:rPr lang="sv-SE" sz="2000" dirty="0">
                <a:solidFill>
                  <a:schemeClr val="tx1"/>
                </a:solidFill>
                <a:latin typeface="Dubai Medium" panose="020B0603030403030204" pitchFamily="34" charset="-78"/>
                <a:cs typeface="Dubai Medium" panose="020B0603030403030204" pitchFamily="34" charset="-78"/>
              </a:rPr>
              <a:t>Baryshev Maksim 1820249043</a:t>
            </a:r>
          </a:p>
          <a:p>
            <a:pPr algn="r"/>
            <a:r>
              <a:rPr lang="sv-SE" sz="2000" dirty="0">
                <a:solidFill>
                  <a:schemeClr val="tx1"/>
                </a:solidFill>
                <a:latin typeface="Dubai Medium" panose="020B0603030403030204" pitchFamily="34" charset="-78"/>
                <a:cs typeface="Dubai Medium" panose="020B0603030403030204" pitchFamily="34" charset="-78"/>
              </a:rPr>
              <a:t>Medvedev Ivan 1820249044</a:t>
            </a:r>
          </a:p>
        </p:txBody>
      </p:sp>
    </p:spTree>
    <p:extLst>
      <p:ext uri="{BB962C8B-B14F-4D97-AF65-F5344CB8AC3E}">
        <p14:creationId xmlns:p14="http://schemas.microsoft.com/office/powerpoint/2010/main" val="1101233478"/>
      </p:ext>
    </p:extLst>
  </p:cSld>
  <p:clrMapOvr>
    <a:masterClrMapping/>
  </p:clrMapOvr>
</p:sld>
</file>

<file path=ppt/theme/theme1.xml><?xml version="1.0" encoding="utf-8"?>
<a:theme xmlns:a="http://schemas.openxmlformats.org/drawingml/2006/main" name="Robotic Workshop by Slidesgo">
  <a:themeElements>
    <a:clrScheme name="Simple Light">
      <a:dk1>
        <a:srgbClr val="263238"/>
      </a:dk1>
      <a:lt1>
        <a:srgbClr val="FFFFFF"/>
      </a:lt1>
      <a:dk2>
        <a:srgbClr val="C7F9CC"/>
      </a:dk2>
      <a:lt2>
        <a:srgbClr val="80ED99"/>
      </a:lt2>
      <a:accent1>
        <a:srgbClr val="58DD76"/>
      </a:accent1>
      <a:accent2>
        <a:srgbClr val="48C063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632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1087</TotalTime>
  <Words>1646</Words>
  <Application>Microsoft Office PowerPoint</Application>
  <PresentationFormat>Экран (16:9)</PresentationFormat>
  <Paragraphs>274</Paragraphs>
  <Slides>43</Slides>
  <Notes>24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43</vt:i4>
      </vt:variant>
    </vt:vector>
  </HeadingPairs>
  <TitlesOfParts>
    <vt:vector size="54" baseType="lpstr">
      <vt:lpstr>Times New Roman</vt:lpstr>
      <vt:lpstr>Dubai Medium</vt:lpstr>
      <vt:lpstr>Symbol</vt:lpstr>
      <vt:lpstr>Poppins;900</vt:lpstr>
      <vt:lpstr>Courier New</vt:lpstr>
      <vt:lpstr>Poppins</vt:lpstr>
      <vt:lpstr>Arial</vt:lpstr>
      <vt:lpstr>Calibri</vt:lpstr>
      <vt:lpstr>Palanquin Dark</vt:lpstr>
      <vt:lpstr>Poppins Black</vt:lpstr>
      <vt:lpstr>Robotic Workshop by Slidesgo</vt:lpstr>
      <vt:lpstr>Evolutionary strategies (ES)</vt:lpstr>
      <vt:lpstr>Table of Contents</vt:lpstr>
      <vt:lpstr>Introduction to Evolutionary strategies</vt:lpstr>
      <vt:lpstr>What Are Evolutionary Strategies?</vt:lpstr>
      <vt:lpstr>Historical background</vt:lpstr>
      <vt:lpstr>Fundamental Concepts of ES</vt:lpstr>
      <vt:lpstr>Population and Individuals </vt:lpstr>
      <vt:lpstr>Mutation and Recombination</vt:lpstr>
      <vt:lpstr>Selection Mechanisms </vt:lpstr>
      <vt:lpstr>Fitness Evaluation </vt:lpstr>
      <vt:lpstr>Mathematical Foundations </vt:lpstr>
      <vt:lpstr>Representation of Solutions</vt:lpstr>
      <vt:lpstr>Objective Function and Optimization</vt:lpstr>
      <vt:lpstr>Strategy Parameters in ES</vt:lpstr>
      <vt:lpstr>Algorithm Workflow </vt:lpstr>
      <vt:lpstr>Initialization of Population</vt:lpstr>
      <vt:lpstr>Project Timeline</vt:lpstr>
      <vt:lpstr>Convergence Criteria</vt:lpstr>
      <vt:lpstr>ES vs Genetic Algorithms (GAs)</vt:lpstr>
      <vt:lpstr>Implementation Examples </vt:lpstr>
      <vt:lpstr>Variants of Evolutionary Strategies</vt:lpstr>
      <vt:lpstr>Key Parameters and Their Impact</vt:lpstr>
      <vt:lpstr>Concept of Minimization in ES</vt:lpstr>
      <vt:lpstr>Differences Between (μ+λ) and (μ, λ)</vt:lpstr>
      <vt:lpstr>Differences Between (μ+λ) and (μ, λ)</vt:lpstr>
      <vt:lpstr>Neural Network Optimization </vt:lpstr>
      <vt:lpstr>NN Optimization (visualization) </vt:lpstr>
      <vt:lpstr>Applications in Machine Learning</vt:lpstr>
      <vt:lpstr>Popularity of applications</vt:lpstr>
      <vt:lpstr>Rainforcement learning (RL)</vt:lpstr>
      <vt:lpstr>Auto ML and Meta-Learning</vt:lpstr>
      <vt:lpstr>Robustness Testing and Adversarial Learning </vt:lpstr>
      <vt:lpstr>Pros &amp; Cons</vt:lpstr>
      <vt:lpstr>Advantages of ES</vt:lpstr>
      <vt:lpstr>Disadvantages of ES</vt:lpstr>
      <vt:lpstr>Real-world cases</vt:lpstr>
      <vt:lpstr>Real-World Cases</vt:lpstr>
      <vt:lpstr>Real-World Cases</vt:lpstr>
      <vt:lpstr>Future trends</vt:lpstr>
      <vt:lpstr>Future trends</vt:lpstr>
      <vt:lpstr>Future trends</vt:lpstr>
      <vt:lpstr>Thanks!</vt:lpstr>
      <vt:lpstr>Evolutionary strategies (ES)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Evolutionary strategies</dc:title>
  <dc:creator>Иван Медведев</dc:creator>
  <cp:lastModifiedBy>Литвинов Андрей</cp:lastModifiedBy>
  <cp:revision>40</cp:revision>
  <dcterms:modified xsi:type="dcterms:W3CDTF">2024-11-21T03:32:18Z</dcterms:modified>
</cp:coreProperties>
</file>